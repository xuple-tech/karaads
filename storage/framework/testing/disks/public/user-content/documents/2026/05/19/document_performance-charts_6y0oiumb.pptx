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ml.xlsx"/>
</Relationships>

</file>

<file path=ppt/charts/_rels/chart4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4.xml.xlsx"/>
</Relationships>

</file>

<file path=ppt/charts/_rels/chart5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5.xml.xlsx"/>
</Relationships>
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Revenue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120</c:v>
                </c:pt>
                <c:pt idx="1">
                  <c:v>180</c:v>
                </c:pt>
                <c:pt idx="2">
                  <c:v>150</c:v>
                </c:pt>
              </c:numCache>
            </c:numRef>
          </c:val>
        </c:ser>
        <c:gapWidth val="7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Market Share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LeaderLines val="1"/>
          </c:dLbls>
          <c:cat>
            <c:strRef>
              <c:f>Sheet1!$A$2:$A$4</c:f>
              <c:strCache>
                <c:ptCount val="3"/>
                <c:pt idx="0">
                  <c:v>Starter</c:v>
                </c:pt>
                <c:pt idx="1">
                  <c:v>Pro</c:v>
                </c:pt>
                <c:pt idx="2">
                  <c:v>Enterprise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35</c:v>
                </c:pt>
                <c:pt idx="1">
                  <c:v>45</c:v>
                </c:pt>
                <c:pt idx="2">
                  <c:v>20</c:v>
                </c:pt>
              </c:numCache>
            </c:numRef>
          </c:val>
        </c:ser>
      </c:pieChart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Response Time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cat>
            <c:strRef>
              <c:f>Sheet1!$A$2:$A$4</c:f>
              <c:strCache>
                <c:ptCount val="3"/>
                <c:pt idx="0">
                  <c:v>0-1s</c:v>
                </c:pt>
                <c:pt idx="1">
                  <c:v>1-2s</c:v>
                </c:pt>
                <c:pt idx="2">
                  <c:v>2-3s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14</c:v>
                </c:pt>
                <c:pt idx="1">
                  <c:v>31</c:v>
                </c:pt>
                <c:pt idx="2">
                  <c:v>12</c:v>
                </c:pt>
              </c:numCache>
            </c:numRef>
          </c:val>
        </c:ser>
        <c:gapWidth val="3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820159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3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4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5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PERFORMANCE CHART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Report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REVENUE BAR CHART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81000" y="1257300"/>
            <a:ext cx="2095500" cy="28956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 descr=""/>
          <p:cNvSpPr/>
          <p:nvPr/>
        </p:nvSpPr>
        <p:spPr>
          <a:xfrm>
            <a:off x="2857500" y="1257300"/>
            <a:ext cx="5905500" cy="28956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628650" y="1676400"/>
            <a:ext cx="1619250" cy="2095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Revenue
Category comparison]]></a:t>
            </a:r>
          </a:p>
        </p:txBody>
      </p:sp>
      <p:graphicFrame>
        <p:nvGraphicFramePr>
          <p:cNvPr id="13" name="Revenue Bar Chart" descr=""/>
          <p:cNvGraphicFramePr/>
          <p:nvPr/>
        </p:nvGraphicFramePr>
        <p:xfrm>
          <a:off x="3143250" y="1524000"/>
          <a:ext cx="53340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MARKET SHARE PIE CHART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81000" y="1257300"/>
            <a:ext cx="2095500" cy="28956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 descr=""/>
          <p:cNvSpPr/>
          <p:nvPr/>
        </p:nvSpPr>
        <p:spPr>
          <a:xfrm>
            <a:off x="2857500" y="1257300"/>
            <a:ext cx="5905500" cy="28956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628650" y="1676400"/>
            <a:ext cx="1619250" cy="2095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Market Share
Composition view]]></a:t>
            </a:r>
          </a:p>
        </p:txBody>
      </p:sp>
      <p:graphicFrame>
        <p:nvGraphicFramePr>
          <p:cNvPr id="13" name="Market Share Pie Chart" descr=""/>
          <p:cNvGraphicFramePr/>
          <p:nvPr/>
        </p:nvGraphicFramePr>
        <p:xfrm>
          <a:off x="3143250" y="1524000"/>
          <a:ext cx="53340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RESPONSE TIME HISTOGRAM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81000" y="1257300"/>
            <a:ext cx="2095500" cy="28956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 descr=""/>
          <p:cNvSpPr/>
          <p:nvPr/>
        </p:nvSpPr>
        <p:spPr>
          <a:xfrm>
            <a:off x="2857500" y="1257300"/>
            <a:ext cx="5905500" cy="28956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628650" y="1676400"/>
            <a:ext cx="1619250" cy="2095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Response Time
Range distribution]]></a:t>
            </a:r>
          </a:p>
        </p:txBody>
      </p:sp>
      <p:graphicFrame>
        <p:nvGraphicFramePr>
          <p:cNvPr id="13" name="Response Time Histogram" descr=""/>
          <p:cNvGraphicFramePr/>
          <p:nvPr/>
        </p:nvGraphicFramePr>
        <p:xfrm>
          <a:off x="3143250" y="1524000"/>
          <a:ext cx="53340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eme67">
  <a:themeElements>
    <a:clrScheme name="Theme6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2026-05-19T10:08:43Z</dcterms:created>
  <dcterms:modified xsi:type="dcterms:W3CDTF">2026-05-19T10:08:43Z</dcterms:modified>
  <dc:title>Performance Charts</dc:title>
  <dc:description/>
  <dc:subject>report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