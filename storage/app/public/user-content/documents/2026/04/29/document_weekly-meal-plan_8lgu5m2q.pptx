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presProps" Target="presProps.xml"/>
  <Relationship Id="rId22" Type="http://schemas.openxmlformats.org/officeDocument/2006/relationships/viewProps" Target="viewProps.xml"/>
  <Relationship Id="rId2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069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Weekly Meal Pla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esenta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Weekly Meal Plan Presenta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PowerPoint will outline the 7-day meal plan in a clear, visual format. Each slide focuses on one day for easy reference, with bullet points for meals and simple icons or images implied (e.g., food visuals). Design style: mixed for a balanced, engaging look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ly Meal Plan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alanced 7-Day Plan (~2,000 calories/day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Nutritious, easy meals with proteins, veggies, grains, and frui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p Tips: Shop mid-week; batch cook grai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Kwati AI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4338C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0F9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2: Monday Meal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fast: Greek Yogurt Parfait (4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eek yogurt, berries, granola, hone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unch: Quinoa Salad (5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ickpeas, cucumber, tomatoes, feta, lemon tahini dress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nner: Grilled Chicken (6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icken breast, steamed broccoli, brown rice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E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nacks: Apple with almond butter; carrot sticks (200 cal tot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ily Total: ~1,700 cal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Tuesday Meal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fast: Oatmeal Bowl (4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ats, banana, walnuts, cinnam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unch: Turkey Wrap (5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hole grain tortilla, turkey, spinach, avocado, hummu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nner: Baked Salmon (6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mon, asparagus, sweet potato mash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nacks: Mixed nuts; Greek yogurt (200 cal tot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ily Total: ~1,700 cal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4338C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0F9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4: Wednesday Meal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fast: Green Smoothie (4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pinach, banana, protein powder, almond milk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unch: Lentil Soup (5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ntils, whole grain bread, side sala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nner: Tofu Stir-Fry (6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fu, bell peppers, zucchini, quino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E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nacks: Pear; cheese stick (200 cal tot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ily Total: ~1,700 cal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Thursday Meal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fast: Avocado Toast (4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hole grain toast, avocado, poached egg, cherry tomato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unch: Tuna Salad (5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nned tuna over mixed greens, olive oil vinaigrett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nner: Beef Stir-Fry (6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eef, broccoli, carrots, rice noodle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nacks: Orange; trail mix (200 cal tot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ily Total: ~1,700 cal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4338C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0F9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6: Friday Meal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fast: Chia Pudding (4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ia seeds, mango, coconut flak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unch: Veggie Burger (5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 arugula bed, sweet potato fr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nner: Pasta Primavera (6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hrimp, peas, zucchini in light pesto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E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nacks: Celery with peanut butter; berries (200 cal tot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ily Total: ~1,700 cal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Saturday Meal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fast: Scrambled Eggs (4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ggs with spinach, whole grain toas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unch: Chickpea Curry (5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ickpeas, naan bread, yogu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nner: Roasted Pork (6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ork tenderloin, Brussels sprouts, couscous]]>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nacks: Banana; dark chocolate (200 cal tot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ily Total: ~1,700 cal]]>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4338C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0F9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8: Sunday Meal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fast: Cottage Cheese Bowl (4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ttage cheese, pineapple, almon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unch: Egg Salad Sandwich (5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 whole grain bread, side sala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nner: Tempeh Stir-Fry (600 c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mpeh, vegetables, wild rice]]>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E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nacks: Grapes; rice cake with hummus (200 cal tot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ily Total: ~1,700 cal]]>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Summary and Ti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ly Total: ~14,000 calor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Benefits: Varied nutrients, adaptable for vegetarians (swap protein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Hydration: 8 glasses of water dail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ization: Adjust portions; consult a doctor for specific nee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: Track your energy levels and tweak as needed!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4">
  <a:themeElements>
    <a:clrScheme name="Theme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2026-04-29T20:27:06Z</dcterms:created>
  <dcterms:modified xsi:type="dcterms:W3CDTF">2026-04-29T20:27:06Z</dcterms:modified>
  <dc:title>Weekly Meal Plan</dc:title>
  <dc:description/>
  <dc:subject>general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