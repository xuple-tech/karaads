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50988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Quantum Computing: A Simple Explanation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Presenta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April 2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: Tit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antum Computing Basic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 Kwati AI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April 29, 2026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2: What is Quantum Computing?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antum computing uses principles from quantum physics to process informa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nlike classical computers, it handles data in ways that allow for massive parallelism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goal: Solve complex problems much faster than traditional method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ample applications: Drug discovery, optimization, cryptography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Classical vs. Quantum: The Basic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lassical Computing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ses bits: 0 or 1 (like a simple switch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cesses tasks sequentially, one step at a tim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reat for everyday tasks like browsing or word process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antum Computing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ses qubits: Can be 0, 1, or both (superposition)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lores multiple possibilities simultaneousl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deal for "intractable" problems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Key Quantum Concept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perposition: A qubit can represent multiple states at once, like spinning a coin that's heads, tails, and everything in between until observed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ntanglement: Qubits can link together so the state of one instantly affects another, no matter the distance (Einstein called it "spooky action"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antum Gates: Operations that manipulate qubits, similar to logic gates in classical computers but far more powerful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Why It Matters: Real-World Potenti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peed Boost: Could simulate molecules for new medicines or optimize global supply chains in second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: Qubits are fragile—need near-absolute zero temperatures; prone to errors (decoherence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rrent State: Prototypes exist (e.g., IBM's 100+ qubit systems), but full-scale quantum computers are years awa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ture: Revolutionize AI, finance, and climate modeling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6: Conclus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antum computing isn't replacing your laptop—it's a tool for the toughest puzzl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ay tuned: We're on the cusp of a quantum era! 🚀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estions?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9">
  <a:themeElements>
    <a:clrScheme name="Theme7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2026-04-29T20:13:34Z</dcterms:created>
  <dcterms:modified xsi:type="dcterms:W3CDTF">2026-04-29T20:13:34Z</dcterms:modified>
  <dc:title>Quantum Computing: A Simple Explanation</dc:title>
  <dc:description/>
  <dc:subject>general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