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0999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ntum Computing: A Simple Explanation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esenta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: Tit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ntum Computing Bas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 Kwati AI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April 29, 202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What is Quantum Computing?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ntum computing uses principles from quantum physics to process informa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nlike classical computers, it handles data in ways that allow for massive parallelis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goal: Solve complex problems much faster than traditional method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ample applications: Drug discovery, optimization, cryptography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Classical vs. Quantum: The Basic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lassical Computing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es bits: 0 or 1 (like a simple switch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cesses tasks sequentially, one step at a tim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reat for everyday tasks like browsing or word process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ntum Computing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es qubits: Can be 0, 1, or both (superposition)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lores multiple possibilities simultaneousl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deal for "intractable" problems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Key Quantum Concept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erposition: A qubit can represent multiple states at once, like spinning a coin that's heads, tails, and everything in between until observed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tanglement: Qubits can link together so the state of one instantly affects another, no matter the distance (Einstein called it "spooky action"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ntum Gates: Operations that manipulate qubits, similar to logic gates in classical computers but far more powerful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Why It Matters: Real World Potenti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peed Boost: Could simulate molecules for new medicines or optimize global supply chains in second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: Qubits are fragile—need near absolute zero temperatures; prone to errors (decoherence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rrent State: Prototypes exist (e.g., IBM's 100+ qubit systems), but full scale quantum computers are years awa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ture: Revolutionize AI, finance, and climate modeling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Speed Comparison Bar Char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 bar chart illustrating processing time for a complex problem (e.g., factoring a large number)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lassical Computer: 10,000 years (hypothetical scale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ntum Computer: 3 minut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(Note: In the generated PPT, this will appear as a simple bar chart with two bars labeled "Classical" and "Quantum," showing dramatic time difference for visual impact.)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Conclus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ntum computing isn't replacing your laptop—it's a tool for the toughest puzzl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y tuned: We're on the cusp of a quantum era! 🚀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estions?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9">
  <a:themeElements>
    <a:clrScheme name="Theme3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2026-04-29T20:15:25Z</dcterms:created>
  <dcterms:modified xsi:type="dcterms:W3CDTF">2026-04-29T20:15:25Z</dcterms:modified>
  <dc:title>Quantum Computing: A Simple Explanation</dc:title>
  <dc:description/>
  <dc:subject>general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