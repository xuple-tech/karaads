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presProps" Target="presProps.xml"/>
  <Relationship Id="rId14" Type="http://schemas.openxmlformats.org/officeDocument/2006/relationships/viewProps" Target="viewProps.xml"/>
  <Relationship Id="rId15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6513041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Proposal for Kwati AI Consulting Service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Proposal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April 29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xecutive Summary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wati AI proposes AI-driven consulting to optimize operations for [Client Company Name]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20-30% efficiency gain in first year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otal cost: $150,000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OI: 3x in 18 months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mpany Overview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eading AI solutions provider by KwatiAi team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ertise: ML, NLP, predictive analytic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50+ clients, including Fortune 500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ocus: Scalable AI for innovation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Problem Statement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hallenges in [e.g., supply chain, customer service]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efficiencies and high cost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raditional methods insufficient for modern data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posed Solutio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prehensive AI consulting package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I Assessment and Strategy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ustom AI Development (chatbots, predictive tools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tegration and Training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ngoing Support (6 months)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ject Timelin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1: Discovery (Weeks 1-4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2: Development (Weeks 5-12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3: Implementation (Weeks 13-16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4: Training & Launch (Weeks 17-20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5: Support (Months 6-12)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dget and Pricing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ixed Fee: $150,000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30% upfront ($45,000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40% after Phase 2 ($60,000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30% on delivery ($45,000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tional: Extended support ($20,000/year)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Benefits and ROI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fficiency: Automate 40% tasks, cut costs 25%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sights: Boost revenue 15-20%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calability: Future-proof operation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OI: Break-even in 12 months, $450,000 net by year 2.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Terms and Condition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uration: 12 months, renewable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fidentiality: NDA protected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ermination: 30-day notice.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ext Step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chedule a call to discus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tact: info@kwatai.com | +1-555-123-4567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pared by: Kwati AI Team | Date: April 29, 2026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20">
  <a:themeElements>
    <a:clrScheme name="Theme2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2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10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2026-04-29T21:06:08Z</dcterms:created>
  <dcterms:modified xsi:type="dcterms:W3CDTF">2026-04-29T21:06:08Z</dcterms:modified>
  <dc:title>Business Proposal for Kwati AI Consulting Services</dc:title>
  <dc:description/>
  <dc:subject>proposal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