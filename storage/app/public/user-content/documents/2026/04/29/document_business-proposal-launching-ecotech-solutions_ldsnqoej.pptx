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0947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1809750"/>
          <a:ext cx="8572500" cy="4095750"/>
          <a:chOff x="571500" y="1809750"/>
          <a:chExt cx="8572500" cy="4095750"/>
        </a:xfrm>
      </p:grpSpPr>
      <p:sp>
        <p:nvSpPr>
          <p:cNvPr id="2" name=""/>
          <p:cNvSpPr txBox="1"/>
          <p:nvPr/>
        </p:nvSpPr>
        <p:spPr>
          <a:xfrm>
            <a:off x="571500" y="1809750"/>
            <a:ext cx="8001000" cy="1428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Proposal: Launching EcoTech Solution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52500" y="3333750"/>
            <a:ext cx="7239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ing EcoTech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 Sustainable Tech Startup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Jane Doe, CEO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: Develop renewable energy tech for urban EV charg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Affordable solar powered charging st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ment: $500,000 for 150% ROI in 3 yea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enefits: Government incentives, market growth, sustainability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3: Company Overview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d: 2026, San Francisco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rtise: 20+ years in renewables (Tesla, Siemen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Reduce urban carbon emissions by 2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eking: Partners for funding, manufacturing, distributio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4: Problem Stateme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V growth: 145 million by 203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Limited infrastructure, grid strain, high cos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act: Delayed adoption, environmental har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y: Need for off grid, sustainable solutions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5: Proposed Solutio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: SolarHub – Modular EV charging kios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eatur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0% solar powered with battery storag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oT app for reservations and monitor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optimized, quick deploy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izable for B2B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ilot: 10 locations in Year 1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6: Market Analysi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size: $25B in 2026, 40% CAG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gments: Governments (40%), Real estate (30%), Fleets (30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ChargePoint (wired); Our edge: Solar niche ($5B by 2028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mand: 70% urban grid issues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7: Marketing and Sales Strateg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treach: Digital campaigns, EV partnerships (500 leads Year 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ilots: Free installs to prove ROI (15% saving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: $200/month subscription + $5K hardw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ions: $1.2M Year 1 to $5M Year 3 (20% conversion)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8: Financial Projection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sts: $500K ($200K R&D, $150K manufacturing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Hardware (60%), Subscriptions (30%), Maintenance (10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 even: Month 18; $750K profit Year 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sk: $500K for 20% equity + board seat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9: Team and Timelin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CEO (MBA, 10+ years), CTO (PhD solar), Advisors (green fund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leston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Prototype & pat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6: Pilot & revenu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7: National expansion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428625"/>
          <a:ext cx="8477250" cy="5000625"/>
          <a:chOff x="571500" y="428625"/>
          <a:chExt cx="8477250" cy="5000625"/>
        </a:xfrm>
      </p:grpSpPr>
      <p:sp>
        <p:nvSpPr>
          <p:cNvPr id="2" name=""/>
          <p:cNvSpPr txBox="1"/>
          <p:nvPr/>
        </p:nvSpPr>
        <p:spPr>
          <a:xfrm>
            <a:off x="571500" y="42862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10: Conclusion and Next Step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66750" y="1285875"/>
            <a:ext cx="7810500" cy="3714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oised to lead sustainable charg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itation: Partner for green futu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Jane Doe, jane@ecotech.com, (555) 123-4567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: Schedule call for details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3">
  <a:themeElements>
    <a:clrScheme name="Theme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2026-04-29T20:06:39Z</dcterms:created>
  <dcterms:modified xsi:type="dcterms:W3CDTF">2026-04-29T20:06:39Z</dcterms:modified>
  <dc:title>Business Proposal: Launching EcoTech Solutions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