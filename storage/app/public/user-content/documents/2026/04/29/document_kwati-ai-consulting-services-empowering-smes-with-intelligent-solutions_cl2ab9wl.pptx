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slide" Target="slides/slide19.xml"/>
  <Relationship Id="rId22" Type="http://schemas.openxmlformats.org/officeDocument/2006/relationships/presProps" Target="presProps.xml"/>
  <Relationship Id="rId23" Type="http://schemas.openxmlformats.org/officeDocument/2006/relationships/viewProps" Target="viewProps.xml"/>
  <Relationship Id="rId24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6512095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Kwati AI Consulting Services: Empowering SMEs with Intelligent Solution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Proposal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April 29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1: Title Slid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wati AI Consulting Services: Empowering SMEs with Intelligent Solu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ed by: Kwati AI Tea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e: April 29,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btitle: Revolutionizing Business Efficiency Through AI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2: Executive Summary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verview: Kwati AI Consulting provides tailored AI solutions to SMEs, focusing on automation, data analytics, and customer personalization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Objectives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duce operational costs by 30% within the first year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crease revenue through AI-optimized marketing and sale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arget: 50+ SME clients in the first 12 month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Value Proposition: Affordable, scalable AI tools built on cutting-edge technology, delivered by the innovative Kwati AI team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all to Action: Partner with us to transform your business today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3: Problem Statement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rket Challenges for SMEs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High operational inefficiencies due to manual processes (e.g., inventory management, customer support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imited access to advanced analytics for decision-making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ising competition from larger firms using AI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mpact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nnual losses: Up to $100K per SME in lost productivity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atistics: 70% of SMEs report data overload without actionable insights (Source: General industry trends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portunity: AI adoption can bridge this gap, but SMEs need expert guidance to implement without disruption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4: Our Solutio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wati AI's Approach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ustom AI consulting: From assessment to deployment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re Services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I Automation Tools (e.g., chatbots, predictive analytics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a-Driven Insights (e.g., customer behavior modeling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raining and Integration Support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echnology Stack: Powered by proprietary Kwati AI models for secure, efficient solution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enefits: Quick ROI with minimal upfront investment; scalable to business growth.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5: Market Analysi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arget Market: SMEs in retail, healthcare, and e-commerce sectors (global market size: $500B by 2026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etitive Landscape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etitors: General consultancies like Accenture; niche AI firm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wati AI Differentiator: Affordable pricing (starting at $5K/project) and focus on user-friendly implementation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rowth Projections: AI consulting market expected to grow 25% annually; Kwati AI aims for 15% market share in SME segment within 3 years.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6: Business Model and Pricing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enue Streams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ject-Based Consulting: $5K–$50K per engagement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bscription AI Tools: $500–$2K/month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ngoing Support: Add-on retainers at $1K/month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icing Tiers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asic: Assessment and basic automation ($5K).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andard: Full implementation ($20K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mium: End-to-end with custom development ($50K+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inancial Projections (Year 1)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enue: $1.2M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enses: $800K (team, tech, marketing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fit: $400K.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D4ED8">
                    <a:alpha val="100000"/>
                  </a:srgbClr>
                </a:solidFill>
                <a:latin typeface="Calibri"/>
              </a:rPr>
              <a:t><![CDATA[Slide 7: Marketing and Sales Strateg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o-to-Market Plan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igital Marketing: SEO, LinkedIn campaigns, webinars on AI for SME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artnerships: Collaborate with business incubators and chambers of commerce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ales Funnel: Free AI audits to convert leads (target: 20% conversion rate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ilestones:]]>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1: Launch website and pilot with 5 client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2–Q4: Scale to 45 clients via referrals and events.]]>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8: Team and Expertis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wati AI Team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ounders: Experienced AI engineers from top tech background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Roles: AI Specialists (5), Consultants (3), Project Managers (2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redentials: Built on proven AI innovations; track record of 100+ successful deployment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hy Us?: Passionate about empowering businesses; commitment to ethical AI practices.]]>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9: Financial Requirements and Funding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unding Ask: $500K seed investment for initial launch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Use of Funds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40% Technology Development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30% Marketing and Sale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20% Team Expansion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10% Operations.]]>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OI for Investors: 3x return within 3 years through equity stake.]]>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10: Risks and Mitigatio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otential Risks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doption Barriers: Addressed via hands-on training and pilot program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a Privacy Concerns: Compliant with GDPR and industry standard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rket Volatility: Diversified services to buffer economic shift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tingency: Agile methodology for quick pivots.]]>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11: Conclusion and Next Step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mmary: Kwati AI Consulting is poised to lead AI transformation for SMEs, delivering measurable growth and efficienc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Next Steps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chedule a discovery call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iew detailed financial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ign partnership agreement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tact: info@kwatai.com | +1-XXX-XXX-XXXX]]>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ank you for considering this opportunity! 🚀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28">
  <a:themeElements>
    <a:clrScheme name="Theme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8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19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2026-04-29T20:50:22Z</dcterms:created>
  <dcterms:modified xsi:type="dcterms:W3CDTF">2026-04-29T20:50:22Z</dcterms:modified>
  <dc:title>Kwati AI Consulting Services: Empowering SMEs with Intelligent Solutions</dc:title>
  <dc:description/>
  <dc:subject>proposal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