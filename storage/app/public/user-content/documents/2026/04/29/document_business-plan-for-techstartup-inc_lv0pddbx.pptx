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0" Type="http://schemas.openxmlformats.org/officeDocument/2006/relationships/presProps" Target="presProps.xml"/>
  <Relationship Id="rId21" Type="http://schemas.openxmlformats.org/officeDocument/2006/relationships/viewProps" Target="viewProps.xml"/>
  <Relationship Id="rId22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Slide 9:  - Revenue Projections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Val val="1"/>
            <c:showCatName val="0"/>
            <c:showSerName val="0"/>
            <c:showPercent val="0"/>
            <c:separator/>
            <c:showLeaderLines val="1"/>
          </c:dLbls>
          <c:spPr>
            <a:solidFill>
              <a:srgbClr val="14B8A6">
                <a:alpha val="100000"/>
              </a:srgbClr>
            </a:solidFill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1000000</c:v>
                </c:pt>
                <c:pt idx="1">
                  <c:v>3500000</c:v>
                </c:pt>
                <c:pt idx="2">
                  <c:v>8000000</c:v>
                </c:pt>
              </c:numCache>
            </c:numRef>
          </c:val>
        </c:ser>
        <c:gapWidth val="80"/>
        <c:overlap val="0"/>
        <c:axId val="52743552"/>
        <c:axId val="52749440"/>
        <c:extLst/>
      </c:barChart>
      <c:catAx>
        <c:axId val="5274355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9440"/>
        <c:crosses val="autoZero"/>
        <c:lblAlgn val="ctr"/>
        <c:lblOffset val="100"/>
      </c:catAx>
      <c:valAx>
        <c:axId val="52749440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false" i="false" strike="noStrike" sz="10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r>
                  <a:rPr lang="en-US" dirty="0"/>
                  <a:t>Axis Title</a:t>
                </a:r>
                <a:endParaRPr lang="en-US" dirty="0"/>
              </a:p>
            </c:rich>
          </c:tx>
        </c:title>
        <c:numFmt formatCode="general" sourceLinked="1"/>
        <c:majorTickMark val="none"/>
        <c:minorTickMark val="none"/>
        <c:tickLblPos val="nextTo"/>
        <c:spPr>
          <a:ln w="9525">
            <a:noFill/>
          </a:ln>
        </c:spPr>
        <c:txPr>
          <a:bodyPr/>
          <a:lstStyle/>
          <a:p>
            <a:pPr>
              <a:defRPr b="false" i="false" strike="noStrike" sz="1000" u="none">
                <a:solidFill>
                  <a:srgbClr val="000000">
                    <a:alpha val="100000"/>
                  </a:srgbClr>
                </a:solidFill>
                <a:latin typeface="Calibri"/>
                <a:ea typeface="Calibri"/>
              </a:defRPr>
            </a:pPr>
            <a:endParaRPr lang="en-US" dirty="0"/>
          </a:p>
        </c:txPr>
        <c:crossAx val="52743552"/>
        <c:crosses val="autoZero"/>
        <c:crossBetween val="between"/>
      </c:valAx>
    </c:plotArea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6511650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lan for TechStartup Inc.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April 2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usiness Plan Presenta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elow is the complete content for your PowerPoint presentation on a generic business plan. I've structured it as a professional slide deck for a startup tech company (e.g., a SaaS platform). Since no specific business details were provided, I've used a placeholder example. The logo you mentioned will be automatically incorporated if uploaded—positioned in the top-right corner by defaul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've used markdown format: headings as slide titles, bullets for content. Charts are included where relevant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usiness Plan for TechStartup Inc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[Your Name/Team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April 2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Logo placeholder – will be inserted top-right]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2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verview: TechStartup Inc. is a SaaS platform providing AI-driven project management tools for small business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ssion: Streamline workflows to boost productivity by 30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Goals: Achieve $1M revenue in Year 1; expand to 10,000 user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Ask: $500K for product development and marketing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Company Descriptio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ounded: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cation: Remote-first, HQ in [City]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: 5 core members with expertise in AI, software engineering, and business development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nique Value: Affordable, intuitive AI tools unlike competitors like Asana or Trello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egal Structure: LLC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Market Analysi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dustry: SaaS project management – $15B global market, growing 15% annually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rget Audience: Small businesses (1-50 employees) in tech, marketing, and consul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ors: Asana, Monday.com – our edge: AI automation at lower cost ($10/user/month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Opportunity: 50M potential SMBs worldwide; 20% adoption rate feasible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5: Products and Service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re Product: AI Project Manager – automates task assignment, progress tracking, and reporting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eatur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al-time collabora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dictive analytics for deadlin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tegration with Google Workspace and Slack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oadmap: MVP launch Q3 2026; full AI features by Q1 2027.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icing: Freemium model with premium tier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Marketing and Sales Strateg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o-to-Market: Digital marketing via SEO, social media (LinkedIn, Twitter), and content (blogs, webinar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ales Channels: Online sign-ups, partnerships with freelance platform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 Cost: Estimated $50/user; Lifetime Value: $600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Growth Plan: 1,000 users in Month 1 via beta launch; scale with paid ads.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Operations Plan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Processes: Agile development with bi-weekly sprin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iers/Vendors: Cloud hosting (AWS), AI tools (open-source model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ilestones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Product bet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6: Full laun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2027: International expansion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isks: Tech scalability – mitigated by phased rollout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Financial Projection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 Forecast: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1: $1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2: $3.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Year 3: $8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$400K (development), $100K (marketing), $50K (operations)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Break-even: Month 8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unding Use: 50% product, 30% marketing, 20% team.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962525"/>
          <a:chOff x="0" y="0"/>
          <a:chExt cx="9144000" cy="4962525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F59E0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Bar Chart - Revenue Projections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Slide 9: Bar Chart - Revenue Projections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Comparison by category]]>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EB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7C2D12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0F766E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0: Funding Request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mount: $500K seed round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quity Offered: 15%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Use of Funds: Detailed breakdown in financial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it Strategy: Acquisition by larger SaaS player in 5 years.]]>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7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4338C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F0F9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DB2777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11: Team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EO: [Name] – 10+ years in tech startup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TO: [Name] – AI specialist, ex-Goog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MO: [Name] – Marketing expert with SaaS experienc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dvisors: Industry veterans in project management.]]>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2E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16A34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F9731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12: Appendix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etailed financial spreadsheets available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research source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info@techstartup.com | [Phone]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28">
  <a:themeElements>
    <a:clrScheme name="Theme2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8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8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17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2026-04-29T20:42:57Z</dcterms:created>
  <dcterms:modified xsi:type="dcterms:W3CDTF">2026-04-29T20:42:57Z</dcterms:modified>
  <dc:title>Business Plan for TechStartup Inc.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