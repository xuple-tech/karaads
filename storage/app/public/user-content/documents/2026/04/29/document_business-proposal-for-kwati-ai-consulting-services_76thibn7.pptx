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: Projected ROI Breakdown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Sheet1!$A$2:$A$4</c:f>
              <c:strCache>
                <c:ptCount val="3"/>
                <c:pt idx="0">
                  <c:v>Year 1 Savings</c:v>
                </c:pt>
                <c:pt idx="1">
                  <c:v>Year 1 Revenue Gain</c:v>
                </c:pt>
                <c:pt idx="2">
                  <c:v>Total ROI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150000</c:v>
                </c:pt>
                <c:pt idx="1">
                  <c:v>300000</c:v>
                </c:pt>
                <c:pt idx="2">
                  <c:v>200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036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 for Kwati AI Consulting Service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itle Slid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siness Proposal for Kwati AI Consulting Servic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April 29, 202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 offers AI-driven solutions to streamline operations, enhance decisions, and drive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ilored for [Client's Company Name] (e.g., mid-sized e-commerce firm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rvices: AI implementation, custom models, ongoing suppor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ed ROI: 200% in first year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investment: $150,000 over 12 months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troduc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 a fast-paced digital world, AI is essential for competitivenes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 specializes in tailored solutions built by the Kwati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oal: Integrate AI to automate processes, analyze data, and predict tren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oost profitability for [Client's Company Name] in [industry]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State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efficient manual processes increasing operational cos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imited data insights for strategic decis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alability challenges in competitive marke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: Lost opportunities and reduced market share without AI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posed Solu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 Assessment and Strategy: Audit systems and identify opportunities (2-4 weeks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AI Model Development: Build models for predictive analytics, chatbots, etc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ation and Integration: Deploy with existing infrastructure and team train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ngoing Support: Quarterly reviews and optimiza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cure, scalable, GDPR-compliant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imelin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1: Assessment (Months 1-2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2: Development (Months 3-6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3: Implementation (Months 7-9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4: Support (Months 10-12)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dget and Pricin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 Assessment: $2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odel Development (up to 3 models): $8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ation and Training: $3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2-Month Support: $2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: $15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rms: 30% upfront, 40% at Phase 2, 30% at end; discounts for long-term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F766E">
                    <a:alpha val="100000"/>
                  </a:srgbClr>
                </a:solidFill>
                <a:latin typeface="Calibri"/>
              </a:rPr>
              <a:t><![CDATA[Benefits and ROI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st Savings: Automate 40% of tasks, save $50,000/year in labor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Growth: 25% sales increase via better targe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ive Edge: Predictive analytics and personaliz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ed ROI: 200% in Year 1 (industry benchmarks)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clus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 with Kwati AI to lead in AI innov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ize this proposal for your nee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xt steps: Contact us to discus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!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962525"/>
          <a:chOff x="0" y="0"/>
          <a:chExt cx="9144000" cy="4962525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ar Chart: Projected ROI Breakdown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Bar Chart: Projected ROI Breakdown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0668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1">
  <a:themeElements>
    <a:clrScheme name="Theme2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2026-04-29T20:21:31Z</dcterms:created>
  <dcterms:modified xsi:type="dcterms:W3CDTF">2026-04-29T20:21:31Z</dcterms:modified>
  <dc:title>Business Proposal for Kwati AI Consulting Services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