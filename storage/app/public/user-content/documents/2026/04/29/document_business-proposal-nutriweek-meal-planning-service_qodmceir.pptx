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9144000" cy="5143500" type="screen16x9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presProps" Target="presProps.xml"/>
  <Relationship Id="rId6" Type="http://schemas.openxmlformats.org/officeDocument/2006/relationships/viewProps" Target="viewProps.xml"/>
  <Relationship Id="rId7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6511021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6667500" y="0"/>
            <a:ext cx="2476500" cy="51435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429375" y="0"/>
            <a:ext cx="342900" cy="51435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71500" y="1381125"/>
            <a:ext cx="4762500" cy="5715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/>
          <p:cNvSpPr txBox="1"/>
          <p:nvPr/>
        </p:nvSpPr>
        <p:spPr>
          <a:xfrm>
            <a:off x="571500" y="1666875"/>
            <a:ext cx="57150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4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Business Proposal: NutriWeek Meal Planning Service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3429000"/>
            <a:ext cx="53340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200" spc="0" u="none" cap="none">
                <a:solidFill>
                  <a:srgbClr val="CCFBF1">
                    <a:alpha val="100000"/>
                  </a:srgbClr>
                </a:solidFill>
                <a:latin typeface="Calibri"/>
              </a:rPr>
              <a:t><![CDATA[Busines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4381500"/>
            <a:ext cx="238125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E2E8F0">
                    <a:alpha val="100000"/>
                  </a:srgbClr>
                </a:solidFill>
                <a:latin typeface="Calibri"/>
              </a:rPr>
              <a:t><![CDATA[April 29, 2026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Business Proposal: NutriWeek Meal Planning Service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lide 1: Title Slide\n\nBusiness Proposal: Launching \"NutriWeek\" Meal Planning Service\n\nPrepared by Kwati AI\n\nDate: April 29, 2026\n\nTarget Audience: Health conscious individuals and families\n\n\nSlide 2: Executive Summary\n\nOverview: NutriWeek offers customizable weekly meal plans (~2,000 cal/day) focused on balanced nutrition, ease of prep, and variety.\n\nMission: Help busy people eat healthier without the hassle.\n\nKey Benefits: Saves time, reduces food waste, promotes wellness.\n\nProjected Revenue: $50K in first year via subscriptions ($20/month per user).\n\nInvestment Needed: $100K for app development and marketing.\n\n\nSlide 3: Market Analysis\n\nIndustry Trends: Growing demand for meal prep services (global market $15B by 2026, per recent reports).\n\nTarget Market: 25 45 year olds, urban professionals (50M potential users in US).\n\nCompetitors: HelloFresh, Blue Apron but we focus on digital plans only (lower cost).\n\nOpportunity: Post pandemic health focus; 70% seek easier meal solutions.\n\n\nSlide 4: Problem Statement\n\nChallenges Faced by Customers:\n\n- Time constraints from work/life balance.\n\n- Decision fatigue in grocery shopping and cooking.\n\n- Inconsistent nutrition leading to health issues.\n\nOur Insight: 60% of adults report meal planning as a major stressor (survey data).\n\n\nSlide 5: Solution: NutriWeek Service\n\nCore Offering: Digital weekly meal plans (e.g., our sample 7 day plan with breakfast, lunch, dinner, snacks).\n\nFeatures: Customizable for dietary needs (vegan, low carb); shopping lists; recipe videos; app integration.\n\nPricing: $20/month basic; $35 premium with coaching.\n\nDelivery: Email/PDF or app notifications.\n\n\nSlide 6: Sample Meal Plan Overview (Based on Our 7 Day Template)\n\nDay 1 3: Protein focused (chicken, salmon, tofu).\n\nDay 4 6: Variety with beef, shrimp, pork alternatives.\n\nDay 7: Veggie heavy reset.\n\nTotal: ~14,000 cal/week, adaptable.\n\nVisual: Include icons for meals (e.g., plate graphics).\n\nBenefits: Balanced macros, whole foods emphasis.\n\n\nSlide 7: Business Model\n\nRevenue Streams:\n\n- Subscriptions (80%);\n\n- Partnerships with grocery apps (15%);\n\n- Upsells like premium recipes (5%).\n\nOperations: Cloud based platform; small team (5 people initially).\n\nScalability: AI driven personalization for growth.\n\nBreak even: 4,000 subscribers in year 1.\n\n\nSlide 8: Marketing and Sales Strategy\n\nDigital Marketing: Social media ads on Instagram/TikTok targeting wellness influencers ($30K budget).\n\nPartnerships: Collaborate with fitness apps and nutritionists.\n\nLaunch Plan: Beta test with 500 users; full rollout Q3 2026.\n\nSales Funnel: Free trial plan to convert 30% to paid.\n\n\nSlide 9: Financial Projections\n\nYear 1: Revenue $50K, Expenses $120K (net loss $70K).\n\nYear 2: Revenue $250K, Profit $100K.\n\nAssumptions: 20% monthly growth; 10% churn.\n\nFunding Use: 50% tech dev, 30% marketing, 20% operations.\n\nROI: 3x in 3 years.\n\n\nSlide 10: Call to Action\n\nNext Steps: Schedule a meeting to discuss investment details.\n\nContact: Kwati AI Team\n\nQ&A\n\nThank you for your time! Let's make healthy eating accessible.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83">
  <a:themeElements>
    <a:clrScheme name="Theme8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83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8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2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KWati AI</dc:creator>
  <cp:lastModifiedBy>Unknown Creator</cp:lastModifiedBy>
  <dcterms:created xsi:type="dcterms:W3CDTF">2026-04-29T20:32:28Z</dcterms:created>
  <dcterms:modified xsi:type="dcterms:W3CDTF">2026-04-29T20:32:28Z</dcterms:modified>
  <dc:title>Business Proposal: NutriWeek Meal Planning Service</dc:title>
  <dc:description/>
  <dc:subject>business</dc:subject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