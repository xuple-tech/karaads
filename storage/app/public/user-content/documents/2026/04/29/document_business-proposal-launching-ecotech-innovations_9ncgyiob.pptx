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256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: Launching EcoTech Innovation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bjective: Propose the launch of EcoTech Innovations, a startup focused on developing eco-friendly smart devices for urban sustainabil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Highlights: Projected revenue of $5M in Year 1, scalable model with low initial investment of $500K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Seeking $300K investment for product development and market entry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To revolutionize urban living with sustainable tech solutions that reduce carbon footpri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ision: Become a leader in green technology by 203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rs: Experienced team with backgrounds in engineering, business, and environmental scienc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gal Structure: LLC registered in [Your State/Country]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dustry Trends: Global smart home market valued at $150B in 2025, growing at 25% CAGR; sustainability segment up 40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Market: Urban millennials and Gen Z in North America and Europe (population: 1.2B potential user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s: Nest (Google), Philips Hue – Opportunity in affordable, eco-focused alternativ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WO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engths: Innovative, low-cost produc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aknesses: New entrant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Rising eco-regul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reats: Supply chain volatility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duct/Service Descrip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Offering: Smart sensors for energy monitoring, water conservation, and waste reduction in homes/offic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eatur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-powered analytics for 20% energy saving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tegration with existing smart ecosystems (Alexa, Google Home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de from recycled material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velopment Stage: Prototype ready; beta testing in Q2 2026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cing: Subscription model at $10/month per devic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Marketing and Sales Strateg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o-to-Market Plan: Digital marketing via social media and partnerships with eco-influence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nnels: E-commerce platform, B2B sales to real estate fir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les Forecas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: 50K units sol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: 200K uni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dget: $100K allocated for initial campaign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Operations Pla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Structure: 10 initial hires (engineers, sales, admin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y Chain: Sourced from ethical suppliers in Asia and local manufacture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imeline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2026: Product launch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2026: Scale production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 Management: Diversified suppliers to mitigate disruptions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ncial Projec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rtup Costs: $500K (R&D: $200K, Marketing: $100K, Operations: $200K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Model: Hardware sales + subscrip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 Forma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 Revenue: $5M | Expenses: $4M | Profit: $1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 Revenue: $15M | Expenses: $10M | Profit: $5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-even: Month 8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Request: $300K for 20% equity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and Invest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 of Fund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50% Product Develop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Market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% Oper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it Strategy: Acquisition by major tech firm in 5 yea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or Benefits: High ROI potential in booming green tech sector.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Conclus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coTech Innovations is poised to capture a significant share of the sustainable tech marke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 with us to drive innovation and profitabil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Steps: Schedule a meeting to discuss terms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1">
  <a:themeElements>
    <a:clrScheme name="Theme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2026-04-29T20:58:11Z</dcterms:created>
  <dcterms:modified xsi:type="dcterms:W3CDTF">2026-04-29T20:58:11Z</dcterms:modified>
  <dc:title>Business Proposal: Launching EcoTech Innovations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