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presProps" Target="presProps.xml"/>
  <Relationship Id="rId23" Type="http://schemas.openxmlformats.org/officeDocument/2006/relationships/viewProps" Target="viewProps.xml"/>
  <Relationship Id="rId2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213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Kwati AI Consulting Services: Empowering SMEs with Intelligent Solution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Consulting Services: Empowering SMEs with Intelligent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April 2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title: Revolutionizing Business Efficiency Through AI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view: Kwati AI Consulting provides tailored AI solutions to SMEs, focusing on automation, data analytics, and customer personaliz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Objectiv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duce operational costs by 30% within the first yea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crease revenue through AI-optimized marketing and sal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: 50+ SME clients in the first 12 month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alue Proposition: Affordable, scalable AI tools built on cutting-edge technology, delivered by the innovative Kwati AI team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Partner with us to transform your business toda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Problem Stat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Challenges for SM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High operational inefficiencies due to manual processes (e.g., inventory management, customer support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imited access to advanced analytics for decision-mak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ing competition from larger firms using AI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ac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nnual losses: Up to $100K per SME in lost productivity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tistics: 70% of SMEs report data overload without actionable insights (Source: General industry trend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y: AI adoption can bridge this gap, but SMEs need expert guidance to implement without disruption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Our Solu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's Approach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AI consulting: From assessment to deploy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Servic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Automation Tools (e.g., chatbots, predictive analytic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-Driven Insights (e.g., customer behavior modeling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ining and Integration Support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chnology Stack: Powered by proprietary Kwati AI models for secure, efficient solu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enefits: Quick ROI with minimal upfront investment; scalable to business growth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Market: SMEs in retail, healthcare, and e-commerce sectors (global market size: $500B by 2026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Landscape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s: General consultancies like Accenture; niche AI fir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Differentiator: Affordable pricing (starting at $5K/project) and focus on user-friendly implement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owth Projections: AI consulting market expected to grow 25% annually; Kwati AI aims for 15% market share in SME segment within 3 years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Business Model and Pric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Stream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-Based Consulting: $5K–$50K per engage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scription AI Tools: $500–$2K/mont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 Support: Add-on retainers at $1K/mont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cing Tier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asic: Assessment and basic automation ($5K)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ndard: Full implementation ($20K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mium: End-to-end with custom development ($50K+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rojections (Year 1)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1.2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s: $800K (team, tech, marketing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: $400K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7: Marketing and Sales Strateg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-to-Market Plan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Marketing: SEO, LinkedIn campaigns, webinars on AI for SM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ships: Collaborate with business incubators and chambers of commerc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 Funnel: Free AI audits to convert leads (target: 20% conversion rate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lestones: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: Launch website and pilot with 5 cli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–Q4: Scale to 45 clients via referrals and events.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8: Team and Expertis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Team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rs: Experienced AI engineers from top tech background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Roles: AI Specialists (5), Consultants (3), Project Managers (2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redentials: Built on proven AI innovations; track record of 100+ successful deploym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hy Us?: Passionate about empowering businesses; commitment to ethical AI practices.]]>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Financial Requirements and Fund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Ask: $500K seed investment for initial launc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 of Fund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40% Technology Develop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Marketing and Sal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% Team Expans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% Operations.]]>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for Investors: 3x return within 3 years through equity stake.]]>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0: Risks and Mitiga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otential Risk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option Barriers: Addressed via hands-on training and pilot progra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 Privacy Concerns: Compliant with GDPR and industry standard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Volatility: Diversified services to buffer economic shif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ingency: Agile methodology for quick pivots.]]>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1: Conclusion and 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mmary: Kwati AI Consulting is poised to lead AI transformation for SMEs, delivering measurable growth and efficienc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discovery call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iew detailed financia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ign partnership agree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info@kwatai.com | +1-XXX-XXX-XXXX]]>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considering this opportunity! 🚀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3">
  <a:themeElements>
    <a:clrScheme name="Theme5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2026-04-29T20:51:06Z</dcterms:created>
  <dcterms:modified xsi:type="dcterms:W3CDTF">2026-04-29T20:51:06Z</dcterms:modified>
  <dc:title>Kwati AI Consulting Services: Empowering SMEs with Intelligent Solutions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