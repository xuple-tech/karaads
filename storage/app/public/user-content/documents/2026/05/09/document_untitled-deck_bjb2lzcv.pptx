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536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UNTITLED DECK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UNTITLED DECK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ation Slid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ation slide content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OPENING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Busines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Business presentation focuses on Untitled deck. It combines strategy, clear storytelling, and strong visual hierarchy to guide the audience from context to action.
Clarify the..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 the proposed solution with confidence
Show measurable outcomes, traction, or next step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i\Nread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I\nready
Finish with the decision or next mov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New slide
This Business presentation focuses on Untitled deck. It combines strategy, clear storytelling, and strong visual hierarchy to guide the audience from context to act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larify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larify the...
Present the proposed solution with confidence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Measurabl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measurable outcomes, traction, or next steps
AI\nready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Idea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idea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6">
  <a:themeElements>
    <a:clrScheme name="Theme1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2026-05-09T12:18:12Z</dcterms:created>
  <dcterms:modified xsi:type="dcterms:W3CDTF">2026-05-09T12:18:12Z</dcterms:modified>
  <dc:title>Untitled deck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