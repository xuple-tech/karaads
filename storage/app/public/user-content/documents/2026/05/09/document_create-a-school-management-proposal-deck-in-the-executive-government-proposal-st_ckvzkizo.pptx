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126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reate a school management proposal deck in the Executive Government Proposal s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Overview: This proposal outlines a comprehensive school management solution tailored for government educational institutions, focusing on operational efficiency, student outcomes, and regulatory complianc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Objectives: Enhance administrative processes, integrate technology for better resource allocation, and ensure scalable growth to support 10,000+ students across distric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cted Impact: Projected 25% improvement in operational costs and 15% rise in student performance metrics within the first yea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approach leverages proven consulting methodologies to deliver measurable results, aligning with executive government priorities for education reform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232B3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C8A96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4A55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urrent Challenges in School Manag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ministrative Inefficiencies: Manual processes lead to delays in enrollment, staffing, and budgeting, resulting in up to 30% time loss for administrato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source Allocation Issues: Uneven distribution of funds and personnel across schools, exacerbated by outdated tracking syste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liance and Reporting Gaps: Difficulty meeting federal education standards due to fragmented data manage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challenges hinder overall school performance and student success. Our analysis of similar government programs reveals that 70% of inefficiencies stem from legacy systems, underscoring the need for a modernized framework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D4B48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F293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7F5F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6B728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F172A">
                    <a:alpha val="100000"/>
                  </a:srgbClr>
                </a:solidFill>
                <a:latin typeface="Calibri"/>
              </a:rPr>
              <a:t><![CDATA[Proposed Solution: Integrated Management Platform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Components: A cloud-based platform for student tracking, financial oversight, and staff scheduling, customizable to government protoco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chnology Integration: AI-driven analytics for predictive enrollment and real-time dashboards for executive oversigh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Phasing: Rollout in three stages—pilot in select schools, full district integration, and ongoing optimiz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olution draws from successful deployments in public sector education, ensuring seamless adoption with minimal disruption to daily operation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E3A6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114550" y="0"/>
            <a:ext cx="685800" cy="5143500"/>
          </a:xfrm>
          <a:prstGeom prst="rect">
            <a:avLst/>
          </a:prstGeom>
          <a:solidFill>
            <a:srgbClr val="1454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2647950" y="0"/>
            <a:ext cx="152400" cy="51435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162300" y="1143000"/>
            <a:ext cx="5429250" cy="30861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162300" y="1143000"/>
            <a:ext cx="5429250" cy="38100"/>
          </a:xfrm>
          <a:prstGeom prst="rect">
            <a:avLst/>
          </a:prstGeom>
          <a:solidFill>
            <a:srgbClr val="3C7FB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enefits and Projected Outcome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st Savings: Automate routine tasks to reduce administrative overhead by 20-30%, freeing budgets for classroom enhancem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roved Student Engagement: Data-informed interventions to boost attendance and academic performance by 15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hanced Compliance: Automated reporting tools to meet all regulatory requirements with 100% accurac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ualizing the impac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ar Chart: Projected Cost Savings Over 3 Yea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: 20%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23E6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410200" y="0"/>
            <a:ext cx="2019300" cy="838200"/>
          </a:xfrm>
          <a:prstGeom prst="rect">
            <a:avLst/>
          </a:prstGeom>
          <a:solidFill>
            <a:srgbClr val="1A5C9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143750" y="0"/>
            <a:ext cx="209550" cy="8382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85800" y="1295400"/>
            <a:ext cx="7772400" cy="2933700"/>
          </a:xfrm>
          <a:prstGeom prst="rect">
            <a:avLst/>
          </a:prstGeom>
          <a:solidFill>
            <a:srgbClr val="F6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85800" y="1295400"/>
            <a:ext cx="7772400" cy="38100"/>
          </a:xfrm>
          <a:prstGeom prst="rect">
            <a:avLst/>
          </a:prstGeom>
          <a:solidFill>
            <a:srgbClr val="5D92B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: 3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3: 5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outcomes position your district as a leader in efficient, high-performing public education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438900" y="0"/>
            <a:ext cx="2705100" cy="5143500"/>
          </a:xfrm>
          <a:prstGeom prst="rect">
            <a:avLst/>
          </a:prstGeom>
          <a:solidFill>
            <a:srgbClr val="163F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0" y="0"/>
            <a:ext cx="419100" cy="5143500"/>
          </a:xfrm>
          <a:prstGeom prst="rect">
            <a:avLst/>
          </a:prstGeom>
          <a:solidFill>
            <a:srgbClr val="245E8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981700" y="0"/>
            <a:ext cx="133350" cy="51435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238250"/>
            <a:ext cx="4762500" cy="29908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238250"/>
            <a:ext cx="4762500" cy="38100"/>
          </a:xfrm>
          <a:prstGeom prst="rect">
            <a:avLst/>
          </a:prstGeom>
          <a:solidFill>
            <a:srgbClr val="789FB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C2B47">
                    <a:alpha val="100000"/>
                  </a:srgbClr>
                </a:solidFill>
                <a:latin typeface="Calibri"/>
              </a:rPr>
              <a:t><![CDATA[Implementation Roadmap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 (Months 1-3): Needs assessment, platform customization, and pilot testing in 5 schoo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 (Months 4-9): District-wide rollout, staff training for 500+ educators, and integration with existing syste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 (Months 10-12): Performance evaluation, refinements, and handover to internal tea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orted by dedicated consulting support, this roadmap ensures on-time delivery with built-in milestones for executive review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ED6A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22409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AF2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233A63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A31">
                    <a:alpha val="100000"/>
                  </a:srgbClr>
                </a:solidFill>
                <a:latin typeface="Calibri"/>
              </a:rPr>
              <a:t><![CDATA[Case Studies and Success Metric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e Study 1: Urban District Overhaul: Implemented similar platform for a mid-sized city, resulting in 18% enrollment increase and streamlined budget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e Study 2: Rural Network Integration: Connected 20 schools, achieving 95% compliance rate and 22% reduction in administrative erro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ven ROI: Average 3:1 return on investment within 18 months across government cli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real-world examples demonstrate our track record in delivering transformative results for public education entitie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4A556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232B3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C8A96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ext Steps and Partnership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mediate Actions: Schedule a discovery call to align on district-specific needs and initiate a free feasibility assess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mitment Timeline: Proposal approval within 30 days leads to project kickoff in Q2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Reach out to [Your Contact Name] at [Email/Phone] for questions or to procee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 look forward to partnering with your executive team to elevate school management standards and drive educational excellenc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9">
  <a:themeElements>
    <a:clrScheme name="Theme7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2026-05-09T19:29:51Z</dcterms:created>
  <dcterms:modified xsi:type="dcterms:W3CDTF">2026-05-09T19:29:51Z</dcterms:modified>
  <dc:title>Create a school management proposal deck in the Executive Government Proposal st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