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presProps" Target="presProps.xml"/>
  <Relationship Id="rId12" Type="http://schemas.openxmlformats.org/officeDocument/2006/relationships/viewProps" Target="viewProps.xml"/>
  <Relationship Id="rId13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Slide 5:  - Quarterly Revenue Growth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Pt>
            <c:idx val="3"/>
            <c:spPr>
              <a:solidFill>
                <a:srgbClr val="EF4444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14B8A6">
                <a:alpha val="100000"/>
              </a:srgbClr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16</c:v>
                </c:pt>
              </c:numCache>
            </c:numRef>
          </c:val>
        </c:ser>
        <c:gapWidth val="8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118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deck with a bar chart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Deck with a Bar Char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usiness Growth Strategy Over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 Kwati AI Te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y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fident path to sustainable expansion 🚀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2: Executive Summar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objective: Drive 25% revenue growth in FY 2026 through targeted market expansion and operational efficienc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re pillars: Innovation in product offerings, strengthened customer partnerships, and data-driven decision-making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cted outcomes: Enhanced market share and improved profitability margin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deck outlines our strategic roadmap, supported by actionable insights and performance metrics to guide our next steps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3: Market Opportunit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lobal market size projected at $500B by 2027, with 15% CAGR in our sector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Untapped segments: Emerging markets in Asia and Latin America represent 40% growth potential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ive edge: Our unique value proposition positions us ahead of rivals like Competitor A and B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y capitalizing on these trends, we can secure a dominant position and diversify revenue streams effectively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Revenue Projection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1 2026: $10M (up 20% YoY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2 2026: $12M (projected 25% growth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3 2026: $14M (fueled by new launches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4 2026: $16M (seasonal peak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projections are based on conservative estimates, factoring in economic variables and historical data for reliable forecasting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962525"/>
          <a:chOff x="0" y="0"/>
          <a:chExt cx="9144000" cy="4962525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Bar Chart - Quarterly Revenue Growth]]></a:t>
            </a:r>
          </a:p>
        </p:txBody>
      </p:sp>
      <p:sp>
        <p:nvSpPr>
          <p:cNvPr id="8" name="" descr=""/>
          <p:cNvSpPr/>
          <p:nvPr/>
        </p:nvSpPr>
        <p:spPr>
          <a:xfrm>
            <a:off x="914400" y="1314450"/>
            <a:ext cx="7315200" cy="3143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914400" y="1314450"/>
            <a:ext cx="7315200" cy="952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0" name="Slide 5: Bar Chart - Quarterly Revenue Growth" descr=""/>
          <p:cNvGraphicFramePr/>
          <p:nvPr/>
        </p:nvGraphicFramePr>
        <p:xfrm>
          <a:off x="1143000" y="1524000"/>
          <a:ext cx="6858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"/>
          <p:cNvSpPr txBox="1"/>
          <p:nvPr/>
        </p:nvSpPr>
        <p:spPr>
          <a:xfrm>
            <a:off x="114300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Comparison by category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6: Strategic Initiative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itiative 1: Product innovation – Launch two new features by Q3 to boost user engagement by 30%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itiative 2: Sales optimization – Expand team by 15% and implement CRM upgrades for better lead convers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itiative 3: Cost management – Reduce operational expenses by 10% through supply chain efficiencie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initiatives align with our growth goals, ensuring balanced progress across revenue, operations, and innovation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7: Next Steps and Q&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imeline: Implement Phase 1 by end of Q2 2026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etrics for success: Track KPIs quarterly with board review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ll to action: Approve budget allocation of $5M to kickstart initiative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're ready to discuss details and address any questions to move forward confidently. Thank you!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">
  <a:themeElements>
    <a:clrScheme name="Theme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8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2026-05-09T11:08:32Z</dcterms:created>
  <dcterms:modified xsi:type="dcterms:W3CDTF">2026-05-09T11:08:32Z</dcterms:modified>
  <dc:title>Business deck with a bar chart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