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200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FOUNDER SIGN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tartup Pitch Deck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MAKE THIS SLIDE A PIE CHART ABOUT REVENUE DISTRIBU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Make Thi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Make this slide a pie chart about revenue distribution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tartup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tartup Pitch Deck presentation focuses on Make this slide a pie chart about revenue distribution. It combines strategy, clear storytelling, and strong visual hierarchy to gui..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 problem and why it matters • Present the proposed solution with confidence • Show measurable outcomes, traction, or next step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DUCT AND TRAC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urn Your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urn your screenshots and metrics into proof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THE AS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and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and the raise with momentum, confidence, and precis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0">
  <a:themeElements>
    <a:clrScheme name="Theme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2026-05-09T19:42:12Z</dcterms:created>
  <dcterms:modified xsi:type="dcterms:W3CDTF">2026-05-09T19:42:12Z</dcterms:modified>
  <dc:title>Founder Signal</dc:title>
  <dc:description/>
  <dc:subject>startup_pitch_deck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