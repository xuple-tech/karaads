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6: Competitive Landscape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Sheet1!$A$2:$A$5</c:f>
              <c:strCache>
                <c:ptCount val="4"/>
                <c:pt idx="0">
                  <c:v>Innovatech AI</c:v>
                </c:pt>
                <c:pt idx="1">
                  <c:v>Competitor A (Legacy Systems)</c:v>
                </c:pt>
                <c:pt idx="2">
                  <c:v>Competitor B (Cloud AI)</c:v>
                </c:pt>
                <c:pt idx="3">
                  <c:v>Emerging Players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40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Breakdown (Year 1)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Subscriptions</c:v>
                </c:pt>
                <c:pt idx="1">
                  <c:v>Enterprise Licensing</c:v>
                </c:pt>
                <c:pt idx="2">
                  <c:v>Add-On Services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035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eate a product launch deck with a modern tech-grid desig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duct Launch Deck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Launch: Innovatech AI Platfor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dern Tech-Grid Design: Sleek visuals with grid overlays for a cutting-edge feel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Agend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 of today's pres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introduction and key featur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opportunity and competitive landscap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 strategy and timelin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 and next step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9284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outlines the structure to guide the audience through the launch narrative efficientl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Introducing Innovatech AI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olutionary AI platform for enterprise autom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ilt by KwatiAi to streamline workflows and boost productiv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mission: Empower businesses with intelligent, scalable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novatech AI transforms complex operations into seamless experiences, leveraging advanced machine learning for real-time decision-making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Key Featur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-Driven Analytics: Real-time data insights with predictive model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amless Integration: Compatible with major cloud services like AWS and Azu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izable Dashboards: User-friendly interface with drag-and-drop custom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curity-First Design: End-to-end encryption and compliance with GDPR/ISO standar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features address pain points in automation, delivering measurable ROI from day on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Market Opportunit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AI market projected to reach $500B by 2028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segments: Tech firms, finance, and healthcare (80% untapped potential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edge: 30% faster deployment than competi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 rising demand for AI tools positions Innovatech for rapid adoption and market leadership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1F5F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30712">
                    <a:alpha val="100000"/>
                  </a:srgbClr>
                </a:solidFill>
                <a:latin typeface="Calibri"/>
              </a:rPr>
              <a:t><![CDATA[Slide 6: Competitive Landscape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6: Competitive Landscape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Slide 7: Launch Strategy and Timelin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 (Q3 2026): Beta release to select partners; gather feedbac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 (Q4 2026): Full public launch with marketing campaig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ing Tactics: Digital ads, webinars, and partnerships with tech influenc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ccess Metrics: 10K users in first quarter, 20% conversion rat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 phased rollout ensures smooth execution, minimizing risks while maximizing early win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B2C4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23E6B">
                    <a:alpha val="100000"/>
                  </a:srgbClr>
                </a:solidFill>
                <a:latin typeface="Calibri"/>
              </a:rPr>
              <a:t><![CDATA[Slide 8: Financial Projection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Revenue Breakdown (Year 1)]]></a:t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Pie Chart: Revenue Breakdown (Year 1)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A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20617">
                    <a:alpha val="100000"/>
                  </a:srgbClr>
                </a:solidFill>
                <a:latin typeface="Calibri"/>
              </a:rPr>
              <a:t><![CDATA[Slide 9: Call to Ac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Join the beta program today for exclusive acce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launch@kwatia.com or visit kwatia.com/innovate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innovate together! 🚀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time—questions?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1">
  <a:themeElements>
    <a:clrScheme name="Theme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2026-05-09T19:14:44Z</dcterms:created>
  <dcterms:modified xsi:type="dcterms:W3CDTF">2026-05-09T19:14:44Z</dcterms:modified>
  <dc:title>reate a product launch deck with a modern tech-grid design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