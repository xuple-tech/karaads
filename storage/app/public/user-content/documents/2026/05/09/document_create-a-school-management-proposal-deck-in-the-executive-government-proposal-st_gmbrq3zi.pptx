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7222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REATE A SCHOOL MANAGEMENT PROPOSAL DECK IN THE EXECUTIVE GOVERNMENT PROPOSAL S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EXECUTIVE SUMMAR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posal Overview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oposal Overview: This proposal outlines a comprehensive school management solution tailored for government educational institutions, focusing on operational efficiency, student o..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Key Objectives: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Key Objectives: Enhance administrative processes, integrate technology for better resource allocation, and ensure scalable growth to support 10,000+ students across districts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Expected Impact: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Expected Impact: Projected 25% improvement in operational costs and 15% rise in student performance metrics within the first year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ur Approac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ur approach leverages proven consulting methodologies to deliver measurable results, aligning with executive government priorities for education reform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URRENT CHALLENGES IN SCHOOL MANAGEMENT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ministrative In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ministrative Inefficiencies: Manual processes lead to delays in enrollment, staffing, and budgeting, resulting in up to 30% time loss for administrators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Resource Allocatio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Resource Allocation Issues: Uneven distribution of funds and personnel across schools, exacerbated by outdated tracking systems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ompliance And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ompliance and Reporting Gaps: Difficulty meeting federal education standards due to fragmented data management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ese Challenges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ese challenges hinder overall school performance and student success. Our analysis of similar government programs reveals that 70% of inefficiencies stem from legacy systems, und..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PROPOSED SOLUTION: INTEGRATED MANAGEMENT PLATFORM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ore Components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ore Components: A cloud-based platform for student tracking, financial oversight, and staff scheduling, customizable to government protocols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echnology Integra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echnology Integration: AI-driven analytics for predictive enrollment and real-time dashboards for executive oversight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mplementation Pha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mplementation Phasing: Rollout in three stages—pilot in select schools, full district integration, and ongoing optimization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is Solution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is solution draws from successful deployments in public sector education, ensuring seamless adoption with minimal disruption to daily operations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BENEFITS AND PROJECTED OUTCOME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ost Savings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ost Savings: Automate routine tasks to reduce administrative overhead by 20-30%, freeing budgets for classroom enhancements.
Improved Student Engagement: Data-informed interventio..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Enhanced Complianc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Enhanced Compliance: Automated reporting tools to meet all regulatory requirements with 100% accuracy.
Visualizing the impact: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Bar Chart: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Bar Chart: Projected Cost Savings Over 3 Years
Year 1: 20%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Year 2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Year 2: 35%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Year 3: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Year 3: 50%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ese Outcome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ese outcomes position your district as a leader in efficient, high-performing public education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IMPLEMENTATION ROADMAP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hase 1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hase 1 (Months 1-3): Needs assessment, platform customization, and pilot testing in 5 schools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hase 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hase 2 (Months 4-9): District-wide rollout, staff training for 500+ educators, and integration with existing systems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hase 3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hase 3 (Months 10-12): Performance evaluation, refinements, and handover to internal team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upported By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upported by dedicated consulting support, this roadmap ensures on-time delivery with built-in milestones for executive review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ASE STUDIES AND SUCCESS METRIC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ase Stud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ase Study 1: Urban District Overhaul: Implemented similar platform for a mid-sized city, resulting in 18% enrollment increase and streamlined budgeting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ase Study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ase Study 2: Rural Network Integration: Connected 20 schools, achieving 95% compliance rate and 22% reduction in administrative errors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ven Roi: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oven ROI: Average 3:1 return on investment within 18 months across government client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ese Real-World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ese real-world examples demonstrate our track record in delivering transformative results for public education entities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NEXT STEPS AND PARTNERSHIP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mmediate Actions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mmediate Actions: Schedule a discovery call to align on district-specific needs and initiate a free feasibility assessment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ommitment Timelin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ommitment Timeline: Proposal approval within 30 days leads to project kickoff in Q2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ontact: Reach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ontact: Reach out to [Your Contact Name] at [Email/Phone] for questions or to proceed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We Look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We look forward to partnering with your executive team to elevate school management standards and drive educational excellenc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3">
  <a:themeElements>
    <a:clrScheme name="Theme1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2026-05-09T19:45:54Z</dcterms:created>
  <dcterms:modified xsi:type="dcterms:W3CDTF">2026-05-09T19:45:54Z</dcterms:modified>
  <dc:title>Create a school management proposal deck in the Executive Government Proposal st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