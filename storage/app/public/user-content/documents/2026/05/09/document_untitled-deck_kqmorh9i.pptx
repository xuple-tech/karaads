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488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Business
�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☾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☾
✹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☾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☾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?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�
Key ide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☾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☾
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✹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✹
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☁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2026-05-09T12:10:14Z</dcterms:created>
  <dcterms:modified xsi:type="dcterms:W3CDTF">2026-05-09T12:10:14Z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