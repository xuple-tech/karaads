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143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UNTITLED DECK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OPENING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Business Presentat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Business presentation workspace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1">
  <a:themeElements>
    <a:clrScheme name="Theme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2026-05-09T19:32:40Z</dcterms:created>
  <dcterms:modified xsi:type="dcterms:W3CDTF">2026-05-09T19:32:40Z</dcterms:modified>
  <dc:title>Untitled deck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