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Sales Performance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125</c:v>
                </c:pt>
                <c:pt idx="1">
                  <c:v>150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18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Deck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Driving Growth Through Data Ins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deck explores key business strategies, market analysis, and performance metrics to guide informed decision-making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 20% revenue growth in FY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market share by 15% in core seg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mize operational efficiency for cost saving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Highlight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Q1 performance with 12% YoY increas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partnerships secured for expan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summary, this presentation outlines actionable steps to capitalize on opportunities and mitigate risks in a competitive landscap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 Tren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 valued at $500B, growing at 8% CAG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ing demand for digital solutions post-2025 recove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competitors: 3 major players holding 60% sh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merging markets in Asia-Pacific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ift toward sustainable practi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analysis reveals untapped potential in underserved regions, positioning the company for accelerated growth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Breakdow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Sales: $2.5M (45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ices: $1.8M (32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$1.2M (23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 Margi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ss Margin: 35% (up from 28% last year)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: 12% of total revenu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health remains robust, with steady improvements driven by cost controls and pricing strategie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Bar Chart - Quarterly Sales Performance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5: Bar Chart - Quarterly Sales Performance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Growth Strategi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 $500K in R&D for product innov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 targeted marketing campaigns in Q2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ild strategic alliances with 5 key partn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Outcom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5% increase in customer acquisition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hanced brand visibility across digital channe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strategies are designed to foster sustainable growth while aligning with long-term business goals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7: Next Steps and Q&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Ite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and approve budget by end of mon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team alignment meeting next wee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itor KPIs weekly for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r questions: kwatia@company.com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We're open to discussing how these insights can shape our path forward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0">
  <a:themeElements>
    <a:clrScheme name="Theme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2026-05-09T11:08:35Z</dcterms:created>
  <dcterms:modified xsi:type="dcterms:W3CDTF">2026-05-09T11:08:35Z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