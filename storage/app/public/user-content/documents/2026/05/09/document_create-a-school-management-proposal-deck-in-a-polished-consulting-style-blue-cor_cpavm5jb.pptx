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51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REATE A SCHOOL MANAGEMENT PROPOSAL DECK IN A POLISHED CONSULTING-STYLE BLUE C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CHOOL MANAGEMENT PROPOSAL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Proposal for Comprehensive School Management Solution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 Kwati Consulting
Date: May 09,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ailored Fo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ailored for [Client School Name] to Enhance Operational Efficiency and Student Outcome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troducing A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troducing a strategic partnership to transform school operations through data-driven management, streamlined administration, and innovative educational tool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Benefit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Benefits: 20-30% reduction in administrative costs, improved student engagement, and compliance with modern educational standard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Approach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Approach: Customized implementation roadmap with proven consulting methodologies, ensuring seamless integration and measurable ROI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xt Steps: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xt Steps: Schedule a discovery workshop to align on prioritie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CURRENT CHALLENGES IN SCHOOL MANAGEMEN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ragmented Admini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ragmented administrative processes leading to inefficiencies and errors in enrollment, scheduling, and resource alloca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imited Data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imited data analytics for tracking student performance, resulting in reactive rather than proactive decision-making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mpliance An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mpliance and reporting burdens under evolving regulations, straining staff resource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portunities For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portunities for digital transformation to foster a more agile, student-centered environment amid post-pandemic recover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OUR PROPOSED SOLU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tegrated School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tegrated School Management System (SMS): Cloud-based platform for seamless handling of admissions, attendance, grading, and parent communication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vanced Analytic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vanced Analytics Dashboard: Real-time insights into enrollment trends, academic performance, and operational metric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essional Devel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essional Development Modules: Tailored training for staff on leadership, pedagogy, and technology integration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d Rollout: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d Rollout: Starting with pilot programs to minimize disruption and scale based on feedback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IMPLEMENTATION ROADMAP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1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1 (Months 1-3): Needs assessment, system customization, and staff onboarding workshop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2 (Months 4-6): Full deployment of core modules, including testing and initial data migr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3 (Months 7+): Optimization, ongoing support, and performance evaluations with quarterly review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Milestones: Achiev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Milestones: Achieve 90% user adoption within six months, supported by dedicated consulting team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PROJECTED BENEFITS AND ROI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st Saving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st Savings: Automate routine tasks to free up 15-20 hours per admin staff weekl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tudent Impact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tudent Impact: Personalized learning paths leading to 10-15% improvement in retention and satisfaction score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calability: Modul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calability: Modular design allows for future expansions like AI-driven tutoring integration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oi Projection: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OI Projection: Break-even within 12-18 months, with long-term gains in efficiency and funding eligibility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PROJECTED ENROLLMENT GROWTH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Bar Chart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Bar Chart: Enrollment Trends Post-Implementation
Current Year: 1,200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Year 1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Year 1 Projection: 1,350
Year 2 Projection: 1,500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Year 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Year 3 Projection: 1,650
Key Insight: Data-driven marketing and retention strategies drive 10-15% annual growth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8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8: Next Steps and Call to Action
Review and Customize: Collaborate on tailoring this proposal to your school's unique need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imeline: Beg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imeline: Begin implementation within 30 days of agreement.
Contact: Reach out to [Your Name] at [Email/Phone] for questions or to schedule a demo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ank You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ank You: Partnering for a brighter educational futur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2026-05-09T19:00:41Z</dcterms:created>
  <dcterms:modified xsi:type="dcterms:W3CDTF">2026-05-09T19:00:41Z</dcterms:modified>
  <dc:title>Create a school management proposal deck in a polished consulting-style blue cor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