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Continued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30</c:v>
                </c:pt>
                <c:pt idx="2">
                  <c:v>35</c:v>
                </c:pt>
                <c:pt idx="3">
                  <c:v>45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14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Deck Pres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loring Growth Strategies and Key Metr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business deck, designed to outline strategic opportunities and performance insights for sustainable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stablished leader in innovative business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focus: Technology-driven services for mid-market enterpri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presence with 500+ employees across 5 contin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Empowering businesses to thrive in a digital econom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has a proven track record of delivering value through cutting-edge tools and customer-centric approaches, positioning us for continued expansion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market size: $500 billion, projected to reach $750 billion by 203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Digital transformation, AI integration, and sustainability dema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30% market share held by top 5 play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markets in Asia-Pacific with 15% YoY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nalysis highlights untapped potential, emphasizing the need for agile strategies to capture market share amid evolving dynamic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: 25% YoY, reaching $120 million in FY2025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 margins: Improved to 18% from 12% last yea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expenses: R&D at 15% of revenue, marketing at 1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30 million, supporting expansion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financial health underscores our operational efficiency and readiness for investment in high-impact area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Continued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y 1: Expand product portfolio with AI-enhanced too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y 2: Strengthen partnerships for market penetr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y 3: Invest in talent acquisition and training progra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outcomes: 20% revenue uplift in the next fiscal yea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strategies are tailored to leverage our strengths, mitigate risks, and drive long-term value creation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7: Conclusion and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Robust performance and clear growth path ahea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for Q2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: Open for discussion on implementation detai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Let's collaborate to turn these insights into actionable success. Contact: team@kwatia.co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{"apiversion":"1.0","ismembermessage":false,"messageid":"msg01J2kL5mN7p8qR9sT0uV","sender":{"id":"Kwati AI","name":"Kwati AI","type":"chatbot"},"systemrequired":false,"text":""}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presentation?", "Would you like to add more slides or adjust the data?", "Could I get a PDF version of this content?"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2026-05-09T11:24:29Z</dcterms:created>
  <dcterms:modified xsi:type="dcterms:W3CDTF">2026-05-09T11:24:29Z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