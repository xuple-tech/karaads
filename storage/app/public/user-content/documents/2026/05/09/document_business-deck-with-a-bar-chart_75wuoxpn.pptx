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presProps" Target="presProps.xml"/>
  <Relationship Id="rId14" Type="http://schemas.openxmlformats.org/officeDocument/2006/relationships/viewProps" Target="viewProps.xml"/>
  <Relationship Id="rId15" Type="http://schemas.openxmlformats.org/officeDocument/2006/relationships/tableStyles" Target="tableStyles.xml"/>
</Relationships>
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ml.xlsx"/>
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 algn="l" fontAlgn="base" marL="0" marR="0" indent="0" lvl="0">
              <a:defRPr/>
            </a:pPr>
            <a:r>
              <a:rPr lang="en-US" dirty="0" b="true" i="false" strike="noStrike" sz="160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Slide 5: Sales Performance</a:t>
            </a:r>
            <a:endParaRPr lang="en-US" dirty="0"/>
          </a:p>
        </c:rich>
      </c:tx>
      <c:layout>
        <c:manualLayout>
          <c:xMode val="edge"/>
          <c:yMode val="edge"/>
          <c:x val="0.01"/>
          <c:y val="0.01"/>
        </c:manualLayout>
      </c:layout>
      <c:overlay val="0"/>
    </c:title>
    <c:autoTitleDeleted val="0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14B8A6">
                  <a:alpha val="100000"/>
                </a:srgbClr>
              </a:solidFill>
            </c:spPr>
          </c:dPt>
          <c:dPt>
            <c:idx val="1"/>
            <c:spPr>
              <a:solidFill>
                <a:srgbClr val="2563EB">
                  <a:alpha val="100000"/>
                </a:srgbClr>
              </a:solidFill>
            </c:spPr>
          </c:dPt>
          <c:dPt>
            <c:idx val="2"/>
            <c:spPr>
              <a:solidFill>
                <a:srgbClr val="F59E0B">
                  <a:alpha val="100000"/>
                </a:srgbClr>
              </a:solidFill>
            </c:spPr>
          </c:dPt>
          <c:dPt>
            <c:idx val="3"/>
            <c:spPr>
              <a:solidFill>
                <a:srgbClr val="EF4444">
                  <a:alpha val="100000"/>
                </a:srgbClr>
              </a:solidFill>
            </c:spPr>
          </c:dPt>
          <c:dPt>
            <c:idx val="4"/>
            <c:spPr>
              <a:solidFill>
                <a:srgbClr val="7C3AED">
                  <a:alpha val="100000"/>
                </a:srgbClr>
              </a:solidFill>
            </c:spPr>
          </c:dPt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ctr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14B8A6">
                <a:alpha val="100000"/>
              </a:srgbClr>
            </a:solidFill>
          </c:spPr>
          <c:cat>
            <c:strRef>
              <c:f>Sheet1!$A$2:$A$6</c:f>
              <c:strCache>
                <c:ptCount val="5"/>
                <c:pt idx="0">
                  <c:v>North America</c:v>
                </c:pt>
                <c:pt idx="1">
                  <c:v>Europe</c:v>
                </c:pt>
                <c:pt idx="2">
                  <c:v>Asia-Pacific</c:v>
                </c:pt>
                <c:pt idx="3">
                  <c:v>Latin America</c:v>
                </c:pt>
                <c:pt idx="4">
                  <c:v>Middle East &amp; Africa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250</c:v>
                </c:pt>
                <c:pt idx="1">
                  <c:v>180</c:v>
                </c:pt>
                <c:pt idx="2">
                  <c:v>120</c:v>
                </c:pt>
                <c:pt idx="3">
                  <c:v>80</c:v>
                </c:pt>
                <c:pt idx="4">
                  <c:v>50</c:v>
                </c:pt>
              </c:numCache>
            </c:numRef>
          </c:val>
        </c:ser>
        <c:gapWidth val="8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plotVisOnly val="1"/>
    <c:dispBlanksAs val="zero"/>
  </c:chart>
  <c:spPr>
    <a:noFill/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41420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deck with a bar chart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May 9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Deck with a Bar Chart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D4ED8">
                    <a:alpha val="100000"/>
                  </a:srgbClr>
                </a:solidFill>
                <a:latin typeface="Calibri"/>
              </a:rPr>
              <a:t><![CDATA[Slide 1: Title Slid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pany Overview: Q2 Performance Review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ed by: Kwati AI Tea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e: May 9,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rategic insights for sustainable growth in a competitive market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2: Agend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rket Analysi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Financial Metric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ales Performance (Bar Chart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rowth Strategi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isks and Mitiga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Next Steps and Q&A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is slide outlines the structure of our discussion, ensuring a focused review of business priorities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3: Market Analysi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lobal market size: $500B in 2026, projected 8% YoY growth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trends: Digital transformation and sustainability focus driving demand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petitive landscape: Top 3 players hold 45% share; opportunities in emerging segment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ur analysis highlights untapped potential in eco-friendly solutions, aligning with industry shifts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4: Key Financial Metric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venue: $45M (up 15% from Q1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BITDA Margin: 22%, exceeding target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erating Expenses: Controlled at 35% of revenue through efficiency gain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ese metrics demonstrate strong financial health, positioning us for accelerated expansion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5: Sales Performance Bar Chart]]></a:t>
            </a:r>
          </a:p>
        </p:txBody>
      </p:sp>
      <p:sp>
        <p:nvSpPr>
          <p:cNvPr id="8" name="" descr=""/>
          <p:cNvSpPr/>
          <p:nvPr/>
        </p:nvSpPr>
        <p:spPr>
          <a:xfrm>
            <a:off x="3143250" y="1295400"/>
            <a:ext cx="5143500" cy="32004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 descr=""/>
          <p:cNvSpPr/>
          <p:nvPr/>
        </p:nvSpPr>
        <p:spPr>
          <a:xfrm>
            <a:off x="3143250" y="1295400"/>
            <a:ext cx="5143500" cy="952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graphicFrame>
        <p:nvGraphicFramePr>
          <p:cNvPr id="10" name="Slide 5: Sales Performance Bar Chart" descr=""/>
          <p:cNvGraphicFramePr/>
          <p:nvPr/>
        </p:nvGraphicFramePr>
        <p:xfrm>
          <a:off x="3333750" y="1524000"/>
          <a:ext cx="47625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"/>
          <p:cNvSpPr txBox="1"/>
          <p:nvPr/>
        </p:nvSpPr>
        <p:spPr>
          <a:xfrm>
            <a:off x="3333750" y="4629150"/>
            <a:ext cx="3429000" cy="3333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Comparison by category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D4ED8">
                    <a:alpha val="100000"/>
                  </a:srgbClr>
                </a:solidFill>
                <a:latin typeface="Calibri"/>
              </a:rPr>
              <a:t><![CDATA[Slide 6: Growth Strategi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and product line: Launch two new offerings by Q4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artnerships: Collaborate with 5 key distributors for market penetration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vestment in tech: Allocate $10M to AI-driven analytic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mplementing these strategies will drive 20% revenue growth over the next fiscal year.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7: Risks and Mitigatio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pply chain disruptions: Diversify suppliers to reduce dependency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conomic volatility: Hedge with flexible pricing model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gulatory changes: Engage compliance experts proactively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active risk management ensures resilience and sustained performance.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8: Next Steps and Q&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chedule follow-up: Executive review on June 1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ction items: Finalize partnerships by end of month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tact: Reach out for detailed report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ank you for your attention. Questions?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78">
  <a:themeElements>
    <a:clrScheme name="Theme7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78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7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10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2026-05-09T11:12:27Z</dcterms:created>
  <dcterms:modified xsi:type="dcterms:W3CDTF">2026-05-09T11:12:27Z</dcterms:modified>
  <dc:title>Business deck with a bar chart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