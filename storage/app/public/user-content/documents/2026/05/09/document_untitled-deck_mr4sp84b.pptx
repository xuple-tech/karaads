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presProps" Target="presProps.xml"/>
  <Relationship Id="rId9" Type="http://schemas.openxmlformats.org/officeDocument/2006/relationships/viewProps" Target="viewProps.xml"/>
  <Relationship Id="rId10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7345438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952500" y="1047750"/>
            <a:ext cx="7239000" cy="1047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8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UNTITLED DECK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2095500" y="2076450"/>
            <a:ext cx="4953000" cy="3429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500" spc="0" u="none" cap="none">
                <a:solidFill>
                  <a:srgbClr val="64748B">
                    <a:alpha val="100000"/>
                  </a:srgbClr>
                </a:solidFill>
                <a:latin typeface="Calibri"/>
              </a:rPr>
              <a:t><![CDATA[Business]]></a:t>
            </a:r>
          </a:p>
        </p:txBody>
      </p:sp>
      <p:sp>
        <p:nvSpPr>
          <p:cNvPr id="11" name="" descr=""/>
          <p:cNvSpPr/>
          <p:nvPr/>
        </p:nvSpPr>
        <p:spPr>
          <a:xfrm>
            <a:off x="1238250" y="2714625"/>
            <a:ext cx="1504950" cy="16192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2" name=""/>
          <p:cNvSpPr txBox="1"/>
          <p:nvPr/>
        </p:nvSpPr>
        <p:spPr>
          <a:xfrm>
            <a:off x="17526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14668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ocus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914650" y="2714625"/>
            <a:ext cx="1504950" cy="161925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4290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31432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Narrative]]></a:t>
            </a:r>
          </a:p>
        </p:txBody>
      </p:sp>
      <p:sp>
        <p:nvSpPr>
          <p:cNvPr id="17" name="" descr=""/>
          <p:cNvSpPr/>
          <p:nvPr/>
        </p:nvSpPr>
        <p:spPr>
          <a:xfrm>
            <a:off x="4591050" y="2714625"/>
            <a:ext cx="1504950" cy="161925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8" name=""/>
          <p:cNvSpPr txBox="1"/>
          <p:nvPr/>
        </p:nvSpPr>
        <p:spPr>
          <a:xfrm>
            <a:off x="51054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19" name=""/>
          <p:cNvSpPr txBox="1"/>
          <p:nvPr/>
        </p:nvSpPr>
        <p:spPr>
          <a:xfrm>
            <a:off x="48196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Proof]]></a:t>
            </a:r>
          </a:p>
        </p:txBody>
      </p:sp>
      <p:sp>
        <p:nvSpPr>
          <p:cNvPr id="20" name="" descr=""/>
          <p:cNvSpPr/>
          <p:nvPr/>
        </p:nvSpPr>
        <p:spPr>
          <a:xfrm>
            <a:off x="6267450" y="2714625"/>
            <a:ext cx="1504950" cy="16192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1" name=""/>
          <p:cNvSpPr txBox="1"/>
          <p:nvPr/>
        </p:nvSpPr>
        <p:spPr>
          <a:xfrm>
            <a:off x="67818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2" name=""/>
          <p:cNvSpPr txBox="1"/>
          <p:nvPr/>
        </p:nvSpPr>
        <p:spPr>
          <a:xfrm>
            <a:off x="64960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Action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OPENING SLIDE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This Business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This Business presentation focuses on Untitled deck. It combines strategy, clear storytelling, and strong visual hierarchy to guide the audience from context to action.
Clarify the...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Present The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Present the proposed solution with confidence
Show measurable outcomes, traction, or next steps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Ai\Nready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AI\nready
Finish with the decision or next move.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CONTINUED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New Slide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New slide
This Business presentation focuses on Untitled deck. It combines strategy, clear storytelling, and strong visual hierarchy to guide the audience from context to action.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Clarify The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Clarify the...
Present the proposed solution with confidence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Show Measurable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Show measurable outcomes, traction, or next steps
AI\nready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CONTINUED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Add The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Add the most useful supporting explanation.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Show The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Show the proof point that builds confidence.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NEW SLIDE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Key Idea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Key idea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Add The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Add the most useful supporting explanation.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Show The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Show the proof point that builds confidence.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64">
  <a:themeElements>
    <a:clrScheme name="Theme6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64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64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5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KWati AI</dc:creator>
  <cp:lastModifiedBy>Unknown Creator</cp:lastModifiedBy>
  <dcterms:created xsi:type="dcterms:W3CDTF">2026-05-09T12:19:25Z</dcterms:created>
  <dcterms:modified xsi:type="dcterms:W3CDTF">2026-05-09T12:19:25Z</dcterms:modified>
  <dc:title>Untitled deck</dc:title>
  <dc:description/>
  <dc:subject>business</dc:subject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