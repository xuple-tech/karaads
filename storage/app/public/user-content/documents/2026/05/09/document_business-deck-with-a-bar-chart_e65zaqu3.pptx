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Continued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Pt>
            <c:idx val="4"/>
            <c:spPr>
              <a:solidFill>
                <a:srgbClr val="7C3AED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250</c:v>
                </c:pt>
                <c:pt idx="1">
                  <c:v>180</c:v>
                </c:pt>
                <c:pt idx="2">
                  <c:v>220</c:v>
                </c:pt>
                <c:pt idx="3">
                  <c:v>150</c:v>
                </c:pt>
                <c:pt idx="4">
                  <c:v>90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203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ation Title: Strategic Business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Driving Growth and Performance in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r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business deck, outlining key strategies for sustainable growth and operational excellenc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Compan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stablished leader in innovative business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focus: Technology-driven services for mid-sized enterpris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reach with operations in 15 countr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mitted to sustainability and ethical practic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ompany has a proven track record of delivering value, with a diverse portfolio that adapts to market demand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rrent market size: $500 billion, growing at 8% annuall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rends: Digital transformation and AI integr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 Moderate saturation with opportunities in emerging sec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audience: SMEs seeking scalable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derstanding the market dynamics is crucial for positioning our offerings effectively and capitalizing on growth area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growth: 15% Yo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 margins: Improved to 12% in Q1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etrics: EBITDA at $45 million; ROI on investments at 1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ions: 20% increase by year-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financial health underpins our ability to invest in innovation and expand market shar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962525"/>
          <a:chOff x="0" y="0"/>
          <a:chExt cx="9144000" cy="4962525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Continued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bar chart illustrates our quarterly sales distribution across regions, highlighting North America and Asia-Pacific as top performers. The data underscores the need for targeted expansion in underperforming areas to balance global revenue streams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6: Strategic Initiativ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1: Launch AI-enhanced product suite by Q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2: Expand partnerships in Asia-Pacific reg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3: Invest $10M in sustainable tech R&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outcomes: 25% efficiency gains and new revenue stream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nitiatives are designed to align with market trends and drive long-term competitive advantage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Conclusion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mmary: Robust growth trajectory with clear strategic focu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Approve budget for key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: Open for discus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Reach out to [email protected] for detai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time. Let's collaborate to achieve our shared business goals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9">
  <a:themeElements>
    <a:clrScheme name="Theme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2026-05-09T11:22:39Z</dcterms:created>
  <dcterms:modified xsi:type="dcterms:W3CDTF">2026-05-09T11:22:39Z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