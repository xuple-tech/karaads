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26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Deck with a Bar Char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ation Title: Strategic Business Growth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Q2 Performance Analysis and Projec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r: Kwati AI Business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business deck, outlining key performance metrics and growth strategies for the upcoming quarter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Company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ading innovator in sustainable tech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50+ employees across North America and Europ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revenue: $15M, with 25% YoY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values: Innovation, Sustainability, Excelle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company focuses on delivering eco-friendly technologies that drive efficiency and reduce carbon footprints for global client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3: Market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lobal market size: $500B, growing at 8% CAG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competitors: TechCorp (30% share), EcoInnovate (20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merging markets in Asia-Paci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: Supply chain disrup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slide highlights the competitive landscape, emphasizing our strong positioning for expansion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3.8M (up 15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2.1M, maintaining 45% margi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: $1.7M, with positive cash flo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driver: New product launch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Q2 results reflect effective cost management and revenue diversification strategies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5: Bar Chart - Quarterly Revenue Comparis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: 3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: 3.8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Projection: 4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Projection: 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bar chart visualizes revenue trends, showing consistent upward trajectory and projected growth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6: Growth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and product line with AI integr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20% increase in international sal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vest $500K in R&D for sustainability featur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 with key industry lead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initiatives aim to accelerate market penetration and enhance long-term profitability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7: Next Steps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 strategies by end of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itor KPIs weekly for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follow-up meeting in two wee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Let's discuss how we can drive success together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with business_blue design style?", "Would you like to add more slides on risks?", "How about a PDF version of this deck?"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3">
  <a:themeElements>
    <a:clrScheme name="Theme8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2026-05-09T11:26:35Z</dcterms:created>
  <dcterms:modified xsi:type="dcterms:W3CDTF">2026-05-09T11:26:35Z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