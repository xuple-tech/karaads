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275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TEMPLATE REAL DEM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Presentation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MARKET STO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wareness: 42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wareness: 42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nsideration: 31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nsideration: 31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onversion: 18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onversion: 18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PRODUCT NARRATIV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troduce Th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troduce the problem clearly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user journey simply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ose With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ose with the opportunity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2026-05-09T11:34:43Z</dcterms:created>
  <dcterms:modified xsi:type="dcterms:W3CDTF">2026-05-09T11:34:43Z</dcterms:modified>
  <dc:title>Template Real Demo</dc:title>
  <dc:description/>
  <dc:subject>presentation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