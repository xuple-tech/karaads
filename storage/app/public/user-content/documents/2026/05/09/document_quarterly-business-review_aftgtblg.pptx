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presProps" Target="presProps.xml"/>
  <Relationship Id="rId17" Type="http://schemas.openxmlformats.org/officeDocument/2006/relationships/viewProps" Target="viewProps.xml"/>
  <Relationship Id="rId18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: Revenue Sources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LeaderLines val="1"/>
          </c:dLbls>
          <c:cat>
            <c:strRef>
              <c:f>Sheet1!$A$2:$A$4</c:f>
              <c:strCache>
                <c:ptCount val="3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</c:pieChart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165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[Your Name/Team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lcome to our Q2 review. This presentation highlights key performance metrics, achievements, challenges, and forward-looking strategies to drive continued growth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2: Agend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ecutive Summa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Performa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Metrics and Achieve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Analys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 and Risk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ategic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&A and Next Ste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agenda outlines our discussion flow, ensuring a focused review of the quarter's outcomes and plans ahead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all revenue growth: 12% Yo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hieved 95% of quarterly targe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ong performance in core markets; expansion opportunities identifie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highlights: Record customer satisfaction score of 4.8/5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 Q2, we demonstrated resilience amid market fluctuations, positioning the company for sustained success. Key wins include efficient cost management and innovative product launche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Financial Performanc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$2.5M (up 15% from Q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nses: $1.8M (controlled at 72% of revenue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t Profit: $450K (margin of 18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sh Flow: Positive $300K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financials reflect disciplined budgeting and revenue diversification. Detailed breakdowns show healthy margins, with investments in R&D yielding long-term return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ar Chart: Revenue by Seg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rvices: 1,20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s: 80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scriptions: 500,000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5: Key Metrics and Achievement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er Acquisition: 250 new clients (target: 200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tention Rate: 92% (industry benchmark: 85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 Efficiency: Reduced processing time by 2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jor Wins: Secured partnership with TechCorp; launched beta feature adopted by 40% of us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metrics underscore our operational excellence and market traction. Achievements like the TechCorp deal enhance our competitive edge and revenue pipeline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ie Chart: Revenue Sources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Pie Chart: Revenue Sources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hare of total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Growth: Industry up 8% YoY; our share increased to 1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 Landscape: Gained 2% edge over primary rivals through pricing strateg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Emerging trends in AI integration; untapped regions in APAC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reats: Supply chain volatility due to global ev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 market remains dynamic, with favorable conditions for expansion. Our analysis highlights proactive positioning to capitalize on growth areas while mitigating risks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Challenges and Risk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y Chain Delays: Impacted 10% of deliveries; mitigated via alternative suppli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lent Retention: 5% turnover; addressed with enhanced benefits progr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gulatory Changes: New data privacy laws; compliance team forme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conomic Factors: Inflation pressures on costs (up 3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 faced headwinds but responded swiftly. Lessons learned will inform risk management strategies to ensure stability moving forward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8: Strategic Initiativ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Goals: Launch full AI product suite; target 20% revenue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ment Plan: Allocate $500K to marketing and R&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Development: Training programs for 50% of staff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stainability Focus: Reduce carbon footprint by 1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oking ahead, these initiatives build on Q2 momentum. We aim for innovation-driven growth while prioritizing employee and environmental responsibility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9: Q&A and 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n floor for qu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tion Items: Follow-up on partnership expansions by June 1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Review: Q3 on August 10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!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t's discuss any insights or concerns. Together, we're set for a strong second half of the year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7">
  <a:themeElements>
    <a:clrScheme name="Theme9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2026-05-09T11:16:20Z</dcterms:created>
  <dcterms:modified xsi:type="dcterms:W3CDTF">2026-05-09T11:16:20Z</dcterms:modified>
  <dc:title>Quarterly business review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