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presProps" Target="presProps.xml"/>
  <Relationship Id="rId8" Type="http://schemas.openxmlformats.org/officeDocument/2006/relationships/viewProps" Target="viewProps.xml"/>
  <Relationship Id="rId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519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BLUECHIP BOARD REVIEW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QUARTERLY MOMENTUM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 Refined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 refined opener for strategy, performance, and next moves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METRICS SPOTLIGHT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case Revenue,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case revenue, pipeline, and delivery health in one frame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ROADMAP CONFIDENC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ranslate Initiati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ranslate initiatives into crisp business decisions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2">
  <a:themeElements>
    <a:clrScheme name="Theme1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2026-05-09T12:15:19Z</dcterms:created>
  <dcterms:modified xsi:type="dcterms:W3CDTF">2026-05-09T12:15:19Z</dcterms:modified>
  <dc:title>Bluechip Board Review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