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553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OPENING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Busines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Business presentation focuses on Untitled deck. It combines strategy, clear storytelling, and strong visual hierarchy to guide the audience from context to action. Clarify the..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 Show measurable outcomes, traction, or next step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Busines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Business presentation focuses on Untitled deck. It combines strategy, clear storytelling, and strong visual hierarchy to guide the audience from context to action. Clarify the..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 Show measurable outcomes, traction, or next step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Idea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ide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1">
  <a:themeElements>
    <a:clrScheme name="Theme6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2026-05-09T12:21:01Z</dcterms:created>
  <dcterms:modified xsi:type="dcterms:W3CDTF">2026-05-09T12:21:01Z</dcterms:modified>
  <dc:title>Untitled deck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