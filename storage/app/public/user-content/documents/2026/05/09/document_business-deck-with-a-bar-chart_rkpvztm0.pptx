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Slide 5:  - Quarterly Revenue Growth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150000</c:v>
                </c:pt>
                <c:pt idx="1">
                  <c:v>220000</c:v>
                </c:pt>
                <c:pt idx="2">
                  <c:v>300000</c:v>
                </c:pt>
                <c:pt idx="3">
                  <c:v>420000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091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siness Growth Strategy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y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mpowering sustainable expansion in a competitive market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Company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ading innovator in AI-driven business solu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stablished in 2020, serving 500+ global cli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values: Innovation, Integrity, Impac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ssion: Transform data into actionable insights for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company specializes in scalable AI tools that streamline operations and boost profitability, positioning us as a key player in the tech ecosystem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3: Market Opportunit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lobal AI market projected to reach $500B by 2028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sectors: Finance, Healthcare, Retail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ntapped potential: 40% of SMEs lack AI integr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ive edge: Proprietary algorithms for real-time analyt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slide highlights the expansive market landscape, emphasizing opportunities for strategic entry and long-term dominance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Key Challeng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apid technological evolution outpacing adop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a privacy concerns amid regulatory chang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source constraints for small to medium enterpris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ly chain disruptions impacting scalabilit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ddressing these challenges head-on allows us to develop resilient strategies that mitigate risks and capitalize on emerging trends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962525"/>
          <a:chOff x="0" y="0"/>
          <a:chExt cx="9144000" cy="4962525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Bar Chart - Quarterly Revenue Growth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Slide 5: Bar Chart - Quarterly Revenue Growth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Strategic Initiativ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aunch AI optimization platform in Q3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and partnerships with 10 major enterpris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 $2M in R&D for predictive analyt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25% market share increase by year-en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initiatives form the backbone of our growth plan, focusing on innovation and collaboration to drive measurable results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7: Financial Projec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ed annual revenue: $5M in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 on initiatives: 150% within 18 month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-even achieved in Q2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needs: $1.5M for expans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projections are conservative yet optimistic, supported by robust data models and market analysi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8: Conclusion and Next Ste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mmary: Strong foundation for accelerated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Partner with us for mutual succes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&A: Open for discuss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info@kwatiaibusiness.co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time—let's build the future together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5">
  <a:themeElements>
    <a:clrScheme name="Theme9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2026-05-09T11:04:01Z</dcterms:created>
  <dcterms:modified xsi:type="dcterms:W3CDTF">2026-05-09T11:04:01Z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