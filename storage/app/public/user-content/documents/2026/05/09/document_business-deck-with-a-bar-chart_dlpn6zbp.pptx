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Slide 5:  - Quarterly Revenue by Region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Asia-Pacific</c:v>
                </c:pt>
                <c:pt idx="3">
                  <c:v>Latin America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4500000</c:v>
                </c:pt>
                <c:pt idx="1">
                  <c:v>3200000</c:v>
                </c:pt>
                <c:pt idx="2">
                  <c:v>2800000</c:v>
                </c:pt>
                <c:pt idx="3">
                  <c:v>1500000</c:v>
                </c:pt>
              </c:numCache>
            </c:numRef>
          </c:val>
        </c:ser>
        <c:gapWidth val="7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335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BUSINESS DECK WITH A BAR CHAR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BUSINESS DECK WITH A BAR CHART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lide 1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lide 1: Title Slide
Business Growth Strategy Overview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ed By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ed by Kwati AI Team
May 2026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fessional Insig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ofessional insights for sustainable expansion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2: EXECUTIVE SUMMAR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Key Objective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Key objective: Drive 20% revenue growth in the next fiscal year through targeted market expansion and operational efficiencies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Highlights: Q1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Highlights: Q1 results show promising trends; upcoming initiatives focus on digital transform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Expected Outcomes: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Expected outcomes: Enhanced market share and improved profitability metric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is Slide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is slide sets the stage for our strategic roadmap, emphasizing actionable steps to capitalize on current opportunities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3: MARKET ANALYSI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urrent Landscape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urrent landscape: Competitive sector with 15% annual growth; key players include TechCorp and Innovate Ltd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pportunities: Em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pportunities: Emerging demand in AI-driven solutions, projected to add $50B to industry value by 2027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hallenges: Supply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hallenges: Supply chain disruptions and regulatory change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ur Analysis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ur analysis reveals a fertile ground for innovation, with data supporting a shift toward agile business models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4: FINANCIAL PERFORMANC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Revenue Trends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Revenue trends: Steady increase from $10M in 2024 to $14M in 2025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fit Margins: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ofit margins: Improved to 18% YoY, driven by cost optimizations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nvestment Needs: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nvestment needs: $2M allocation for R&D to sustain momentum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ese Metrics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ese metrics underscore our financial health, providing a solid foundation for future scaling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5: BAR CHART - QUARTERLY REVENUE BY REGION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81000" y="1257300"/>
            <a:ext cx="2095500" cy="28956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 descr=""/>
          <p:cNvSpPr/>
          <p:nvPr/>
        </p:nvSpPr>
        <p:spPr>
          <a:xfrm>
            <a:off x="2857500" y="1257300"/>
            <a:ext cx="5905500" cy="28956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628650" y="1676400"/>
            <a:ext cx="1619250" cy="2095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lide 5:  - Quarterly Revenue by Region
Category comparison]]></a:t>
            </a:r>
          </a:p>
        </p:txBody>
      </p:sp>
      <p:graphicFrame>
        <p:nvGraphicFramePr>
          <p:cNvPr id="13" name="Slide 5: Bar Chart - Quarterly Revenue by Region" descr=""/>
          <p:cNvGraphicFramePr/>
          <p:nvPr/>
        </p:nvGraphicFramePr>
        <p:xfrm>
          <a:off x="3143250" y="1524000"/>
          <a:ext cx="53340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6: STRATEGIC INITIATIVE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nitiative 1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nitiative 1: Launch AI integration platform to boost efficiency by 25%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nitiative 2: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nitiative 2: Expand partnerships with 5 key suppliers for diversified sourcing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imeline: Rollout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imeline: Rollout in Q3 2026, with milestones tracked quarterly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ese Initiatives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ese initiatives are designed to align with market demands, ensuring long-term competitive advantag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7: CONCLUSION AND NEXT STEP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ummary: Robust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ummary: Robust strategy poised for success with clear financial and market rationale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all To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all to action: Approve budget and initiate pilot programs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Q&A: Open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Q&A: Open for discussion on implementation detail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ank You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ank you for your attention; let's move forward to achieve our growth targets together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9">
  <a:themeElements>
    <a:clrScheme name="Theme3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2026-05-09T11:44:46Z</dcterms:created>
  <dcterms:modified xsi:type="dcterms:W3CDTF">2026-05-09T11:44:46Z</dcterms:modified>
  <dc:title>Business deck with a bar chart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