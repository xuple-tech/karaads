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697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32B3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4A55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C8A96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C8A96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reate a school management proposal deck in the SGMMS proposal style with a poli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32B3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C8A96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4A55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32B3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esentation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roduce the topic clearl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lain why it matters no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t the audience outcom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I-generated Business deck is built around Create a school management proposal deck in the SGMMS proposal style with a polished consulting-style blue corporate design, clean section dividers, executive typography, and client-facing visuals.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1F293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D4B48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6B728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and opportunit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scribe the current gap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ow the impact of inac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Highlight the strategic ope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rame the challenge in a way that creates urgency and clarity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92847">
                    <a:alpha val="100000"/>
                  </a:srgbClr>
                </a:solidFill>
                <a:latin typeface="Calibri"/>
              </a:rPr>
              <a:t><![CDATA[Proposed approach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 the core solu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 the work into phas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ep execution practica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ow how the recommendation moves from idea to action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Key benefit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mphasize measurable valu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nect benefits to stakeholder nee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inforce credibility and momentu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nslate the solution into outcomes the audience cares about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ext step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rm the recommended ac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fine the next mileston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ite approval or feedbac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lose with confident, simple next steps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0">
  <a:themeElements>
    <a:clrScheme name="Theme2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2026-05-09T19:04:30Z</dcterms:created>
  <dcterms:modified xsi:type="dcterms:W3CDTF">2026-05-09T19:04:30Z</dcterms:modified>
  <dc:title>Create a school management proposal deck in the SGMMS proposal style with a poli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