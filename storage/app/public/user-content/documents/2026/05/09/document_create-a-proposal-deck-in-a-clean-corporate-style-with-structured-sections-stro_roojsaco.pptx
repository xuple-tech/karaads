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6935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REATE A PROPOSAL DECK IN A CLEAN CORPORATE STYLE WITH STRUCTURED SECTIONS, STR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PROPOSAL FOR STRATEGIC BUSINESS PARTNERSHIP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lide 1: Title Slide
Proposal Title: Strategic Partnership for Market Expansion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ed By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ed by: Kwati Consulting Group
Date: May 9, 2026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lient: [You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lient: [Your Company Name]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2: AGENDA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verview Of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verview of current challenges and opportunities
Our proposed solution and approach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imeline And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imeline and deliverables
Investment and ROI projection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ext Step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Next steps and Q&A
Structured to ensure clear progression and alignment with your goal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Slid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slide outlines the flow of the presentation, providing a roadmap for discuss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3: EXECUTIVE SUMMA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We Propos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We propose a tailored partnership to accelerate your market growth by 25% in the next fiscal year
Leveraging our expertise in digital transformation and analytic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Benefits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benefits: Reduced operational costs, enhanced customer engagement, and scalable infrastructure
Total investment: $500,000 over 12 months, with projected ROI of 300%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 Summary,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 summary, this partnership positions your business for sustainable success in a competitive landscap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4: MARKET ANALYSI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urrent Market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urrent market size: $10B, growing at 15% annually
Key challenges: Supply chain disruptions and shifting consumer preference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pportunities: Em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pportunities: Emerging tech integrations and untapped regional markets
Our insights derived from 500+ industry reports and client case studie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Analys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analysis highlights actionable trends to inform our strategic recommendation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5: PROPOSED SOLUT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re Components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re Components:
Digital platform upgrade for seamless operation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i-Driven Analytic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I-driven analytics for predictive insights
Customized training programs for your team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d Implementat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d implementation to minimize disruption
Integration with existing systems for quick win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ur Solutio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ur solution is designed for efficiency, ensuring measurable improvements from day one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6: BAR CHART - PROJECTED ROI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Year 1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Year 1 Revenue Growth: $1.5M
Cost Savings: $750K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et Roi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Net ROI: $1.25M
Cumulative by Year 3: $4.5M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Ba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bar chart illustrates the financial impact, demonstrating strong returns on investment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7: TIMELINE AND NEXT STEP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 1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 1 (Months 1-3): Planning and initial setup
Phase 2 (Months 4-8): Implementation and testing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hase 3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hase 3 (Months 9-12): Optimization and scaling
Next Steps: Schedule a follow-up meeting within two weeks; sign MOU to proceed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ntact: Reach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ntact: Reach out to [Your Name] at [email] for questions
We look forward to partnering with you—let's discuss how to move forward today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0">
  <a:themeElements>
    <a:clrScheme name="Theme7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2026-05-09T18:58:05Z</dcterms:created>
  <dcterms:modified xsi:type="dcterms:W3CDTF">2026-05-09T18:58:05Z</dcterms:modified>
  <dc:title>Create a proposal deck in a clean corporate style with structured sections, stro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