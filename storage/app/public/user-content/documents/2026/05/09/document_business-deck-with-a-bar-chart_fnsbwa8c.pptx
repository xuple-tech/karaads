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presProps" Target="presProps.xml"/>
  <Relationship Id="rId14" Type="http://schemas.openxmlformats.org/officeDocument/2006/relationships/viewProps" Target="viewProps.xml"/>
  <Relationship Id="rId15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40649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deck with a bar chart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May 9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Deck with a Bar Chart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D4ED8">
                    <a:alpha val="100000"/>
                  </a:srgbClr>
                </a:solidFill>
                <a:latin typeface="Calibri"/>
              </a:rPr>
              <a:t><![CDATA[Slide 1: Title Slid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sentation Title: Strategic Business Growth Pla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btitle: Q2 2026 Performance Overview and Projec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senter: Kwati AI Business Analytics Tea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e: May 9, 2026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2: Agend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troduction to Market Landscap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Performance Metric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rket Analysis with Bar Char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Growth Strategi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inancial Projec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commendations and Next Steps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&A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is slide outlines the structure to guide the audience through the presentation efficiently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3: Market Landscap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Global business environment shows steady recovery post-2025 economic shif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trends: Digital transformation accelerating at 15% YoY; sustainability focus rising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portunities: Emerging markets in Asia-Pacific with 20% growth potential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hallenges: Supply chain disruptions impacting 30% of opera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e current landscape favors agile businesses that adapt to technological and environmental demands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4: Key Performance Metric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venue Growth: 12% increase from Q1 2025 to Q1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ustomer Acquisition: 25,000 new clients, up 18% Yo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erational Efficiency: Cost savings of $2.5M through automa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mployee Productivity: 15% improvement via training program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ese metrics highlight our strong foundation for sustained expansion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5: Bar Chart - Quarterly Revenue Compariso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1 2025: $5.2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2 2025: $5.8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3 2025: $6.1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4 2025: $6.5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1 2026: $7.1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is bar chart visualizes revenue progression, demonstrating consistent upward trajectory and the impact of recent initiatives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D4ED8">
                    <a:alpha val="100000"/>
                  </a:srgbClr>
                </a:solidFill>
                <a:latin typeface="Calibri"/>
              </a:rPr>
              <a:t><![CDATA[Slide 6: Growth Strategi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and into new markets: Target 3 additional regions by end of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vest in AI-driven tools: Allocate 10% of budget to enhance analytic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artnerships: Collaborate with 5 key suppliers for cost optimiza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novation Focus: Launch 2 new product lines to diversify revenue stream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mplementing these strategies will position us for 20% growth in the next fiscal year.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334155">
                    <a:alpha val="100000"/>
                  </a:srgbClr>
                </a:solidFill>
                <a:latin typeface="Calibri"/>
              </a:rPr>
              <a:t><![CDATA[Slide 7: Financial Projections and Recommenda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jected Revenue: $30M by Q4 2026, a 25% increas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OI on Investments: Expected 18% return on digital initiativ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commendations: Prioritize sustainability projects; monitor market volatility quarterl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all to Action: Approve budget for Q3 expansions to capitalize on trend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ese projections are based on conservative estimates; let's discuss implementation details.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D4ED8">
                    <a:alpha val="100000"/>
                  </a:srgbClr>
                </a:solidFill>
                <a:latin typeface="Calibri"/>
              </a:rPr>
              <a:t><![CDATA[Slide 8: Thank You & Q&A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tact: analytics@kwatiaibusiness.co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Takeaway: Strategic actions today drive tomorrow's succes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uestions? Open floor for discuss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ank you for your time—excited to hear your insights!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83">
  <a:themeElements>
    <a:clrScheme name="Theme8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8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8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10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2026-05-09T10:59:36Z</dcterms:created>
  <dcterms:modified xsi:type="dcterms:W3CDTF">2026-05-09T10:59:36Z</dcterms:modified>
  <dc:title>Business deck with a bar chart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