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Growth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150000</c:v>
                </c:pt>
                <c:pt idx="1">
                  <c:v>300000</c:v>
                </c:pt>
                <c:pt idx="2">
                  <c:v>500000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3299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1623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2410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857500" y="0"/>
            <a:ext cx="1714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067300" y="3333750"/>
            <a:ext cx="2266950" cy="666750"/>
          </a:xfrm>
          <a:prstGeom prst="rect">
            <a:avLst/>
          </a:prstGeom>
          <a:solidFill>
            <a:srgbClr val="F4F7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257800" y="3619500"/>
            <a:ext cx="1714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3829050" y="952500"/>
            <a:ext cx="4095750" cy="9525"/>
          </a:xfrm>
          <a:prstGeom prst="rect">
            <a:avLst/>
          </a:prstGeom>
          <a:solidFill>
            <a:srgbClr val="E2E8F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419100" y="1562100"/>
            <a:ext cx="217170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LAN FOR GRAPHIC DESIGN STUDI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19100" y="333375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D8E5F3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19100" y="361950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E7EFF8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257800" y="3467100"/>
            <a:ext cx="180975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Executive strategy updat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Your Graphic Design Studio Name]: Full-service agency for branding and digital media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rtup Costs: $50,000; Year 1 Revenue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Elevate brands through innovative desig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Ask: $30,000 for 20% equity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Descriptio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d 2026 as LLC in [Your City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on: Go-to partner for innovative brands by 203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Creativity, collaboration, sustain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s: Remote/in-person, cloud-based tool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: $60B by 2028, 5.2% CAG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: Small businesses (50%), Tech startups (30%), Non-profits (20%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ngths: Expert portfolio, ag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aknesses: Brand recogni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Digital transformation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Economic factor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rganization and Managemen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/CEO: [Your Name], 5+ years experie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Solo start; Add junior designer Year 1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visors: Business mentor, accounta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ucture: Agile, flexible hour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Products and Servic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anding Packages: $1,000-$5,000 (logos, guide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Design: $500-$2,000 (social, web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nt Media: $300-$1,500 (brochure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Hourly $75 or fixed; Retainers availabl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ing: SEO website, social media ($5,000 budget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: 100 leads/month, 20% convers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: 20% discount for first cli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al: 50 clients Year 1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Reques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mount: $3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: Marketing ($10K), Equipment ($10K), Buffer ($1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urn: 20% equ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9 month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Revenue $150K, Profit $3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Revenue $300K, Profit $10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Revenue $500K, Profit $20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gin: 40% gros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Revenue Growth]]></a:t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Bar Chart: Revenue Growth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ppendix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 resume and portfolio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sources (Statista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Email/Phone]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8">
  <a:themeElements>
    <a:clrScheme name="Theme6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2026-05-09T08:51:58Z</dcterms:created>
  <dcterms:modified xsi:type="dcterms:W3CDTF">2026-05-09T08:51:58Z</dcterms:modified>
  <dc:title>Business Plan for Graphic Design Studio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