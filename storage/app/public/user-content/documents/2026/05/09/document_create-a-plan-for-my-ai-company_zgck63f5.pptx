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621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reate a plan for my ai company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reate a Plan for My AI Compan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ation Title: Strategic Business Plan for [Your AI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Building a Future in Artificial Intellige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r: [Your Name/Team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this comprehensive plan outlining the vision, strategy, and execution roadmap for launching and scaling our AI company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: This plan details the formation of an innovative AI company focused on developing cutting-edge solutions in machine learning and autom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: Achieve market entry within 12 months, secure initial funding of $2M, and target 20% market share in the AI consulting sector by year 3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 Statement: Empower businesses with ethical, scalable AI technologies to drive efficiency and innov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summary, our AI company will leverage emerging technologies to solve real-world problems, positioning us as a leader in the rapidly growing AI industry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A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20617">
                    <a:alpha val="100000"/>
                  </a:srgbClr>
                </a:solidFill>
                <a:latin typeface="Calibri"/>
              </a:rPr>
              <a:t><![CDATA[Slide 3: 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on: To become a top-tier AI provider transforming industries through intelligent syste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Innovation, Integrity, Inclusivity, and Impac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Model: B2B services including AI consulting, custom software development, and SaaS platforms for predictive analyt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ing Team: Experienced professionals with backgrounds in AI research, software engineering, and business development from leading tech fi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is structured as a startup with agile operations, starting with a lean team of 10 and scaling based on milestone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7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 Trends: The global AI market is projected to reach $500B by 2028, driven by demand in healthcare, finance, and e-commer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Mid-sized enterprises seeking AI integration; initial focus on North American and European marke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Key players include Google AI and IBM Watson; our differentiator is affordable, customizable solutions for SM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 and Risks: High growth potential amid talent shortages; risks include regulatory changes on AI eth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nalysis confirms a fertile market with our unique value proposition addressing underserved segment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Products and Servic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lagship Offering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Consulting: Tailored advisory for AI adop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Models: Development of bespoke machine learning algorith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aS Platform: Cloud-based tools for data analytics and autom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 Roadmap: Prototype in Q3 2026, beta launch in Q1 2027, full release by mid-2027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ique Selling Points: Emphasis on explainable AI and data privacy compliance (GDPR/CCPA)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services will evolve based on customer feedback, ensuring adaptability in a dynamic tech landscap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A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20617">
                    <a:alpha val="100000"/>
                  </a:srgbClr>
                </a:solidFill>
                <a:latin typeface="Calibri"/>
              </a:rPr>
              <a:t><![CDATA[Slide 6: 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Bar Chart: Projected Revenue Growth (Years 1-3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$500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$2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3: $8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ssumptions: Based on 50 initial clients, 30% YoY growth, and $1M seed fund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down: 60% from consulting, 40% from SaaS subscription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7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Needs: $2M for R&D, marketing, and operations; ROI projected at 300% by year 3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projections are conservative, with sensitivity analysis for market fluctuation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22C55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EA5E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Implementation Plan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s 1-3: Incorporate company, build core team, and develop MVP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s 4-6: Secure funding and pilot with beta cli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s 7-12: Launch products and scale marketing effor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ilestones: Achieve product-market fit by Q4 2026; expand to 50 employees by 2028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Mitigation: Diversified revenue streams and continuous tech updates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Let's schedule a meeting to refine this plan and pursue investment opportuniti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roadmap ensures steady progress toward sustainable growth and market leadership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5">
  <a:themeElements>
    <a:clrScheme name="Theme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2026-05-09T12:32:19Z</dcterms:created>
  <dcterms:modified xsi:type="dcterms:W3CDTF">2026-05-09T12:32:19Z</dcterms:modified>
  <dc:title>create a plan for my ai company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