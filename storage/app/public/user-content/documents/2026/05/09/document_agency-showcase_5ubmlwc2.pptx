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presProps" Target="presProps.xml"/>
  <Relationship Id="rId8" Type="http://schemas.openxmlformats.org/officeDocument/2006/relationships/viewProps" Target="viewProps.xml"/>
  <Relationship Id="rId9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72143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52500" y="1047750"/>
            <a:ext cx="7239000" cy="1047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AGENCY SHOWCASE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2095500" y="2076450"/>
            <a:ext cx="4953000" cy="3429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5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Creative Agency]]></a:t>
            </a:r>
          </a:p>
        </p:txBody>
      </p:sp>
      <p:sp>
        <p:nvSpPr>
          <p:cNvPr id="11" name="" descr=""/>
          <p:cNvSpPr/>
          <p:nvPr/>
        </p:nvSpPr>
        <p:spPr>
          <a:xfrm>
            <a:off x="1238250" y="2714625"/>
            <a:ext cx="1504950" cy="16192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17526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14668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ocus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914650" y="2714625"/>
            <a:ext cx="1504950" cy="161925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4290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31432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Narrative]]></a:t>
            </a:r>
          </a:p>
        </p:txBody>
      </p:sp>
      <p:sp>
        <p:nvSpPr>
          <p:cNvPr id="17" name="" descr=""/>
          <p:cNvSpPr/>
          <p:nvPr/>
        </p:nvSpPr>
        <p:spPr>
          <a:xfrm>
            <a:off x="4591050" y="2714625"/>
            <a:ext cx="1504950" cy="161925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51054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48196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oof]]></a:t>
            </a:r>
          </a:p>
        </p:txBody>
      </p:sp>
      <p:sp>
        <p:nvSpPr>
          <p:cNvPr id="20" name="" descr=""/>
          <p:cNvSpPr/>
          <p:nvPr/>
        </p:nvSpPr>
        <p:spPr>
          <a:xfrm>
            <a:off x="6267450" y="2714625"/>
            <a:ext cx="1504950" cy="16192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1" name=""/>
          <p:cNvSpPr txBox="1"/>
          <p:nvPr/>
        </p:nvSpPr>
        <p:spPr>
          <a:xfrm>
            <a:off x="67818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64960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ction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CREATIVE DIRECTION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Use Tension,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Use tension, whitespace, and visuals to anchor the story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dd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dd the most useful supporting explanation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 the proof point that builds confidenc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ELECTED WORK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potlight Cas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potlight case studies in a premium editorial rhythm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dd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dd the most useful supporting explanation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 the proof point that builds confidenc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ENGAGEMENT MODEL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esent Timelines,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Present timelines, pricing, and delivery clearly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dd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dd the most useful supporting explanation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 the proof point that builds confidenc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99">
  <a:themeElements>
    <a:clrScheme name="Theme9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99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9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4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2026-05-09T19:44:30Z</dcterms:created>
  <dcterms:modified xsi:type="dcterms:W3CDTF">2026-05-09T19:44:30Z</dcterms:modified>
  <dc:title>Agency Showcase</dc:title>
  <dc:description/>
  <dc:subject>creative_agency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