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17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Business
�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☾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☾
✹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☾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☾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Key ide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☾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☾
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
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8">
  <a:themeElements>
    <a:clrScheme name="Theme8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2026-05-09T12:15:02Z</dcterms:created>
  <dcterms:modified xsi:type="dcterms:W3CDTF">2026-05-09T12:15:02Z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