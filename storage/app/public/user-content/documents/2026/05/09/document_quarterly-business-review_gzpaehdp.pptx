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165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Agend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view of Q1 performance highligh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financial metrics and tren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 updates and challeng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analysis and competitive landscap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ategic initiatives and forward-looking goals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&A and next ste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slide outlines the structure of today's review to ensure we cover all critical areas efficiently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2: Q1 Performance Highlight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hieved 15% year-over-year revenue growth, surpassing targets by 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anded customer base by 20%, with strong retention rates at 92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ed two new product features, driving 30% increase in user engag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productivity improved through new CRM implementation, reducing response times by 2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 marked a solid start to the year, with key wins in growth and innovation setting a positive trajectory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Financial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$2.5M (up 15% from Q4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t Profit Margin: 18% (improved from 14% last quarter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ng Expenses: $1.8M (controlled within budget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sh Flow: Positive $500K, supporting reinvest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s reflect disciplined cost management and revenue momentum. Detailed breakdowns available in the appendix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Revenue Breakdown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 Sales: $1.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rvices: $700K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scriptions: $300K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bar chart illustrates revenue distribution, highlighting the dominance of product sales while showing balanced growth across segment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Key Challenges and Mitiga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y chain disruptions impacted 10% of deliveries; mitigated by diversifying suppli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ing marketing costs due to competitive bidding; optimized ad spend for 12% ROI improv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lent retention in tech roles; introduced enhanced benefits package, reducing turnover by 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dressing these challenges proactively has minimized impacts and positioned us for stronger Q2 performanc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6: Market and Competitive Insight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growth projected at 12% for the year, with our share at 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 A gained 2% share via aggressive pricing; we countered with value-added bundl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merging trends: Increased demand for sustainable practices; we're piloting eco-friendly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ying ahead requires agility—our insights inform targeted strategies to capture more market opportunitie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Q2 Goals and Action Item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18% revenue growth through expanded partnershi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 $300K in R&D for product enhance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hance team training programs to boost efficiency by 1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nitor KPIs weekly and adjust as neede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t's align on these priorities to build on Q1 momentum and drive sustained success. Open for questions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7">
  <a:themeElements>
    <a:clrScheme name="Theme8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2026-05-09T11:16:17Z</dcterms:created>
  <dcterms:modified xsi:type="dcterms:W3CDTF">2026-05-09T11:16:17Z</dcterms:modified>
  <dc:title>Quarterly business review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