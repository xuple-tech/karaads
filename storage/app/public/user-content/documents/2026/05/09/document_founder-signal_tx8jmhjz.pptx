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281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FOUNDER SIGN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tartup Pitch Deck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A MARKET-SIZED PROBLEM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rame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rame the tension with clarity and urgency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RODUCT AND TRAC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urn Your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urn your screenshots and metrics into proof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THE AS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Land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Land the raise with momentum, confidence, and precis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4">
  <a:themeElements>
    <a:clrScheme name="Theme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2026-05-09T19:55:46Z</dcterms:created>
  <dcterms:modified xsi:type="dcterms:W3CDTF">2026-05-09T19:55:46Z</dcterms:modified>
  <dc:title>Founder Signal</dc:title>
  <dc:description/>
  <dc:subject>startup_pitch_deck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