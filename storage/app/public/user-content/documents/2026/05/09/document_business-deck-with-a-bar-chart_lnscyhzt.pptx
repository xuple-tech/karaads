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5:  - Quarterly Revenue Growth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10.5</c:v>
                </c:pt>
                <c:pt idx="1">
                  <c:v>11.2</c:v>
                </c:pt>
                <c:pt idx="2">
                  <c:v>12</c:v>
                </c:pt>
                <c:pt idx="3">
                  <c:v>12.8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150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Growth Strategy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 [Your Company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fident path to sustainable expansion in a competitive market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objective: Drive 25% revenue growth through targeted market expans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strategies: Product innovation, customer acquisition, and operational efficienc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outcomes: Increased market share and improved profitability within 12 month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deck outlines actionable steps to achieve these goals, supported by data-driven insight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3: 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rrent market size: $50 billion, growing at 8% annuall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trends: Rising demand for digital solutions and sustainable practic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 landscape: Top 3 players hold 60% share; opportunity in underserved segme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analysis reveals untapped potential in emerging regions, positioning us for leadership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Revenue Performanc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2026: $12 million, up 15% Yo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forecast: $14.5 million, driven by new client wi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: Supply chain disruptions impacting margi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performance underscores our resilience, with focused initiatives to mitigate risk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962525"/>
          <a:chOff x="0" y="0"/>
          <a:chExt cx="9144000" cy="4962525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Bar Chart - Quarterly Revenue Growth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Slide 5: Bar Chart - Quarterly Revenue Growth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6: Strategic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tive 1: Launch two new product lines by Q3 2026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tive 2: Expand sales team by 20% to target international marke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tive 3: Invest $2 million in tech upgrades for efficienc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steps align with market needs, ensuring long-term competitive advantag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7: Financial Projections and 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26 Revenue Projection: $55 million (20% growth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on initiatives: Expected 3x return within 18 month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Approve budget allocation and schedule follow-up review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positions us for success—let's discuss implementation details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6">
  <a:themeElements>
    <a:clrScheme name="Theme4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2026-05-09T11:13:55Z</dcterms:created>
  <dcterms:modified xsi:type="dcterms:W3CDTF">2026-05-09T11:13:55Z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