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Slide 4:  - Revenue Breakdown by Sector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LeaderLines val="1"/>
          </c:dLbls>
          <c:cat>
            <c:strRef>
              <c:f>Sheet1!$A$2:$A$5</c:f>
              <c:strCache>
                <c:ptCount val="4"/>
                <c:pt idx="0">
                  <c:v>Finance</c:v>
                </c:pt>
                <c:pt idx="1">
                  <c:v>Healthcare</c:v>
                </c:pt>
                <c:pt idx="2">
                  <c:v>Retail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</c:pieChart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529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BUSINESS DECK WITH A PIE CHAR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BUSINESS DECK WITH A PIE CHART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lide 1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lide 1: Title Slide
Business Deck Overview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ed By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ed by Kwati AI Team
Date: May 9, 2026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: Market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ocus: Market Analysis and Growth Strategy
This deck provides a comprehensive look at our business performance, market opportunities, and strategic recommendations to drive sustain..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lide 2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lide 2: Company Overview
Leading innovator in AI-driven business solution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unded In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ounded in 2020, serving 500+ clients globally
Core values: Innovation, Efficiency, and Customer-Centricity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ur Company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ur company specializes in streamlining operations through advanced analytics and automation, delivering measurable ROI for enterprises across industrie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3: MARKET OPPORTUNIT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Global Ai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Global AI market projected to reach $500B by 2028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Key Sectors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Key sectors: Finance, Healthcare, and Retail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Untapped Potential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Untapped potential in emerging markets like Asia-Pacific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With Rapid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With rapid digital transformation, businesses are seeking scalable AI tools to maintain competitive edges and adapt to evolving demands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4: PIE CHART - REVENUE BREAKDOWN BY SECTOR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81000" y="1257300"/>
            <a:ext cx="2095500" cy="28956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 descr=""/>
          <p:cNvSpPr/>
          <p:nvPr/>
        </p:nvSpPr>
        <p:spPr>
          <a:xfrm>
            <a:off x="2857500" y="1257300"/>
            <a:ext cx="5905500" cy="28956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628650" y="1676400"/>
            <a:ext cx="1619250" cy="2095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lide 4:  - Revenue Breakdown by Sector
Composition view]]></a:t>
            </a:r>
          </a:p>
        </p:txBody>
      </p:sp>
      <p:graphicFrame>
        <p:nvGraphicFramePr>
          <p:cNvPr id="13" name="Slide 4: Pie Chart - Revenue Breakdown by Sector" descr=""/>
          <p:cNvGraphicFramePr/>
          <p:nvPr/>
        </p:nvGraphicFramePr>
        <p:xfrm>
          <a:off x="3143250" y="1524000"/>
          <a:ext cx="53340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5: FINANCIAL PERFORMANC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Revenue Growth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Revenue growth: 25% YoY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et Profit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Net profit margin: 18%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Key Metrics: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Key metrics: EBITDA up 15%, customer retention at 92%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trong Financial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trong financial health positions us for expansion, with consistent profitability supporting R&D investments and market penetration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6: GROWTH STRATEG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Expand Product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Expand product portfolio with new AI module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arget 20%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arget 20% increase in international clients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vest $10M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vest $10M in partnerships and acquisitions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ur Strategy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ur strategy emphasizes scalable innovation and strategic alliances to capture a larger market share and ensure long-term value creation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7: NEXT STEPS AND Q&A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mplement Q2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mplement Q2 action plan by June 2026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chedule Follow-Up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chedule follow-up meetings for detailed discussions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ontact: Info@Kwat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ontact: info@kwatiaibusiness.com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ank You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ank you for your time. We're excited about the opportunities ahead and welcome your questions or feedback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6">
  <a:themeElements>
    <a:clrScheme name="Theme5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2026-05-09T12:17:06Z</dcterms:created>
  <dcterms:modified xsi:type="dcterms:W3CDTF">2026-05-09T12:17:06Z</dcterms:modified>
  <dc:title>Business deck with a pie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