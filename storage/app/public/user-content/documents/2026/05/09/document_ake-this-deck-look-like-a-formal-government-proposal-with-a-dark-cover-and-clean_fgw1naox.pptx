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Budget Allocation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Transportation</c:v>
                </c:pt>
                <c:pt idx="1">
                  <c:v>Energy</c:v>
                </c:pt>
                <c:pt idx="2">
                  <c:v>Digital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104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ke this deck look like a formal government proposal with a dark cover and clea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overnment Infrastructure Modernization 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22409A">
                    <a:alpha val="100000"/>
                  </a:srgbClr>
                </a:solidFill>
                <a:latin typeface="Calibri"/>
              </a:rPr>
              <a:t><![CDATA[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Title: Modernizing National Infrastructure for Sustainable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mitted by: Department of Public Works and Infrastructu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for: Federal Review Committee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proposal outlines a comprehensive plan to upgrade critical infrastructure, focusing on transportation, energy, and digital network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s include enhancing efficiency, reducing environmental impact, and ensuring long-term economic benefi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estimated investment: $5.2 billion over five years, with projected ROI of 15% annually through improved productivity and reduced maintenance cos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timeline: Phased rollout starting Q3 2026, with full completion by 2031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B2C4B">
                    <a:alpha val="100000"/>
                  </a:srgbClr>
                </a:solidFill>
                <a:latin typeface="Calibri"/>
              </a:rPr>
              <a:t><![CDATA[Current Challeng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ging infrastructure leads to frequent disruptions, with transportation delays costing the economy $2.8 billion year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ergy systems are inefficient, contributing to 20% higher carbon emissions compared to international standar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networks lag in rural areas, limiting access to services for 15 million citize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ssues exacerbate inequality and hinder national competitiveness in a global market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posed Solution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nsportation Upgrades: Modernize highways and rail systems with smart traffic management and electric vehicle integr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ergy Transition: Deploy renewable sources, including solar grids and wind farms, to achieve 40% clean energy by 203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Expansion: Roll out high-speed broadband to underserved regions, supporting remote work and educ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ll solutions prioritize sustainability, compliance with federal regulations, and partnerships with private sector innovato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d approach ensures minimal disruption while maximizing public safety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and Fund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down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nsportation: $2.1 billion (40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ergy: $1.8 billion (35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: $1.3 billion (25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sources: Federal grants (60%), public-private partnerships (30%), and green bonds (10%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st-saving measures include leveraging existing assets and technology efficiencies to stay 10% under initial projection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9284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Timeline and Mileston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 (2026-2027): Planning and initial upgrades; complete feasibility studies by Q4 2026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 (2028-2029): Core implementations; achieve 50% energy transition by end of 2028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 (2030-2031): Full deployment and evaluation; conduct impact assessments annual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gular reporting to oversight committees ensures transparency and adaptability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e Chart: Budget Allocation]]></a:t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1" name="Pie Chart: Budget Allocation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enefits and Impac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nomic growth: Projected 2.5% GDP increase through job creation (over 100,000 positions) and trade efficien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vironmental gains: Reduction of 30% in national emissions, aligning with global climate goa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ocial equity: Improved access to services for underserved communities, fostering inclusiv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ng-term resilience: Infrastructure designed to withstand climate challenges, ensuring national security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clusion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proposal represents a strategic investment in the nation's future, balancing innovation with fiscal responsi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 recommend approval and formation of a joint task force for immediate ac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Director Jane Smith, jsmith@publicworks.gov, for questions or further detai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consideration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3">
  <a:themeElements>
    <a:clrScheme name="Theme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2026-05-09T19:26:09Z</dcterms:created>
  <dcterms:modified xsi:type="dcterms:W3CDTF">2026-05-09T19:26:09Z</dcterms:modified>
  <dc:title>ake this deck look like a formal government proposal with a dark cover and clean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