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18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31623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32410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857500" y="0"/>
            <a:ext cx="1714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067300" y="3333750"/>
            <a:ext cx="2266950" cy="666750"/>
          </a:xfrm>
          <a:prstGeom prst="rect">
            <a:avLst/>
          </a:prstGeom>
          <a:solidFill>
            <a:srgbClr val="F4F7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257800" y="3619500"/>
            <a:ext cx="1714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3829050" y="952500"/>
            <a:ext cx="4095750" cy="9525"/>
          </a:xfrm>
          <a:prstGeom prst="rect">
            <a:avLst/>
          </a:prstGeom>
          <a:solidFill>
            <a:srgbClr val="E2E8F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419100" y="1562100"/>
            <a:ext cx="2171700" cy="1619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RKETING STRATEG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19100" y="333375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D8E5F3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19100" y="3619500"/>
            <a:ext cx="238125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E7EFF8">
                    <a:alpha val="100000"/>
                  </a:srgbClr>
                </a:solidFill>
                <a:latin typeface="Calibri"/>
              </a:rPr>
              <a:t><![CDATA[May 2026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257800" y="3467100"/>
            <a:ext cx="180975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Executive strategy update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rketing Strateg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ing Strategy Pres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0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bjective: Outline a comprehensive plan to drive business growth through targeted marketing efforts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trategy focuses on digital-first approaches to enhance brand visibility and customer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goals: Increase market share by 20% in the next fiscal year and boost lead generation by 3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pillars: Audience analysis, multi-channel campaigns, and performance measur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ROI: 4:1 return on marketing investments through optimized tactic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rrent landscape: Competitive digital market with rising social media usage (over 4.9 billion users globally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audience: Demographics aged 25-45, urban professionals seeking innovative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Growing e-commerce trends and AI-driven personal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Market saturation and ad fatigue; requires fresh, data-backed approaches to stand out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Objectives and Goal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MART objectives: Specific, Measurable, Achievable, Relevant, Time-bou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mary goal: Achieve 15% revenue growth via marketing-led initiatives by Q4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condary goals: Expand email subscriber base to 50,000 and improve customer retention by 2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lignment: All goals tie directly to overall business expansion and profitability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Target Audience Profil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yer personas: Tech-savvy millennials (Persona A) and mid-career executives (Persona B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in points: Time constraints, need for efficiency, and desire for personalized experienc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haviors: High engagement on LinkedIn and Instagram; prefer video content and quick intera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gmentation: By industry (tech, finance) and location (urban vs. suburban) for tailored messaging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6: Marketing Strategies and Tactic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channels: SEO, content marketing, and paid social ads to reach 1 million impress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ent plan: Weekly blog posts, monthly webinars, and quarterly email newslett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Collaborate with influencers and industry leaders for co-branded campaig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dget allocation: 40% digital ads, 30% content creation, 20% events, 10% analytics too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timeline: Launch Phase 1 in Q2 2026, with iterative adjustments based on dat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Budget and Timelin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budget: $500,000 for the year, scalable based on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down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advertising: $20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ent and production: $15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ols and analytics: $100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vents and partnerships: $50,000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 milestones: Strategy rollout (June 2026), Mid-year review (September 2026), Full evaluation (December 2026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Slide 8: Metrics and KPI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performance indicators: Conversion rate, customer acquisition cost (CAC), and engagement rat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cking tools: Google Analytics, CRM software, and social media ins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ccess benchmarks: Aim for CAC under $50 and engagement rate above 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porting: Monthly dashboards to monitor progress and pivot strategies as needed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Conclusion and Next Step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This strategy positions the business for sustainable growth through innovative, data-driven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budget and initiate team alignment for Q2 laun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&A: Open for discussion on refinements or additional detai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 – let's drive results together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7">
  <a:themeElements>
    <a:clrScheme name="Theme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2026-05-09T19:28:27Z</dcterms:created>
  <dcterms:modified xsi:type="dcterms:W3CDTF">2026-05-09T19:28:27Z</dcterms:modified>
  <dc:title>Marketing strategy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