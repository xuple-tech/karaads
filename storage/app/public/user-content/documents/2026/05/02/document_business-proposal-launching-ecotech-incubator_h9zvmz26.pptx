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76083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: Launching EcoTech Incubato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2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: Launching EcoTech Incubator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ation content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">
  <a:themeElements>
    <a:clrScheme name="Theme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2026-05-02T17:56:03Z</dcterms:created>
  <dcterms:modified xsi:type="dcterms:W3CDTF">2026-05-02T17:56:03Z</dcterms:modified>
  <dc:title>Business Proposal: Launching EcoTech Incubator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