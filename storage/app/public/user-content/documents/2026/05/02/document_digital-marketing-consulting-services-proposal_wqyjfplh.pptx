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76307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E8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igital Marketing Consulting Services Proposal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2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Marketing Acceleration Progr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for [Client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by [Your Company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2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Your Contact Info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Modern digital marketing icons (graphs, laptop, social media symbols)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D9488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6-month digital marketing packag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SEO, social media, content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outcomes: 40% traffic increase, 25% more lea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-driven strategy for strong RO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tisfaction guarantee includ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A3764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Growth chart showing upward trajectory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About [Your Company Name]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+ years in digital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0+ clients served (retail, tech, healthcar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: 15 certified experts (SEO, content, analytic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ven results: Average 35% revenue growth for cli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Team collaboration photo or company logo with timeline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The Challeng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w search engine visibil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consistent social media engag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ragmented content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: Stagnant growth vs. competi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y: Leverage digital tools for scal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Puzzle pieces or roadblock illustratio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DB2777">
                    <a:alpha val="100000"/>
                  </a:srgbClr>
                </a:solidFill>
                <a:latin typeface="Calibri"/>
              </a:rPr>
              <a:t><![CDATA[Slide 5: Our Proposed Solu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Audit & Strategy (Month 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bsite/competitor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roadmap with KP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Implementation (Months 2-4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O optimizatio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CFE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34E4A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ocial media on 3 platform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2 blog posts, 2 email campaigns, 1 lead magne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Optimization (Months 5-6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thly reviews via Google Analy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/B testing and adju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training and asset handover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Roadmap or flowchart diagram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82B52">
                    <a:alpha val="100000"/>
                  </a:srgbClr>
                </a:solidFill>
                <a:latin typeface="Calibri"/>
              </a:rPr>
              <a:t><![CDATA[Slide 6: Timeline & Mileston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-4: Audit and strategy approval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5-16: Core implement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7-24: Optimization and evalu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 25: Project closeout and final re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hared dashboard for real-time track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Gantt chart or timeline graphic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46AAE">
                    <a:alpha val="100000"/>
                  </a:srgbClr>
                </a:solidFill>
                <a:latin typeface="Calibri"/>
              </a:rPr>
              <a:t><![CDATA[Slide 7: Pricing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l Audit & Strategy: $5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(Months 2-4): $12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mization & Reporting (Months 5-6): $6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Investment: $23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yment: 30% upfront, 40% at Month 3, 30% at end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FF1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312E81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scounts: 10% for annual or referrals (excl. taxe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Pricing table with icons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4E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Expected Benefits & ROI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bility Boost: 40% more website traffi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gagement Gains: 25% increase in lea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Projection: Break-even in 4 months, 3x return by 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ng-Term Value: Owned strategies for ongoing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uarantee: Additional services if KPIs unme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Bar chart showing ROI metrics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F5EA8">
                    <a:alpha val="100000"/>
                  </a:srgbClr>
                </a:solidFill>
                <a:latin typeface="Calibri"/>
              </a:rPr>
              <a:t><![CDATA[Slide 9: Next Ste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iew and sign agre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discovery call for customiz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[Your Name], [Email], [Phon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partner for your digital success!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age: Handshake or call-to-action button graphic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6">
  <a:themeElements>
    <a:clrScheme name="Theme8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2026-05-02T18:33:19Z</dcterms:created>
  <dcterms:modified xsi:type="dcterms:W3CDTF">2026-05-02T18:33:19Z</dcterms:modified>
  <dc:title>Digital Marketing Consulting Services Proposal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