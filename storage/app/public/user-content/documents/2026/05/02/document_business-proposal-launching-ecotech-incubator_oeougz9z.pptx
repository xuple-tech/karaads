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presProps" Target="presProps.xml"/>
  <Relationship Id="rId18" Type="http://schemas.openxmlformats.org/officeDocument/2006/relationships/viewProps" Target="viewProps.xml"/>
  <Relationship Id="rId19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6760698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Proposal: Launching EcoTech Incubato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Proposal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May 2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xecutive Summar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posal for EcoTech Incubator: Sustainable tech startup suppor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ission: Foster green innovation with mentorship, funding, resourc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unding seek: $2M seed for 20% equit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jected ROI: 25% in 3 year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aunch: Q3 2026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mpany Overview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coTech Incubator: Delaware LLC focused on green tech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re values: Innovation, sustainability, inclusivit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pport: 20 startups/year in renewables, waste reduction, carbon-neutral chai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ounders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Jane Doe, CEO: 10+ years VC, ex-Google sustainabilit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John Smith, CTO: PhD environmental engineering, 2 green tech startups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ocation: San Francisco HQ, global virtual suppor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USP: AI matchmaking for mentors/startups (90% funding success)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arket Analysi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reen tech market: $12.5B in 2026 → $45B by 2030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rivers: Regulations (EU Green Deal), consumer demand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etitors: Y Combinator, Techstars (general); niche opportunity in eco-tech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arget: Early-stage founders 25-40, North America/Europe; 70% underrepresented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WOT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rengths: Expert network, hybrid model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aknesses: Brand building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portunities: Corporate partnerships (e.g., Tesla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reats: Economic volatility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ervices and Business Model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6-month program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entorship: Weekly industry sess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unding: $50K grants + investor intro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sources: Co-working, legal/financial support, lab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enue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quity: 5-10% in startups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ees: $500/applica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ponsorships: $100K+ from corporat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jections: Year 1 $750K revenue; scale to $5M by Year 3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arketing and Sales Strateg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igital: SEO site, LinkedIn, webinars ($150K budget Year 1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artnerships: Universities (e.g., Stanford), accelerator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unnel: Webinars → Applications → Acceptance (500 apps/year, 4% rate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etrics: 80% completion, 50% follow-on funding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Financial Projection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artup costs: $2M (office $300K, marketing $200K, ops $1.5M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 Forma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Year 1: Revenue $750K, Expenses $1.8M, Net -$1.05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Year 2: Revenue $2.5M, Expenses $2M, Net $500K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Year 3: Revenue $5M, Expenses $3.5M, Net $1.5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reak-even: End Year 2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unding: $2M for 20% equity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Team and Operation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re team: 5 staff (CEO, CTO, Program Manager, Marketing, Finance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dvisory: Climate scientists, Sequoia VC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imeline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2 2026: Funding & incorpora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3 2026: First cohor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ngoing: Quarterly CO2 impact reports]]>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334155">
                    <a:alpha val="100000"/>
                  </a:srgbClr>
                </a:solidFill>
                <a:latin typeface="Calibri"/>
              </a:rPr>
              <a:t><![CDATA[Risks and Mitiga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isk: Low applications → Mitigation: Digital outreach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isk: Downturn → Mitigation: Diversify with gran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it: Acquisition by VCs or IPO of portfolio companies]]>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clusio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ead green tech revolution: Strong returns + sustainability impac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tact: Jane Doe, jane@ecotechinc.co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artner with us for investment opportunities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42">
  <a:themeElements>
    <a:clrScheme name="Theme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4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4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2026-05-02T17:53:45Z</dcterms:created>
  <dcterms:modified xsi:type="dcterms:W3CDTF">2026-05-02T17:53:45Z</dcterms:modified>
  <dc:title>Business Proposal: Launching EcoTech Incubator</dc:title>
  <dc:description/>
  <dc:subject>proposal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