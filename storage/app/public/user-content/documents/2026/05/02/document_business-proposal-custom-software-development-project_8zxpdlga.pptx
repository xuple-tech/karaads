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161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140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Custom Software Development Projec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[Client's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Mobile Inventory Management App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Date]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[Your Company Name] for innovative software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 goal: Streamline operations and reduce costs by 3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 6 month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15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cked by 10+ years of expertise for mutual succes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7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431407">
                    <a:alpha val="100000"/>
                  </a:srgbClr>
                </a:solidFill>
                <a:latin typeface="Calibri"/>
              </a:rPr>
              <a:t><![CDATA[Slide 3: 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ecializing in custom software development and IT consul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rving 50+ clients in retail and logis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20 certified developers and project manag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strength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track record in scalable app develop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 security and compliance (GDPR, ISO 27001)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0A0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98% client satisfaction rate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Project Objectiv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mary goal: Create a user-friendly mobile app integrating with ERP system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pecific objectiv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rove real-time data accurac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duce manual errors and processing tim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ide analytics dashboards for decision-making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Scope of Work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quirements gathering and analysis (Phase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sign and prototyping (Phase 2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and testing (Phase 3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ployment and training (Phase 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clusions: Ongoing maintenance (available separately)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7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431407">
                    <a:alpha val="100000"/>
                  </a:srgbClr>
                </a:solidFill>
                <a:latin typeface="Calibri"/>
              </a:rPr>
              <a:t><![CDATA[Slide 6: Methodology and Timelin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gile framework with bi-weekly sprints and client check-i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duration: 16 wee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r Chart: Project Phas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Requirements & Planning - 2 wee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Design & UI/UX - 4 wee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Development & QA - 8 weeks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0A0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4: Deployment & Support - 2 weeks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Team and Resourc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 Manager: [Name], PMP certified (8 years experienc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 Developer: [Name], expert in React Native and Node.j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signers and Testers: 4 specialis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0 hours allocat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ols: Jira for tracking, AWS for hosting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Budget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project cost: $150,000 (fixed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down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lanning & Design: $3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: $8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sting & Deployment: $25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 Management: $15,000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7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43140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yment: 30% upfront, 40% at prototype, 30% on completion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0A0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Benefits and ROI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cost savings: $5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ivity increase: 25% via autom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alable for futur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ROI: 200% within 12 months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DC262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9A34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B4530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0: Terms and Condi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iality: Under 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arranty: 90-day post-launch sup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rmination: 30 days' notice, fees prorat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ceptance: Client approval at milestones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BE123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1: Next Steps and Contac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call to discus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Name] at [email/phon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bring this vision to life!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6">
  <a:themeElements>
    <a:clrScheme name="Theme9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2026-05-02T18:08:58Z</dcterms:created>
  <dcterms:modified xsi:type="dcterms:W3CDTF">2026-05-02T18:08:58Z</dcterms:modified>
  <dc:title>Business Proposal: Custom Software Development Project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