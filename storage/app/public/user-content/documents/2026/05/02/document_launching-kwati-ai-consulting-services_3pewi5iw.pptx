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374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Launching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ing Kwati AI Consulting Servi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Propos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AI-driven solutions tailored to your busine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ecialties: Automation, data analytics, custom softw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al: 20-30% productivity improvement in first 6 month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package: Assessment, development, training, support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8FAF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20617">
                    <a:alpha val="100000"/>
                  </a:srgbClr>
                </a:solidFill>
                <a:latin typeface="Calibri"/>
              </a:rPr>
              <a:t><![CDATA[Slide 3: 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: Innovative firm built by the Kwati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Machine learning, NLP, predictiv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ed 50+ clients in e-commerce, finance, healthc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Empower businesses with scalable AI for growth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t processes and data overloa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nual tasks increase costs and miss opportunit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of falling behind AI-adopting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ed for personalized customer experiences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: Free audit for opportunit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Development: Chatbots, predictive models, workflow automa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& Training: Seamless integration and team sup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: 24/7 monitoring, quarterly updat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ample: AI dashboard for real-time sales analysis (15% waste reduction)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Timeline and Milest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-2: Discovery and plan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3-8: Development and tes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9-10: Deployment and trai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: Monthly reviews from Month 2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itial rollout: 10 week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8FAF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20617">
                    <a:alpha val="100000"/>
                  </a:srgbClr>
                </a:solidFill>
                <a:latin typeface="Calibri"/>
              </a:rPr>
              <a:t><![CDATA[Slide 7: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sic Package: $15,000 (assessment + one AI too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ndard Package: $30,000 (full development + training for 5 user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mium Package: $50,000 (enterprise integration + 12 months support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s: 40% upfront, 30% midpoint, 30% comple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scounts for long-term contracts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 Savings: 20+ hours saved per employee week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: Grow without added staff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Edge: Data-driven market ins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ROI: 3-5x investment in first year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EAB30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64748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alid for 30 day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 under 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0% money back guarantee if milestones unmet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94A3B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0: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free consul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Contact Info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transform your business with AI!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3">
  <a:themeElements>
    <a:clrScheme name="Theme5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2026-05-02T18:44:34Z</dcterms:created>
  <dcterms:modified xsi:type="dcterms:W3CDTF">2026-05-02T18:44:34Z</dcterms:modified>
  <dc:title>Launching Kwati AI Consulting Services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