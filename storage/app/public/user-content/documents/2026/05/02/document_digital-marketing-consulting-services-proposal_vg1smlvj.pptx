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76277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381250" y="0"/>
            <a:ext cx="904875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095625" y="0"/>
            <a:ext cx="3810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429000" y="0"/>
            <a:ext cx="5715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334000" y="3429000"/>
            <a:ext cx="2095500" cy="514350"/>
          </a:xfrm>
          <a:prstGeom prst="rect">
            <a:avLst/>
          </a:prstGeom>
          <a:solidFill>
            <a:srgbClr val="F3F8F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524500" y="3657600"/>
            <a:ext cx="1619250" cy="9525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457200" y="1428750"/>
            <a:ext cx="2476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IGITAL MARKETING CONSULTING SERVICES PROPOS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57200" y="3381375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DCEBFA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57200" y="3714750"/>
            <a:ext cx="238125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EAF4FE">
                    <a:alpha val="100000"/>
                  </a:srgbClr>
                </a:solidFill>
                <a:latin typeface="Calibri"/>
              </a:rPr>
              <a:t><![CDATA[May 2026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505450" y="3524250"/>
            <a:ext cx="1809750" cy="514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0F5EA8">
                    <a:alpha val="100000"/>
                  </a:srgbClr>
                </a:solidFill>
                <a:latin typeface="Calibri"/>
              </a:rPr>
              <a:t><![CDATA[Strategy • Growth • Impact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 Marketing Acceleration Progr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al for [Client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pared by [Your Company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2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Your Contact Info]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4C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0"/>
            <a:ext cx="2857500" cy="914400"/>
          </a:xfrm>
          <a:prstGeom prst="rect">
            <a:avLst/>
          </a:prstGeom>
          <a:solidFill>
            <a:srgbClr val="2A8DD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753350" y="0"/>
            <a:ext cx="381000" cy="9144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333500"/>
            <a:ext cx="7924800" cy="2857500"/>
          </a:xfrm>
          <a:prstGeom prst="rect">
            <a:avLst/>
          </a:prstGeom>
          <a:solidFill>
            <a:srgbClr val="F7FAF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333500"/>
            <a:ext cx="7924800" cy="762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rehensive 6-month digital marketing packag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: SEO, social media, content mark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ed outcomes: 40% traffic increase, 25% more lea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a-driven strategy for strong ROI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tisfaction guarantee includ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146A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762625" y="0"/>
            <a:ext cx="476250" cy="5143500"/>
          </a:xfrm>
          <a:prstGeom prst="rect">
            <a:avLst/>
          </a:prstGeom>
          <a:solidFill>
            <a:srgbClr val="215E9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638800" y="0"/>
            <a:ext cx="190500" cy="51435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71500" y="1257300"/>
            <a:ext cx="4953000" cy="29718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71500" y="1257300"/>
            <a:ext cx="4953000" cy="762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A335B">
                    <a:alpha val="100000"/>
                  </a:srgbClr>
                </a:solidFill>
                <a:latin typeface="Calibri"/>
              </a:rPr>
              <a:t><![CDATA[Slide 3: About [Your Company Name]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0+ years in digital mark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0+ clients served (retail, tech, healthcare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: 15 certified experts (SEO, content, analytic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ven results: Average 35% revenue growth for clients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The Challeng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w search engine visibilit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consistent social media engag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ragmented content strateg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: Stagnant growth vs. competi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y: Leverage digital tools for scale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4C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0"/>
            <a:ext cx="2857500" cy="914400"/>
          </a:xfrm>
          <a:prstGeom prst="rect">
            <a:avLst/>
          </a:prstGeom>
          <a:solidFill>
            <a:srgbClr val="2A8DD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753350" y="0"/>
            <a:ext cx="381000" cy="9144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333500"/>
            <a:ext cx="7924800" cy="2857500"/>
          </a:xfrm>
          <a:prstGeom prst="rect">
            <a:avLst/>
          </a:prstGeom>
          <a:solidFill>
            <a:srgbClr val="F7FAF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333500"/>
            <a:ext cx="7924800" cy="762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Our Proposed Solutio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: Audit & Strategy (Month 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bsite/competitor analys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roadmap with KP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: Implementation (Months 2-4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O optimiz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ocial media on 3 platforms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146A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762625" y="0"/>
            <a:ext cx="476250" cy="5143500"/>
          </a:xfrm>
          <a:prstGeom prst="rect">
            <a:avLst/>
          </a:prstGeom>
          <a:solidFill>
            <a:srgbClr val="215E9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638800" y="0"/>
            <a:ext cx="190500" cy="51435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71500" y="1257300"/>
            <a:ext cx="4953000" cy="29718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71500" y="1257300"/>
            <a:ext cx="4953000" cy="762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A335B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2 blog posts, 2 email campaigns, 1 lead magne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: Optimization (Months 5-6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nthly reviews via Google Analyt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/B testing and adjust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training and asset handover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Timeline & Milestone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1-4: Audit and strategy approval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5-16: Core implement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17-24: Optimization and evalu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 25: Project closeout and final repo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hared dashboard for real-time tracking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4C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0"/>
            <a:ext cx="2857500" cy="914400"/>
          </a:xfrm>
          <a:prstGeom prst="rect">
            <a:avLst/>
          </a:prstGeom>
          <a:solidFill>
            <a:srgbClr val="2A8DD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753350" y="0"/>
            <a:ext cx="381000" cy="9144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333500"/>
            <a:ext cx="7924800" cy="2857500"/>
          </a:xfrm>
          <a:prstGeom prst="rect">
            <a:avLst/>
          </a:prstGeom>
          <a:solidFill>
            <a:srgbClr val="F7FAF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333500"/>
            <a:ext cx="7924800" cy="762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Pricing Overview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l Audit & Strategy: $5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ation (Months 2-4): $12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timization & Reporting (Months 5-6): $6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Investment: $23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yment: 30% upfront, 40% at Month 3, 30% at e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scounts: 10% for annual or referrals (excl. taxes)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146A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762625" y="0"/>
            <a:ext cx="476250" cy="5143500"/>
          </a:xfrm>
          <a:prstGeom prst="rect">
            <a:avLst/>
          </a:prstGeom>
          <a:solidFill>
            <a:srgbClr val="215E9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638800" y="0"/>
            <a:ext cx="190500" cy="51435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71500" y="1257300"/>
            <a:ext cx="4953000" cy="29718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71500" y="1257300"/>
            <a:ext cx="4953000" cy="762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A335B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46AAE">
                    <a:alpha val="100000"/>
                  </a:srgbClr>
                </a:solidFill>
                <a:latin typeface="Calibri"/>
              </a:rPr>
              <a:t><![CDATA[Slide 8: Expected Benefits & ROI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isibility Boost: 40% more website traffic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gagement Gains: 25% increase in lea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 Projection: Break-even in 4 months, 3x return by e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ng-Term Value: Owned strategies for ongoing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uarantee: Additional services if KPIs unmet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F5EA8">
                    <a:alpha val="100000"/>
                  </a:srgbClr>
                </a:solidFill>
                <a:latin typeface="Calibri"/>
              </a:rPr>
              <a:t><![CDATA[Slide 9: Next Ste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iew and sign agre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discovery call for customiz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[Your Name], [Email], [Phon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t's partner for your digital success!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0">
  <a:themeElements>
    <a:clrScheme name="Theme8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2026-05-02T18:28:24Z</dcterms:created>
  <dcterms:modified xsi:type="dcterms:W3CDTF">2026-05-02T18:28:24Z</dcterms:modified>
  <dc:title>Digital Marketing Consulting Services Proposal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