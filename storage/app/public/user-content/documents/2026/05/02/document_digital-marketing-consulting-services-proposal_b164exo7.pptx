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76302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E8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Digital Marketing Consulting Services Proposal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2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 Acceleration Progr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posal for [Client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pared by [Your Company Nam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2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Your Contact Info]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rehensive 6-month digital marketing packag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cus: SEO, social media, content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ed outcomes: 40% traffic increase, 25% more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strategy for strong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tisfaction guarantee includ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A3764">
                    <a:alpha val="100000"/>
                  </a:srgbClr>
                </a:solidFill>
                <a:latin typeface="Calibri"/>
              </a:rPr>
              <a:t><![CDATA[Slide 3: About [Your Company Name]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+ years in digital mark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0+ clients served (retail, tech, healthcare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15 certified experts (SEO, content, analytics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ven results: Average 35% revenue growth for clients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The Challeng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w search engine visibilit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onsistent social media engag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ragmented content strategi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: Stagnant growth vs. competi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Leverage digital tools for scale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Our Proposed Solutio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1: Audit & Strategy (Month 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bsite/competitor analys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roadmap with KPI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2: Implementation (Months 2-4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EO optimiz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ocial media on 3 platforms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7C3AE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2 blog posts, 2 email campaigns, 1 lead magne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hase 3: Optimization (Months 5-6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onthly reviews via Google Analytic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/B testing and adjustm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training and asset handover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FACC1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0D948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CFE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9333E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34E4A">
                    <a:alpha val="100000"/>
                  </a:srgbClr>
                </a:solidFill>
                <a:latin typeface="Calibri"/>
              </a:rPr>
              <a:t><![CDATA[Slide 6: Timeline & Mileston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-4: Audit and strategy approval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5-16: Core implement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s 17-24: Optimization and evalu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ek 25: Project closeout and final repor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hared dashboard for real-time tracking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5EA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0"/>
            <a:ext cx="2857500" cy="914400"/>
          </a:xfrm>
          <a:prstGeom prst="rect">
            <a:avLst/>
          </a:prstGeom>
          <a:solidFill>
            <a:srgbClr val="1D79C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753350" y="0"/>
            <a:ext cx="381000" cy="9144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09600" y="1333500"/>
            <a:ext cx="7924800" cy="2857500"/>
          </a:xfrm>
          <a:prstGeom prst="rect">
            <a:avLst/>
          </a:prstGeom>
          <a:solidFill>
            <a:srgbClr val="F7FAF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09600" y="1333500"/>
            <a:ext cx="7924800" cy="76200"/>
          </a:xfrm>
          <a:prstGeom prst="rect">
            <a:avLst/>
          </a:prstGeom>
          <a:solidFill>
            <a:srgbClr val="68B3E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Pricing Overview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itial Audit & Strategy: $5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lementation (Months 2-4): $12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timization & Reporting (Months 5-6): $6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otal Investment: $23,000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yment: 30% upfront, 40% at Month 3, 30% at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scounts: 10% for annual or referrals (excl. taxes)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096000" y="0"/>
            <a:ext cx="3048000" cy="5143500"/>
          </a:xfrm>
          <a:prstGeom prst="rect">
            <a:avLst/>
          </a:prstGeom>
          <a:solidFill>
            <a:srgbClr val="0A4C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762625" y="0"/>
            <a:ext cx="476250" cy="5143500"/>
          </a:xfrm>
          <a:prstGeom prst="rect">
            <a:avLst/>
          </a:prstGeom>
          <a:solidFill>
            <a:srgbClr val="2A8DD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638800" y="0"/>
            <a:ext cx="190500" cy="51435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571500" y="1257300"/>
            <a:ext cx="4953000" cy="29718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571500" y="1257300"/>
            <a:ext cx="4953000" cy="76200"/>
          </a:xfrm>
          <a:prstGeom prst="rect">
            <a:avLst/>
          </a:prstGeom>
          <a:solidFill>
            <a:srgbClr val="8ED0F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082B52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0A4C87">
                    <a:alpha val="100000"/>
                  </a:srgbClr>
                </a:solidFill>
                <a:latin typeface="Calibri"/>
              </a:rPr>
              <a:t><![CDATA[Slide 8: Expected Benefits & ROI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isibility Boost: 40% more website traffic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ngagement Gains: 25% increase in lead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Projection: Break-even in 4 months, 3x return by en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ng-Term Value: Owned strategies for ongoing growt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uarantee: Additional services if KPIs unmet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3095625" cy="5143500"/>
          </a:xfrm>
          <a:prstGeom prst="rect">
            <a:avLst/>
          </a:prstGeom>
          <a:solidFill>
            <a:srgbClr val="146A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2381250" y="0"/>
            <a:ext cx="809625" cy="5143500"/>
          </a:xfrm>
          <a:prstGeom prst="rect">
            <a:avLst/>
          </a:prstGeom>
          <a:solidFill>
            <a:srgbClr val="215E9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3000375" y="0"/>
            <a:ext cx="266700" cy="51435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3429000" y="1181100"/>
            <a:ext cx="5143500" cy="30480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3429000" y="1181100"/>
            <a:ext cx="5143500" cy="76200"/>
          </a:xfrm>
          <a:prstGeom prst="rect">
            <a:avLst/>
          </a:prstGeom>
          <a:solidFill>
            <a:srgbClr val="9FD9F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46AAE">
                    <a:alpha val="100000"/>
                  </a:srgbClr>
                </a:solidFill>
                <a:latin typeface="Calibri"/>
              </a:rPr>
              <a:t><![CDATA[Slide 9: Next Ste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and sign agreeme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 for customiza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[Your Name], [Email], [Phone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t's partner for your digital success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8">
  <a:themeElements>
    <a:clrScheme name="Theme3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2026-05-02T18:32:27Z</dcterms:created>
  <dcterms:modified xsi:type="dcterms:W3CDTF">2026-05-02T18:32:27Z</dcterms:modified>
  <dc:title>Digital Marketing Consulting Services Proposal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