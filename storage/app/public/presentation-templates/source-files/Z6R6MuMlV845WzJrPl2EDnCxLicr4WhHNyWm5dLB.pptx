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313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 for Kwati AI Consulting Servic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proposes AI-driven consulting to optimize operations for [Client Company Nam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-30% efficiency gain in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cost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3x in 18 months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AI solutions provider by KwatiAi tea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rtise: ML, NLP, predictive analyt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+ clients, including Fortune 5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calable AI for innovation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in [e.g., supply chain, customer servic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efficiencies and high cos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ditional methods insufficient for modern dat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AI consulting packag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 and Strateg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Development (chatbots, predictive tool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and Train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 (6 months)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Timeli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Discovery (Weeks 1-4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Development (Weeks 5-12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Implementation (Weeks 13-16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4: Training & Launch (Weeks 17-2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5: Support (Months 6-12)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xed Fee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upfront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after Phase 2 ($60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on delivery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onal: Extended support ($20,000/year)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Benefits and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: Automate 40% tasks, cut costs 25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sights: Boost revenue 15-2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ility: Future-proof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Break-even in 12 months, $450,000 net by year 2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rms and Condi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uration: 12 months, renewabl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iality: NDA protect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ination: 30-day notice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call to discus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ai.com | +1-555-123-4567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: Kwati AI Team | Date: April 29, 2026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0">
  <a:themeElements>
    <a:clrScheme name="Theme5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2026-04-29T21:07:38Z</dcterms:created>
  <dcterms:modified xsi:type="dcterms:W3CDTF">2026-04-29T21:07:38Z</dcterms:modified>
  <dc:title>Business Proposal for Kwati AI Consulting Services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