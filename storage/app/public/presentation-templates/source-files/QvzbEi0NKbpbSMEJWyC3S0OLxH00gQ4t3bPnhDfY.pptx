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_rels/slideLayout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1" r:id="rId3"/>
    <p:sldMasterId id="2147483653" r:id="rId4"/>
    <p:sldMasterId id="2147483655" r:id="rId5"/>
    <p:sldMasterId id="2147483658" r:id="rId6"/>
    <p:sldMasterId id="2147483660" r:id="rId7"/>
    <p:sldMasterId id="2147483662" r:id="rId8"/>
    <p:sldMasterId id="2147483664" r:id="rId9"/>
    <p:sldMasterId id="2147483666" r:id="rId10"/>
    <p:sldMasterId id="2147483668" r:id="rId11"/>
    <p:sldMasterId id="2147483670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Can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Noto Sans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Can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Noto Sans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of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Noto Sans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opic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Noto Sans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F0765E3-7942-4A74-AB9E-A5C1BD1C1AB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4DB6E2A-7768-4ECC-84A9-665739EC5AC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Sample Artic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FE6DA5A-9535-4387-AD0E-38E9602966F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opic 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sert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CEAC01F3-806D-47E8-9184-991614AF5C2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sert Pictur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8B575F37-89DC-47E8-BCFB-259B1BDCBE2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ist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9564C568-8B2C-49CA-B7C7-BEA99C46017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opic 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Greet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8826C067-7E01-4779-9FBF-9FE50CE7EB7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3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7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8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9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10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11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2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" descr=""/>
          <p:cNvPicPr/>
          <p:nvPr/>
        </p:nvPicPr>
        <p:blipFill>
          <a:blip r:embed="rId2"/>
          <a:stretch/>
        </p:blipFill>
        <p:spPr>
          <a:xfrm>
            <a:off x="0" y="0"/>
            <a:ext cx="10080000" cy="5670000"/>
          </a:xfrm>
          <a:prstGeom prst="rect">
            <a:avLst/>
          </a:prstGeom>
          <a:ln w="0">
            <a:noFill/>
          </a:ln>
        </p:spPr>
      </p:pic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  <p:sldLayoutId id="2147483650" r:id="rId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"/>
          <p:cNvGrpSpPr/>
          <p:nvPr/>
        </p:nvGrpSpPr>
        <p:grpSpPr>
          <a:xfrm>
            <a:off x="10800" y="360"/>
            <a:ext cx="3235320" cy="5694120"/>
            <a:chOff x="10800" y="360"/>
            <a:chExt cx="3235320" cy="5694120"/>
          </a:xfrm>
        </p:grpSpPr>
        <p:sp>
          <p:nvSpPr>
            <p:cNvPr id="8" name=""/>
            <p:cNvSpPr/>
            <p:nvPr/>
          </p:nvSpPr>
          <p:spPr>
            <a:xfrm>
              <a:off x="10800" y="360"/>
              <a:ext cx="1851120" cy="1946880"/>
            </a:xfrm>
            <a:custGeom>
              <a:avLst/>
              <a:gdLst/>
              <a:ahLst/>
              <a:rect l="0" t="0" r="r" b="b"/>
              <a:pathLst>
                <a:path w="5142" h="5408">
                  <a:moveTo>
                    <a:pt x="3781" y="0"/>
                  </a:moveTo>
                  <a:lnTo>
                    <a:pt x="0" y="2467"/>
                  </a:lnTo>
                  <a:lnTo>
                    <a:pt x="0" y="5408"/>
                  </a:lnTo>
                  <a:lnTo>
                    <a:pt x="5142" y="2053"/>
                  </a:lnTo>
                  <a:lnTo>
                    <a:pt x="3802" y="0"/>
                  </a:lnTo>
                  <a:lnTo>
                    <a:pt x="3781" y="0"/>
                  </a:lnTo>
                  <a:close/>
                </a:path>
              </a:pathLst>
            </a:custGeom>
            <a:solidFill>
              <a:srgbClr val="7f59ae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10800" y="2327760"/>
              <a:ext cx="2012760" cy="2030760"/>
            </a:xfrm>
            <a:custGeom>
              <a:avLst/>
              <a:gdLst/>
              <a:ahLst/>
              <a:rect l="0" t="0" r="r" b="b"/>
              <a:pathLst>
                <a:path w="5591" h="5641">
                  <a:moveTo>
                    <a:pt x="4291" y="0"/>
                  </a:moveTo>
                  <a:lnTo>
                    <a:pt x="0" y="2799"/>
                  </a:lnTo>
                  <a:lnTo>
                    <a:pt x="0" y="5641"/>
                  </a:lnTo>
                  <a:lnTo>
                    <a:pt x="5591" y="1993"/>
                  </a:lnTo>
                  <a:lnTo>
                    <a:pt x="4291" y="0"/>
                  </a:lnTo>
                  <a:close/>
                </a:path>
              </a:pathLst>
            </a:custGeom>
            <a:solidFill>
              <a:srgbClr val="f8b622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0" name=""/>
            <p:cNvSpPr/>
            <p:nvPr/>
          </p:nvSpPr>
          <p:spPr>
            <a:xfrm>
              <a:off x="10800" y="200520"/>
              <a:ext cx="3193560" cy="3239280"/>
            </a:xfrm>
            <a:custGeom>
              <a:avLst/>
              <a:gdLst/>
              <a:ahLst/>
              <a:rect l="0" t="0" r="r" b="b"/>
              <a:pathLst>
                <a:path w="8871" h="8998">
                  <a:moveTo>
                    <a:pt x="6776" y="0"/>
                  </a:moveTo>
                  <a:lnTo>
                    <a:pt x="0" y="4422"/>
                  </a:lnTo>
                  <a:lnTo>
                    <a:pt x="0" y="8998"/>
                  </a:lnTo>
                  <a:lnTo>
                    <a:pt x="8871" y="3210"/>
                  </a:lnTo>
                  <a:lnTo>
                    <a:pt x="6776" y="0"/>
                  </a:lnTo>
                  <a:close/>
                </a:path>
              </a:pathLst>
            </a:custGeom>
            <a:solidFill>
              <a:srgbClr val="e54b89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11" name=""/>
            <p:cNvSpPr/>
            <p:nvPr/>
          </p:nvSpPr>
          <p:spPr>
            <a:xfrm>
              <a:off x="10800" y="2680920"/>
              <a:ext cx="3235320" cy="2977560"/>
            </a:xfrm>
            <a:custGeom>
              <a:avLst/>
              <a:gdLst/>
              <a:ahLst/>
              <a:rect l="0" t="0" r="r" b="b"/>
              <a:pathLst>
                <a:path w="8987" h="8271">
                  <a:moveTo>
                    <a:pt x="7027" y="0"/>
                  </a:moveTo>
                  <a:lnTo>
                    <a:pt x="0" y="4585"/>
                  </a:lnTo>
                  <a:lnTo>
                    <a:pt x="0" y="8271"/>
                  </a:lnTo>
                  <a:lnTo>
                    <a:pt x="911" y="8271"/>
                  </a:lnTo>
                  <a:lnTo>
                    <a:pt x="8987" y="3002"/>
                  </a:lnTo>
                  <a:lnTo>
                    <a:pt x="7027" y="0"/>
                  </a:lnTo>
                  <a:close/>
                </a:path>
              </a:pathLst>
            </a:custGeom>
            <a:solidFill>
              <a:srgbClr val="fe7130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12" name=""/>
            <p:cNvSpPr/>
            <p:nvPr/>
          </p:nvSpPr>
          <p:spPr>
            <a:xfrm>
              <a:off x="277560" y="4977000"/>
              <a:ext cx="1568160" cy="717480"/>
            </a:xfrm>
            <a:custGeom>
              <a:avLst/>
              <a:gdLst/>
              <a:ahLst/>
              <a:rect l="0" t="0" r="r" b="b"/>
              <a:pathLst>
                <a:path w="4356" h="1993">
                  <a:moveTo>
                    <a:pt x="3055" y="0"/>
                  </a:moveTo>
                  <a:lnTo>
                    <a:pt x="0" y="1993"/>
                  </a:lnTo>
                  <a:lnTo>
                    <a:pt x="4356" y="1993"/>
                  </a:lnTo>
                  <a:lnTo>
                    <a:pt x="3055" y="0"/>
                  </a:lnTo>
                  <a:close/>
                </a:path>
              </a:pathLst>
            </a:custGeom>
            <a:solidFill>
              <a:srgbClr val="7f59ae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13" name=""/>
            <p:cNvSpPr/>
            <p:nvPr/>
          </p:nvSpPr>
          <p:spPr>
            <a:xfrm>
              <a:off x="10800" y="360"/>
              <a:ext cx="1398960" cy="912960"/>
            </a:xfrm>
            <a:custGeom>
              <a:avLst/>
              <a:gdLst/>
              <a:ahLst/>
              <a:rect l="0" t="0" r="r" b="b"/>
              <a:pathLst>
                <a:path w="3886" h="2536">
                  <a:moveTo>
                    <a:pt x="0" y="0"/>
                  </a:moveTo>
                  <a:lnTo>
                    <a:pt x="0" y="2536"/>
                  </a:lnTo>
                  <a:lnTo>
                    <a:pt x="388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0c4e4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</p:grpSp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80000" y="260280"/>
            <a:ext cx="9720000" cy="653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Noto Sans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540000" y="1374480"/>
            <a:ext cx="9360000" cy="43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Noto Sans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Noto San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Noto Sans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Noto San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Noto Sans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Noto San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Noto Sans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Noto San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Noto Sans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Noto San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Noto Sans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Noto San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Noto Sans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6" name=""/>
          <p:cNvSpPr/>
          <p:nvPr/>
        </p:nvSpPr>
        <p:spPr>
          <a:xfrm>
            <a:off x="10800" y="5669640"/>
            <a:ext cx="10068840" cy="10440"/>
          </a:xfrm>
          <a:custGeom>
            <a:avLst/>
            <a:gdLst/>
            <a:ahLst/>
            <a:rect l="0" t="0" r="r" b="b"/>
            <a:pathLst>
              <a:path w="27969" h="29">
                <a:moveTo>
                  <a:pt x="0" y="0"/>
                </a:moveTo>
                <a:lnTo>
                  <a:pt x="27969" y="0"/>
                </a:lnTo>
                <a:lnTo>
                  <a:pt x="27969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-34560" bIns="-345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title"/>
          </p:nvPr>
        </p:nvSpPr>
        <p:spPr>
          <a:xfrm rot="5391000">
            <a:off x="6879600" y="2340720"/>
            <a:ext cx="4343760" cy="112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6500" spc="-1" strike="noStrike">
                <a:solidFill>
                  <a:srgbClr val="fe7130"/>
                </a:solidFill>
                <a:latin typeface="Noto Sans"/>
              </a:rPr>
              <a:t>CONTENT</a:t>
            </a:r>
            <a:endParaRPr b="0" lang="en-US" sz="6500" spc="-1" strike="noStrike">
              <a:solidFill>
                <a:srgbClr val="000000"/>
              </a:solidFill>
              <a:latin typeface="Noto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2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"/>
          <p:cNvGrpSpPr/>
          <p:nvPr/>
        </p:nvGrpSpPr>
        <p:grpSpPr>
          <a:xfrm>
            <a:off x="1190520" y="664200"/>
            <a:ext cx="2409840" cy="4373280"/>
            <a:chOff x="1190520" y="664200"/>
            <a:chExt cx="2409840" cy="4373280"/>
          </a:xfrm>
        </p:grpSpPr>
        <p:sp>
          <p:nvSpPr>
            <p:cNvPr id="21" name=""/>
            <p:cNvSpPr/>
            <p:nvPr/>
          </p:nvSpPr>
          <p:spPr>
            <a:xfrm>
              <a:off x="2077200" y="811440"/>
              <a:ext cx="1523160" cy="1523160"/>
            </a:xfrm>
            <a:custGeom>
              <a:avLst/>
              <a:gdLst/>
              <a:ahLst/>
              <a:rect l="0" t="0" r="r" b="b"/>
              <a:pathLst>
                <a:path w="4231" h="4231">
                  <a:moveTo>
                    <a:pt x="1057" y="3164"/>
                  </a:moveTo>
                  <a:lnTo>
                    <a:pt x="0" y="2098"/>
                  </a:lnTo>
                  <a:lnTo>
                    <a:pt x="2117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4"/>
                  </a:lnTo>
                  <a:close/>
                </a:path>
              </a:pathLst>
            </a:custGeom>
            <a:solidFill>
              <a:srgbClr val="fe7130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22" name=""/>
            <p:cNvSpPr/>
            <p:nvPr/>
          </p:nvSpPr>
          <p:spPr>
            <a:xfrm>
              <a:off x="1190520" y="1683000"/>
              <a:ext cx="1523160" cy="1523160"/>
            </a:xfrm>
            <a:custGeom>
              <a:avLst/>
              <a:gdLst/>
              <a:ahLst/>
              <a:rect l="0" t="0" r="r" b="b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7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solidFill>
              <a:srgbClr val="fe7130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23" name=""/>
            <p:cNvSpPr/>
            <p:nvPr/>
          </p:nvSpPr>
          <p:spPr>
            <a:xfrm>
              <a:off x="2077200" y="2642760"/>
              <a:ext cx="1523160" cy="1523520"/>
            </a:xfrm>
            <a:custGeom>
              <a:avLst/>
              <a:gdLst/>
              <a:ahLst/>
              <a:rect l="0" t="0" r="r" b="b"/>
              <a:pathLst>
                <a:path w="4231" h="4232">
                  <a:moveTo>
                    <a:pt x="1057" y="3165"/>
                  </a:moveTo>
                  <a:lnTo>
                    <a:pt x="0" y="2099"/>
                  </a:lnTo>
                  <a:lnTo>
                    <a:pt x="2117" y="0"/>
                  </a:lnTo>
                  <a:lnTo>
                    <a:pt x="4231" y="2133"/>
                  </a:lnTo>
                  <a:lnTo>
                    <a:pt x="2114" y="4232"/>
                  </a:lnTo>
                  <a:lnTo>
                    <a:pt x="1057" y="3165"/>
                  </a:lnTo>
                  <a:close/>
                </a:path>
              </a:pathLst>
            </a:custGeom>
            <a:solidFill>
              <a:srgbClr val="fe7130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24" name=""/>
            <p:cNvSpPr/>
            <p:nvPr/>
          </p:nvSpPr>
          <p:spPr>
            <a:xfrm>
              <a:off x="1190520" y="3514320"/>
              <a:ext cx="1523160" cy="1523160"/>
            </a:xfrm>
            <a:custGeom>
              <a:avLst/>
              <a:gdLst/>
              <a:ahLst/>
              <a:rect l="0" t="0" r="r" b="b"/>
              <a:pathLst>
                <a:path w="4231" h="4231">
                  <a:moveTo>
                    <a:pt x="1057" y="3164"/>
                  </a:moveTo>
                  <a:lnTo>
                    <a:pt x="0" y="2098"/>
                  </a:lnTo>
                  <a:lnTo>
                    <a:pt x="2117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4"/>
                  </a:lnTo>
                  <a:close/>
                </a:path>
              </a:pathLst>
            </a:custGeom>
            <a:solidFill>
              <a:srgbClr val="fe7130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25" name=""/>
            <p:cNvSpPr/>
            <p:nvPr/>
          </p:nvSpPr>
          <p:spPr>
            <a:xfrm>
              <a:off x="2077200" y="664200"/>
              <a:ext cx="1523160" cy="1523160"/>
            </a:xfrm>
            <a:custGeom>
              <a:avLst/>
              <a:gdLst/>
              <a:ahLst/>
              <a:rect l="0" t="0" r="r" b="b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noFill/>
            <a:ln cap="rnd" w="39600">
              <a:solidFill>
                <a:srgbClr val="ffd74c"/>
              </a:solidFill>
              <a:bevel/>
            </a:ln>
          </p:spPr>
          <p:txBody>
            <a:bodyPr lIns="109800" rIns="109800" tIns="64800" bIns="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26" name=""/>
            <p:cNvSpPr/>
            <p:nvPr/>
          </p:nvSpPr>
          <p:spPr>
            <a:xfrm>
              <a:off x="1190520" y="1535760"/>
              <a:ext cx="1523160" cy="1523520"/>
            </a:xfrm>
            <a:custGeom>
              <a:avLst/>
              <a:gdLst/>
              <a:ahLst/>
              <a:rect l="0" t="0" r="r" b="b"/>
              <a:pathLst>
                <a:path w="4231" h="4232">
                  <a:moveTo>
                    <a:pt x="1057" y="3165"/>
                  </a:moveTo>
                  <a:lnTo>
                    <a:pt x="0" y="2099"/>
                  </a:lnTo>
                  <a:lnTo>
                    <a:pt x="2116" y="0"/>
                  </a:lnTo>
                  <a:lnTo>
                    <a:pt x="4231" y="2134"/>
                  </a:lnTo>
                  <a:lnTo>
                    <a:pt x="2114" y="4232"/>
                  </a:lnTo>
                  <a:lnTo>
                    <a:pt x="1057" y="3165"/>
                  </a:lnTo>
                  <a:close/>
                </a:path>
              </a:pathLst>
            </a:custGeom>
            <a:noFill/>
            <a:ln cap="rnd" w="39600">
              <a:solidFill>
                <a:srgbClr val="ffd74c"/>
              </a:solidFill>
              <a:bevel/>
            </a:ln>
          </p:spPr>
          <p:txBody>
            <a:bodyPr lIns="109800" rIns="109800" tIns="64800" bIns="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27" name=""/>
            <p:cNvSpPr/>
            <p:nvPr/>
          </p:nvSpPr>
          <p:spPr>
            <a:xfrm>
              <a:off x="2077200" y="2495880"/>
              <a:ext cx="1523160" cy="1523160"/>
            </a:xfrm>
            <a:custGeom>
              <a:avLst/>
              <a:gdLst/>
              <a:ahLst/>
              <a:rect l="0" t="0" r="r" b="b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7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noFill/>
            <a:ln cap="rnd" w="39600">
              <a:solidFill>
                <a:srgbClr val="ffd74c"/>
              </a:solidFill>
              <a:bevel/>
            </a:ln>
          </p:spPr>
          <p:txBody>
            <a:bodyPr lIns="109800" rIns="109800" tIns="64800" bIns="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28" name=""/>
            <p:cNvSpPr/>
            <p:nvPr/>
          </p:nvSpPr>
          <p:spPr>
            <a:xfrm>
              <a:off x="1190520" y="3367080"/>
              <a:ext cx="1523160" cy="1523520"/>
            </a:xfrm>
            <a:custGeom>
              <a:avLst/>
              <a:gdLst/>
              <a:ahLst/>
              <a:rect l="0" t="0" r="r" b="b"/>
              <a:pathLst>
                <a:path w="4231" h="4232">
                  <a:moveTo>
                    <a:pt x="1057" y="3165"/>
                  </a:moveTo>
                  <a:lnTo>
                    <a:pt x="0" y="2099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2"/>
                  </a:lnTo>
                  <a:lnTo>
                    <a:pt x="1057" y="3165"/>
                  </a:lnTo>
                  <a:close/>
                </a:path>
              </a:pathLst>
            </a:custGeom>
            <a:noFill/>
            <a:ln cap="rnd" w="39600">
              <a:solidFill>
                <a:srgbClr val="ffd74c"/>
              </a:solidFill>
              <a:bevel/>
            </a:ln>
          </p:spPr>
          <p:txBody>
            <a:bodyPr lIns="109800" rIns="109800" tIns="64800" bIns="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</p:grpSp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68360" y="31356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Noto Sans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68360" y="139176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Noto Sans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Noto San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Noto Sans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Noto San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Noto Sans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Noto San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Noto Sans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Noto San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Noto Sans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Noto San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Noto Sans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Noto San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Noto Sans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31" name=""/>
          <p:cNvSpPr/>
          <p:nvPr/>
        </p:nvSpPr>
        <p:spPr>
          <a:xfrm>
            <a:off x="14040" y="5667120"/>
            <a:ext cx="10068840" cy="0"/>
          </a:xfrm>
          <a:custGeom>
            <a:avLst/>
            <a:gdLst/>
            <a:ahLst/>
            <a:rect l="0" t="0" r="r" b="b"/>
            <a:pathLst>
              <a:path w="27969" h="0">
                <a:moveTo>
                  <a:pt x="0" y="0"/>
                </a:moveTo>
                <a:lnTo>
                  <a:pt x="27969" y="0"/>
                </a:lnTo>
                <a:lnTo>
                  <a:pt x="2796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-45000" bIns="-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"/>
            </a:endParaRPr>
          </a:p>
        </p:txBody>
      </p:sp>
      <p:grpSp>
        <p:nvGrpSpPr>
          <p:cNvPr id="32" name=""/>
          <p:cNvGrpSpPr/>
          <p:nvPr/>
        </p:nvGrpSpPr>
        <p:grpSpPr>
          <a:xfrm>
            <a:off x="9783000" y="208080"/>
            <a:ext cx="80640" cy="5249520"/>
            <a:chOff x="9783000" y="208080"/>
            <a:chExt cx="80640" cy="5249520"/>
          </a:xfrm>
        </p:grpSpPr>
        <p:sp>
          <p:nvSpPr>
            <p:cNvPr id="33" name=""/>
            <p:cNvSpPr/>
            <p:nvPr/>
          </p:nvSpPr>
          <p:spPr>
            <a:xfrm>
              <a:off x="9783000" y="2890800"/>
              <a:ext cx="80640" cy="80640"/>
            </a:xfrm>
            <a:custGeom>
              <a:avLst/>
              <a:gdLst/>
              <a:ahLst/>
              <a:rect l="0" t="0" r="r" b="b"/>
              <a:pathLst>
                <a:path w="224" h="224">
                  <a:moveTo>
                    <a:pt x="112" y="224"/>
                  </a:moveTo>
                  <a:lnTo>
                    <a:pt x="119" y="224"/>
                  </a:lnTo>
                  <a:lnTo>
                    <a:pt x="127" y="223"/>
                  </a:lnTo>
                  <a:lnTo>
                    <a:pt x="134" y="222"/>
                  </a:lnTo>
                  <a:lnTo>
                    <a:pt x="141" y="220"/>
                  </a:lnTo>
                  <a:lnTo>
                    <a:pt x="148" y="218"/>
                  </a:lnTo>
                  <a:lnTo>
                    <a:pt x="155" y="215"/>
                  </a:lnTo>
                  <a:lnTo>
                    <a:pt x="162" y="212"/>
                  </a:lnTo>
                  <a:lnTo>
                    <a:pt x="168" y="209"/>
                  </a:lnTo>
                  <a:lnTo>
                    <a:pt x="174" y="205"/>
                  </a:lnTo>
                  <a:lnTo>
                    <a:pt x="180" y="201"/>
                  </a:lnTo>
                  <a:lnTo>
                    <a:pt x="186" y="196"/>
                  </a:lnTo>
                  <a:lnTo>
                    <a:pt x="191" y="191"/>
                  </a:lnTo>
                  <a:lnTo>
                    <a:pt x="196" y="186"/>
                  </a:lnTo>
                  <a:lnTo>
                    <a:pt x="201" y="180"/>
                  </a:lnTo>
                  <a:lnTo>
                    <a:pt x="205" y="174"/>
                  </a:lnTo>
                  <a:lnTo>
                    <a:pt x="209" y="168"/>
                  </a:lnTo>
                  <a:lnTo>
                    <a:pt x="212" y="162"/>
                  </a:lnTo>
                  <a:lnTo>
                    <a:pt x="215" y="155"/>
                  </a:lnTo>
                  <a:lnTo>
                    <a:pt x="218" y="148"/>
                  </a:lnTo>
                  <a:lnTo>
                    <a:pt x="220" y="141"/>
                  </a:lnTo>
                  <a:lnTo>
                    <a:pt x="222" y="134"/>
                  </a:lnTo>
                  <a:lnTo>
                    <a:pt x="223" y="127"/>
                  </a:lnTo>
                  <a:lnTo>
                    <a:pt x="224" y="119"/>
                  </a:lnTo>
                  <a:lnTo>
                    <a:pt x="224" y="112"/>
                  </a:lnTo>
                  <a:lnTo>
                    <a:pt x="224" y="105"/>
                  </a:lnTo>
                  <a:lnTo>
                    <a:pt x="223" y="97"/>
                  </a:lnTo>
                  <a:lnTo>
                    <a:pt x="222" y="90"/>
                  </a:lnTo>
                  <a:lnTo>
                    <a:pt x="220" y="83"/>
                  </a:lnTo>
                  <a:lnTo>
                    <a:pt x="218" y="76"/>
                  </a:lnTo>
                  <a:lnTo>
                    <a:pt x="215" y="69"/>
                  </a:lnTo>
                  <a:lnTo>
                    <a:pt x="212" y="62"/>
                  </a:lnTo>
                  <a:lnTo>
                    <a:pt x="209" y="56"/>
                  </a:lnTo>
                  <a:lnTo>
                    <a:pt x="205" y="50"/>
                  </a:lnTo>
                  <a:lnTo>
                    <a:pt x="201" y="44"/>
                  </a:lnTo>
                  <a:lnTo>
                    <a:pt x="196" y="38"/>
                  </a:lnTo>
                  <a:lnTo>
                    <a:pt x="191" y="33"/>
                  </a:lnTo>
                  <a:lnTo>
                    <a:pt x="186" y="28"/>
                  </a:lnTo>
                  <a:lnTo>
                    <a:pt x="180" y="23"/>
                  </a:lnTo>
                  <a:lnTo>
                    <a:pt x="174" y="19"/>
                  </a:lnTo>
                  <a:lnTo>
                    <a:pt x="168" y="15"/>
                  </a:lnTo>
                  <a:lnTo>
                    <a:pt x="162" y="12"/>
                  </a:lnTo>
                  <a:lnTo>
                    <a:pt x="155" y="9"/>
                  </a:lnTo>
                  <a:lnTo>
                    <a:pt x="148" y="6"/>
                  </a:lnTo>
                  <a:lnTo>
                    <a:pt x="141" y="4"/>
                  </a:lnTo>
                  <a:lnTo>
                    <a:pt x="134" y="2"/>
                  </a:lnTo>
                  <a:lnTo>
                    <a:pt x="127" y="1"/>
                  </a:lnTo>
                  <a:lnTo>
                    <a:pt x="119" y="0"/>
                  </a:lnTo>
                  <a:lnTo>
                    <a:pt x="112" y="0"/>
                  </a:lnTo>
                  <a:lnTo>
                    <a:pt x="105" y="0"/>
                  </a:lnTo>
                  <a:lnTo>
                    <a:pt x="98" y="1"/>
                  </a:lnTo>
                  <a:lnTo>
                    <a:pt x="90" y="2"/>
                  </a:lnTo>
                  <a:lnTo>
                    <a:pt x="83" y="4"/>
                  </a:lnTo>
                  <a:lnTo>
                    <a:pt x="76" y="6"/>
                  </a:lnTo>
                  <a:lnTo>
                    <a:pt x="69" y="8"/>
                  </a:lnTo>
                  <a:lnTo>
                    <a:pt x="63" y="11"/>
                  </a:lnTo>
                  <a:lnTo>
                    <a:pt x="56" y="15"/>
                  </a:lnTo>
                  <a:lnTo>
                    <a:pt x="50" y="19"/>
                  </a:lnTo>
                  <a:lnTo>
                    <a:pt x="44" y="23"/>
                  </a:lnTo>
                  <a:lnTo>
                    <a:pt x="38" y="27"/>
                  </a:lnTo>
                  <a:lnTo>
                    <a:pt x="33" y="32"/>
                  </a:lnTo>
                  <a:lnTo>
                    <a:pt x="28" y="38"/>
                  </a:lnTo>
                  <a:lnTo>
                    <a:pt x="23" y="44"/>
                  </a:lnTo>
                  <a:lnTo>
                    <a:pt x="19" y="50"/>
                  </a:lnTo>
                  <a:lnTo>
                    <a:pt x="15" y="56"/>
                  </a:lnTo>
                  <a:lnTo>
                    <a:pt x="12" y="62"/>
                  </a:lnTo>
                  <a:lnTo>
                    <a:pt x="9" y="69"/>
                  </a:lnTo>
                  <a:lnTo>
                    <a:pt x="6" y="76"/>
                  </a:lnTo>
                  <a:lnTo>
                    <a:pt x="4" y="83"/>
                  </a:lnTo>
                  <a:lnTo>
                    <a:pt x="2" y="90"/>
                  </a:lnTo>
                  <a:lnTo>
                    <a:pt x="1" y="97"/>
                  </a:lnTo>
                  <a:lnTo>
                    <a:pt x="0" y="105"/>
                  </a:lnTo>
                  <a:lnTo>
                    <a:pt x="0" y="112"/>
                  </a:lnTo>
                  <a:lnTo>
                    <a:pt x="0" y="119"/>
                  </a:lnTo>
                  <a:lnTo>
                    <a:pt x="1" y="126"/>
                  </a:lnTo>
                  <a:lnTo>
                    <a:pt x="2" y="134"/>
                  </a:lnTo>
                  <a:lnTo>
                    <a:pt x="4" y="141"/>
                  </a:lnTo>
                  <a:lnTo>
                    <a:pt x="6" y="148"/>
                  </a:lnTo>
                  <a:lnTo>
                    <a:pt x="9" y="155"/>
                  </a:lnTo>
                  <a:lnTo>
                    <a:pt x="12" y="161"/>
                  </a:lnTo>
                  <a:lnTo>
                    <a:pt x="15" y="168"/>
                  </a:lnTo>
                  <a:lnTo>
                    <a:pt x="19" y="174"/>
                  </a:lnTo>
                  <a:lnTo>
                    <a:pt x="23" y="180"/>
                  </a:lnTo>
                  <a:lnTo>
                    <a:pt x="28" y="186"/>
                  </a:lnTo>
                  <a:lnTo>
                    <a:pt x="33" y="191"/>
                  </a:lnTo>
                  <a:lnTo>
                    <a:pt x="38" y="196"/>
                  </a:lnTo>
                  <a:lnTo>
                    <a:pt x="44" y="201"/>
                  </a:lnTo>
                  <a:lnTo>
                    <a:pt x="50" y="205"/>
                  </a:lnTo>
                  <a:lnTo>
                    <a:pt x="56" y="209"/>
                  </a:lnTo>
                  <a:lnTo>
                    <a:pt x="63" y="212"/>
                  </a:lnTo>
                  <a:lnTo>
                    <a:pt x="69" y="215"/>
                  </a:lnTo>
                  <a:lnTo>
                    <a:pt x="76" y="218"/>
                  </a:lnTo>
                  <a:lnTo>
                    <a:pt x="83" y="220"/>
                  </a:lnTo>
                  <a:lnTo>
                    <a:pt x="90" y="222"/>
                  </a:lnTo>
                  <a:lnTo>
                    <a:pt x="98" y="223"/>
                  </a:lnTo>
                  <a:lnTo>
                    <a:pt x="105" y="224"/>
                  </a:lnTo>
                  <a:lnTo>
                    <a:pt x="112" y="224"/>
                  </a:lnTo>
                  <a:close/>
                </a:path>
              </a:pathLst>
            </a:custGeom>
            <a:solidFill>
              <a:srgbClr val="e54b87"/>
            </a:solidFill>
            <a:ln w="0">
              <a:noFill/>
            </a:ln>
          </p:spPr>
          <p:txBody>
            <a:bodyPr lIns="90000" rIns="90000" tIns="35640" bIns="3564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34" name=""/>
            <p:cNvSpPr/>
            <p:nvPr/>
          </p:nvSpPr>
          <p:spPr>
            <a:xfrm>
              <a:off x="9783000" y="3081960"/>
              <a:ext cx="80640" cy="80640"/>
            </a:xfrm>
            <a:custGeom>
              <a:avLst/>
              <a:gdLst/>
              <a:ahLst/>
              <a:rect l="0" t="0" r="r" b="b"/>
              <a:pathLst>
                <a:path w="224" h="224">
                  <a:moveTo>
                    <a:pt x="112" y="224"/>
                  </a:moveTo>
                  <a:lnTo>
                    <a:pt x="119" y="224"/>
                  </a:lnTo>
                  <a:lnTo>
                    <a:pt x="127" y="223"/>
                  </a:lnTo>
                  <a:lnTo>
                    <a:pt x="134" y="222"/>
                  </a:lnTo>
                  <a:lnTo>
                    <a:pt x="141" y="220"/>
                  </a:lnTo>
                  <a:lnTo>
                    <a:pt x="148" y="218"/>
                  </a:lnTo>
                  <a:lnTo>
                    <a:pt x="155" y="215"/>
                  </a:lnTo>
                  <a:lnTo>
                    <a:pt x="162" y="212"/>
                  </a:lnTo>
                  <a:lnTo>
                    <a:pt x="168" y="209"/>
                  </a:lnTo>
                  <a:lnTo>
                    <a:pt x="174" y="205"/>
                  </a:lnTo>
                  <a:lnTo>
                    <a:pt x="180" y="201"/>
                  </a:lnTo>
                  <a:lnTo>
                    <a:pt x="186" y="196"/>
                  </a:lnTo>
                  <a:lnTo>
                    <a:pt x="191" y="191"/>
                  </a:lnTo>
                  <a:lnTo>
                    <a:pt x="196" y="186"/>
                  </a:lnTo>
                  <a:lnTo>
                    <a:pt x="201" y="180"/>
                  </a:lnTo>
                  <a:lnTo>
                    <a:pt x="205" y="174"/>
                  </a:lnTo>
                  <a:lnTo>
                    <a:pt x="209" y="168"/>
                  </a:lnTo>
                  <a:lnTo>
                    <a:pt x="212" y="162"/>
                  </a:lnTo>
                  <a:lnTo>
                    <a:pt x="215" y="155"/>
                  </a:lnTo>
                  <a:lnTo>
                    <a:pt x="218" y="148"/>
                  </a:lnTo>
                  <a:lnTo>
                    <a:pt x="220" y="141"/>
                  </a:lnTo>
                  <a:lnTo>
                    <a:pt x="222" y="134"/>
                  </a:lnTo>
                  <a:lnTo>
                    <a:pt x="223" y="127"/>
                  </a:lnTo>
                  <a:lnTo>
                    <a:pt x="224" y="119"/>
                  </a:lnTo>
                  <a:lnTo>
                    <a:pt x="224" y="112"/>
                  </a:lnTo>
                  <a:lnTo>
                    <a:pt x="224" y="105"/>
                  </a:lnTo>
                  <a:lnTo>
                    <a:pt x="223" y="97"/>
                  </a:lnTo>
                  <a:lnTo>
                    <a:pt x="222" y="90"/>
                  </a:lnTo>
                  <a:lnTo>
                    <a:pt x="220" y="83"/>
                  </a:lnTo>
                  <a:lnTo>
                    <a:pt x="218" y="76"/>
                  </a:lnTo>
                  <a:lnTo>
                    <a:pt x="215" y="69"/>
                  </a:lnTo>
                  <a:lnTo>
                    <a:pt x="212" y="62"/>
                  </a:lnTo>
                  <a:lnTo>
                    <a:pt x="209" y="56"/>
                  </a:lnTo>
                  <a:lnTo>
                    <a:pt x="205" y="50"/>
                  </a:lnTo>
                  <a:lnTo>
                    <a:pt x="201" y="44"/>
                  </a:lnTo>
                  <a:lnTo>
                    <a:pt x="196" y="38"/>
                  </a:lnTo>
                  <a:lnTo>
                    <a:pt x="191" y="33"/>
                  </a:lnTo>
                  <a:lnTo>
                    <a:pt x="186" y="28"/>
                  </a:lnTo>
                  <a:lnTo>
                    <a:pt x="180" y="23"/>
                  </a:lnTo>
                  <a:lnTo>
                    <a:pt x="174" y="19"/>
                  </a:lnTo>
                  <a:lnTo>
                    <a:pt x="168" y="15"/>
                  </a:lnTo>
                  <a:lnTo>
                    <a:pt x="162" y="12"/>
                  </a:lnTo>
                  <a:lnTo>
                    <a:pt x="155" y="9"/>
                  </a:lnTo>
                  <a:lnTo>
                    <a:pt x="148" y="6"/>
                  </a:lnTo>
                  <a:lnTo>
                    <a:pt x="141" y="4"/>
                  </a:lnTo>
                  <a:lnTo>
                    <a:pt x="134" y="2"/>
                  </a:lnTo>
                  <a:lnTo>
                    <a:pt x="127" y="1"/>
                  </a:lnTo>
                  <a:lnTo>
                    <a:pt x="119" y="0"/>
                  </a:lnTo>
                  <a:lnTo>
                    <a:pt x="112" y="0"/>
                  </a:lnTo>
                  <a:lnTo>
                    <a:pt x="105" y="0"/>
                  </a:lnTo>
                  <a:lnTo>
                    <a:pt x="98" y="1"/>
                  </a:lnTo>
                  <a:lnTo>
                    <a:pt x="90" y="2"/>
                  </a:lnTo>
                  <a:lnTo>
                    <a:pt x="83" y="4"/>
                  </a:lnTo>
                  <a:lnTo>
                    <a:pt x="76" y="6"/>
                  </a:lnTo>
                  <a:lnTo>
                    <a:pt x="69" y="9"/>
                  </a:lnTo>
                  <a:lnTo>
                    <a:pt x="63" y="12"/>
                  </a:lnTo>
                  <a:lnTo>
                    <a:pt x="56" y="15"/>
                  </a:lnTo>
                  <a:lnTo>
                    <a:pt x="50" y="19"/>
                  </a:lnTo>
                  <a:lnTo>
                    <a:pt x="44" y="23"/>
                  </a:lnTo>
                  <a:lnTo>
                    <a:pt x="38" y="28"/>
                  </a:lnTo>
                  <a:lnTo>
                    <a:pt x="33" y="33"/>
                  </a:lnTo>
                  <a:lnTo>
                    <a:pt x="28" y="38"/>
                  </a:lnTo>
                  <a:lnTo>
                    <a:pt x="23" y="44"/>
                  </a:lnTo>
                  <a:lnTo>
                    <a:pt x="19" y="50"/>
                  </a:lnTo>
                  <a:lnTo>
                    <a:pt x="15" y="56"/>
                  </a:lnTo>
                  <a:lnTo>
                    <a:pt x="12" y="63"/>
                  </a:lnTo>
                  <a:lnTo>
                    <a:pt x="9" y="69"/>
                  </a:lnTo>
                  <a:lnTo>
                    <a:pt x="6" y="76"/>
                  </a:lnTo>
                  <a:lnTo>
                    <a:pt x="4" y="83"/>
                  </a:lnTo>
                  <a:lnTo>
                    <a:pt x="2" y="90"/>
                  </a:lnTo>
                  <a:lnTo>
                    <a:pt x="1" y="98"/>
                  </a:lnTo>
                  <a:lnTo>
                    <a:pt x="0" y="105"/>
                  </a:lnTo>
                  <a:lnTo>
                    <a:pt x="0" y="112"/>
                  </a:lnTo>
                  <a:lnTo>
                    <a:pt x="0" y="119"/>
                  </a:lnTo>
                  <a:lnTo>
                    <a:pt x="1" y="127"/>
                  </a:lnTo>
                  <a:lnTo>
                    <a:pt x="2" y="134"/>
                  </a:lnTo>
                  <a:lnTo>
                    <a:pt x="4" y="141"/>
                  </a:lnTo>
                  <a:lnTo>
                    <a:pt x="6" y="148"/>
                  </a:lnTo>
                  <a:lnTo>
                    <a:pt x="9" y="155"/>
                  </a:lnTo>
                  <a:lnTo>
                    <a:pt x="12" y="162"/>
                  </a:lnTo>
                  <a:lnTo>
                    <a:pt x="15" y="168"/>
                  </a:lnTo>
                  <a:lnTo>
                    <a:pt x="19" y="174"/>
                  </a:lnTo>
                  <a:lnTo>
                    <a:pt x="23" y="180"/>
                  </a:lnTo>
                  <a:lnTo>
                    <a:pt x="28" y="186"/>
                  </a:lnTo>
                  <a:lnTo>
                    <a:pt x="33" y="191"/>
                  </a:lnTo>
                  <a:lnTo>
                    <a:pt x="38" y="197"/>
                  </a:lnTo>
                  <a:lnTo>
                    <a:pt x="44" y="201"/>
                  </a:lnTo>
                  <a:lnTo>
                    <a:pt x="50" y="205"/>
                  </a:lnTo>
                  <a:lnTo>
                    <a:pt x="56" y="209"/>
                  </a:lnTo>
                  <a:lnTo>
                    <a:pt x="63" y="213"/>
                  </a:lnTo>
                  <a:lnTo>
                    <a:pt x="69" y="216"/>
                  </a:lnTo>
                  <a:lnTo>
                    <a:pt x="76" y="218"/>
                  </a:lnTo>
                  <a:lnTo>
                    <a:pt x="83" y="220"/>
                  </a:lnTo>
                  <a:lnTo>
                    <a:pt x="90" y="222"/>
                  </a:lnTo>
                  <a:lnTo>
                    <a:pt x="98" y="223"/>
                  </a:lnTo>
                  <a:lnTo>
                    <a:pt x="105" y="224"/>
                  </a:lnTo>
                  <a:lnTo>
                    <a:pt x="112" y="224"/>
                  </a:lnTo>
                  <a:close/>
                </a:path>
              </a:pathLst>
            </a:custGeom>
            <a:solidFill>
              <a:srgbClr val="f8b621"/>
            </a:solidFill>
            <a:ln w="0">
              <a:noFill/>
            </a:ln>
          </p:spPr>
          <p:txBody>
            <a:bodyPr lIns="90000" rIns="90000" tIns="35640" bIns="3564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35" name=""/>
            <p:cNvSpPr/>
            <p:nvPr/>
          </p:nvSpPr>
          <p:spPr>
            <a:xfrm>
              <a:off x="9783000" y="2503080"/>
              <a:ext cx="80640" cy="80640"/>
            </a:xfrm>
            <a:custGeom>
              <a:avLst/>
              <a:gdLst/>
              <a:ahLst/>
              <a:rect l="0" t="0" r="r" b="b"/>
              <a:pathLst>
                <a:path w="224" h="224">
                  <a:moveTo>
                    <a:pt x="112" y="224"/>
                  </a:moveTo>
                  <a:lnTo>
                    <a:pt x="119" y="224"/>
                  </a:lnTo>
                  <a:lnTo>
                    <a:pt x="127" y="223"/>
                  </a:lnTo>
                  <a:lnTo>
                    <a:pt x="134" y="222"/>
                  </a:lnTo>
                  <a:lnTo>
                    <a:pt x="141" y="220"/>
                  </a:lnTo>
                  <a:lnTo>
                    <a:pt x="148" y="218"/>
                  </a:lnTo>
                  <a:lnTo>
                    <a:pt x="155" y="216"/>
                  </a:lnTo>
                  <a:lnTo>
                    <a:pt x="162" y="213"/>
                  </a:lnTo>
                  <a:lnTo>
                    <a:pt x="168" y="209"/>
                  </a:lnTo>
                  <a:lnTo>
                    <a:pt x="174" y="205"/>
                  </a:lnTo>
                  <a:lnTo>
                    <a:pt x="180" y="201"/>
                  </a:lnTo>
                  <a:lnTo>
                    <a:pt x="186" y="196"/>
                  </a:lnTo>
                  <a:lnTo>
                    <a:pt x="191" y="191"/>
                  </a:lnTo>
                  <a:lnTo>
                    <a:pt x="196" y="186"/>
                  </a:lnTo>
                  <a:lnTo>
                    <a:pt x="201" y="180"/>
                  </a:lnTo>
                  <a:lnTo>
                    <a:pt x="205" y="174"/>
                  </a:lnTo>
                  <a:lnTo>
                    <a:pt x="209" y="168"/>
                  </a:lnTo>
                  <a:lnTo>
                    <a:pt x="212" y="162"/>
                  </a:lnTo>
                  <a:lnTo>
                    <a:pt x="215" y="155"/>
                  </a:lnTo>
                  <a:lnTo>
                    <a:pt x="218" y="148"/>
                  </a:lnTo>
                  <a:lnTo>
                    <a:pt x="220" y="141"/>
                  </a:lnTo>
                  <a:lnTo>
                    <a:pt x="222" y="134"/>
                  </a:lnTo>
                  <a:lnTo>
                    <a:pt x="223" y="127"/>
                  </a:lnTo>
                  <a:lnTo>
                    <a:pt x="224" y="119"/>
                  </a:lnTo>
                  <a:lnTo>
                    <a:pt x="224" y="112"/>
                  </a:lnTo>
                  <a:lnTo>
                    <a:pt x="224" y="105"/>
                  </a:lnTo>
                  <a:lnTo>
                    <a:pt x="223" y="97"/>
                  </a:lnTo>
                  <a:lnTo>
                    <a:pt x="222" y="90"/>
                  </a:lnTo>
                  <a:lnTo>
                    <a:pt x="220" y="83"/>
                  </a:lnTo>
                  <a:lnTo>
                    <a:pt x="218" y="76"/>
                  </a:lnTo>
                  <a:lnTo>
                    <a:pt x="215" y="69"/>
                  </a:lnTo>
                  <a:lnTo>
                    <a:pt x="212" y="62"/>
                  </a:lnTo>
                  <a:lnTo>
                    <a:pt x="209" y="56"/>
                  </a:lnTo>
                  <a:lnTo>
                    <a:pt x="205" y="50"/>
                  </a:lnTo>
                  <a:lnTo>
                    <a:pt x="201" y="44"/>
                  </a:lnTo>
                  <a:lnTo>
                    <a:pt x="196" y="38"/>
                  </a:lnTo>
                  <a:lnTo>
                    <a:pt x="191" y="33"/>
                  </a:lnTo>
                  <a:lnTo>
                    <a:pt x="186" y="28"/>
                  </a:lnTo>
                  <a:lnTo>
                    <a:pt x="180" y="23"/>
                  </a:lnTo>
                  <a:lnTo>
                    <a:pt x="174" y="19"/>
                  </a:lnTo>
                  <a:lnTo>
                    <a:pt x="168" y="15"/>
                  </a:lnTo>
                  <a:lnTo>
                    <a:pt x="162" y="11"/>
                  </a:lnTo>
                  <a:lnTo>
                    <a:pt x="155" y="8"/>
                  </a:lnTo>
                  <a:lnTo>
                    <a:pt x="148" y="6"/>
                  </a:lnTo>
                  <a:lnTo>
                    <a:pt x="141" y="4"/>
                  </a:lnTo>
                  <a:lnTo>
                    <a:pt x="134" y="2"/>
                  </a:lnTo>
                  <a:lnTo>
                    <a:pt x="127" y="1"/>
                  </a:lnTo>
                  <a:lnTo>
                    <a:pt x="119" y="0"/>
                  </a:lnTo>
                  <a:lnTo>
                    <a:pt x="112" y="0"/>
                  </a:lnTo>
                  <a:lnTo>
                    <a:pt x="105" y="0"/>
                  </a:lnTo>
                  <a:lnTo>
                    <a:pt x="98" y="1"/>
                  </a:lnTo>
                  <a:lnTo>
                    <a:pt x="90" y="2"/>
                  </a:lnTo>
                  <a:lnTo>
                    <a:pt x="83" y="4"/>
                  </a:lnTo>
                  <a:lnTo>
                    <a:pt x="76" y="6"/>
                  </a:lnTo>
                  <a:lnTo>
                    <a:pt x="69" y="8"/>
                  </a:lnTo>
                  <a:lnTo>
                    <a:pt x="63" y="11"/>
                  </a:lnTo>
                  <a:lnTo>
                    <a:pt x="56" y="15"/>
                  </a:lnTo>
                  <a:lnTo>
                    <a:pt x="50" y="19"/>
                  </a:lnTo>
                  <a:lnTo>
                    <a:pt x="44" y="23"/>
                  </a:lnTo>
                  <a:lnTo>
                    <a:pt x="38" y="28"/>
                  </a:lnTo>
                  <a:lnTo>
                    <a:pt x="33" y="33"/>
                  </a:lnTo>
                  <a:lnTo>
                    <a:pt x="28" y="38"/>
                  </a:lnTo>
                  <a:lnTo>
                    <a:pt x="23" y="44"/>
                  </a:lnTo>
                  <a:lnTo>
                    <a:pt x="19" y="50"/>
                  </a:lnTo>
                  <a:lnTo>
                    <a:pt x="15" y="56"/>
                  </a:lnTo>
                  <a:lnTo>
                    <a:pt x="12" y="62"/>
                  </a:lnTo>
                  <a:lnTo>
                    <a:pt x="9" y="69"/>
                  </a:lnTo>
                  <a:lnTo>
                    <a:pt x="6" y="76"/>
                  </a:lnTo>
                  <a:lnTo>
                    <a:pt x="4" y="83"/>
                  </a:lnTo>
                  <a:lnTo>
                    <a:pt x="2" y="90"/>
                  </a:lnTo>
                  <a:lnTo>
                    <a:pt x="1" y="97"/>
                  </a:lnTo>
                  <a:lnTo>
                    <a:pt x="0" y="105"/>
                  </a:lnTo>
                  <a:lnTo>
                    <a:pt x="0" y="112"/>
                  </a:lnTo>
                  <a:lnTo>
                    <a:pt x="0" y="119"/>
                  </a:lnTo>
                  <a:lnTo>
                    <a:pt x="1" y="127"/>
                  </a:lnTo>
                  <a:lnTo>
                    <a:pt x="2" y="134"/>
                  </a:lnTo>
                  <a:lnTo>
                    <a:pt x="4" y="141"/>
                  </a:lnTo>
                  <a:lnTo>
                    <a:pt x="6" y="148"/>
                  </a:lnTo>
                  <a:lnTo>
                    <a:pt x="9" y="155"/>
                  </a:lnTo>
                  <a:lnTo>
                    <a:pt x="12" y="162"/>
                  </a:lnTo>
                  <a:lnTo>
                    <a:pt x="15" y="168"/>
                  </a:lnTo>
                  <a:lnTo>
                    <a:pt x="19" y="174"/>
                  </a:lnTo>
                  <a:lnTo>
                    <a:pt x="23" y="180"/>
                  </a:lnTo>
                  <a:lnTo>
                    <a:pt x="28" y="186"/>
                  </a:lnTo>
                  <a:lnTo>
                    <a:pt x="33" y="191"/>
                  </a:lnTo>
                  <a:lnTo>
                    <a:pt x="38" y="196"/>
                  </a:lnTo>
                  <a:lnTo>
                    <a:pt x="44" y="201"/>
                  </a:lnTo>
                  <a:lnTo>
                    <a:pt x="50" y="205"/>
                  </a:lnTo>
                  <a:lnTo>
                    <a:pt x="56" y="209"/>
                  </a:lnTo>
                  <a:lnTo>
                    <a:pt x="63" y="213"/>
                  </a:lnTo>
                  <a:lnTo>
                    <a:pt x="69" y="216"/>
                  </a:lnTo>
                  <a:lnTo>
                    <a:pt x="76" y="218"/>
                  </a:lnTo>
                  <a:lnTo>
                    <a:pt x="83" y="220"/>
                  </a:lnTo>
                  <a:lnTo>
                    <a:pt x="90" y="222"/>
                  </a:lnTo>
                  <a:lnTo>
                    <a:pt x="98" y="223"/>
                  </a:lnTo>
                  <a:lnTo>
                    <a:pt x="105" y="224"/>
                  </a:lnTo>
                  <a:lnTo>
                    <a:pt x="112" y="224"/>
                  </a:lnTo>
                  <a:close/>
                </a:path>
              </a:pathLst>
            </a:custGeom>
            <a:solidFill>
              <a:srgbClr val="7f59ae"/>
            </a:solidFill>
            <a:ln w="0">
              <a:noFill/>
            </a:ln>
          </p:spPr>
          <p:txBody>
            <a:bodyPr lIns="90000" rIns="90000" tIns="35640" bIns="3564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36" name=""/>
            <p:cNvSpPr/>
            <p:nvPr/>
          </p:nvSpPr>
          <p:spPr>
            <a:xfrm>
              <a:off x="9783000" y="2694600"/>
              <a:ext cx="80640" cy="80640"/>
            </a:xfrm>
            <a:custGeom>
              <a:avLst/>
              <a:gdLst/>
              <a:ahLst/>
              <a:rect l="0" t="0" r="r" b="b"/>
              <a:pathLst>
                <a:path w="224" h="224">
                  <a:moveTo>
                    <a:pt x="112" y="224"/>
                  </a:moveTo>
                  <a:lnTo>
                    <a:pt x="119" y="224"/>
                  </a:lnTo>
                  <a:lnTo>
                    <a:pt x="127" y="223"/>
                  </a:lnTo>
                  <a:lnTo>
                    <a:pt x="134" y="222"/>
                  </a:lnTo>
                  <a:lnTo>
                    <a:pt x="141" y="220"/>
                  </a:lnTo>
                  <a:lnTo>
                    <a:pt x="148" y="218"/>
                  </a:lnTo>
                  <a:lnTo>
                    <a:pt x="155" y="216"/>
                  </a:lnTo>
                  <a:lnTo>
                    <a:pt x="162" y="213"/>
                  </a:lnTo>
                  <a:lnTo>
                    <a:pt x="168" y="209"/>
                  </a:lnTo>
                  <a:lnTo>
                    <a:pt x="174" y="205"/>
                  </a:lnTo>
                  <a:lnTo>
                    <a:pt x="180" y="201"/>
                  </a:lnTo>
                  <a:lnTo>
                    <a:pt x="186" y="196"/>
                  </a:lnTo>
                  <a:lnTo>
                    <a:pt x="191" y="191"/>
                  </a:lnTo>
                  <a:lnTo>
                    <a:pt x="196" y="186"/>
                  </a:lnTo>
                  <a:lnTo>
                    <a:pt x="201" y="180"/>
                  </a:lnTo>
                  <a:lnTo>
                    <a:pt x="205" y="174"/>
                  </a:lnTo>
                  <a:lnTo>
                    <a:pt x="209" y="168"/>
                  </a:lnTo>
                  <a:lnTo>
                    <a:pt x="212" y="162"/>
                  </a:lnTo>
                  <a:lnTo>
                    <a:pt x="215" y="155"/>
                  </a:lnTo>
                  <a:lnTo>
                    <a:pt x="218" y="148"/>
                  </a:lnTo>
                  <a:lnTo>
                    <a:pt x="220" y="141"/>
                  </a:lnTo>
                  <a:lnTo>
                    <a:pt x="222" y="134"/>
                  </a:lnTo>
                  <a:lnTo>
                    <a:pt x="223" y="127"/>
                  </a:lnTo>
                  <a:lnTo>
                    <a:pt x="224" y="119"/>
                  </a:lnTo>
                  <a:lnTo>
                    <a:pt x="224" y="112"/>
                  </a:lnTo>
                  <a:lnTo>
                    <a:pt x="224" y="105"/>
                  </a:lnTo>
                  <a:lnTo>
                    <a:pt x="223" y="97"/>
                  </a:lnTo>
                  <a:lnTo>
                    <a:pt x="222" y="90"/>
                  </a:lnTo>
                  <a:lnTo>
                    <a:pt x="220" y="83"/>
                  </a:lnTo>
                  <a:lnTo>
                    <a:pt x="218" y="76"/>
                  </a:lnTo>
                  <a:lnTo>
                    <a:pt x="215" y="69"/>
                  </a:lnTo>
                  <a:lnTo>
                    <a:pt x="212" y="62"/>
                  </a:lnTo>
                  <a:lnTo>
                    <a:pt x="209" y="56"/>
                  </a:lnTo>
                  <a:lnTo>
                    <a:pt x="205" y="50"/>
                  </a:lnTo>
                  <a:lnTo>
                    <a:pt x="201" y="44"/>
                  </a:lnTo>
                  <a:lnTo>
                    <a:pt x="196" y="38"/>
                  </a:lnTo>
                  <a:lnTo>
                    <a:pt x="191" y="33"/>
                  </a:lnTo>
                  <a:lnTo>
                    <a:pt x="186" y="28"/>
                  </a:lnTo>
                  <a:lnTo>
                    <a:pt x="180" y="23"/>
                  </a:lnTo>
                  <a:lnTo>
                    <a:pt x="174" y="19"/>
                  </a:lnTo>
                  <a:lnTo>
                    <a:pt x="168" y="15"/>
                  </a:lnTo>
                  <a:lnTo>
                    <a:pt x="162" y="11"/>
                  </a:lnTo>
                  <a:lnTo>
                    <a:pt x="155" y="8"/>
                  </a:lnTo>
                  <a:lnTo>
                    <a:pt x="148" y="6"/>
                  </a:lnTo>
                  <a:lnTo>
                    <a:pt x="141" y="4"/>
                  </a:lnTo>
                  <a:lnTo>
                    <a:pt x="134" y="2"/>
                  </a:lnTo>
                  <a:lnTo>
                    <a:pt x="127" y="1"/>
                  </a:lnTo>
                  <a:lnTo>
                    <a:pt x="119" y="0"/>
                  </a:lnTo>
                  <a:lnTo>
                    <a:pt x="112" y="0"/>
                  </a:lnTo>
                  <a:lnTo>
                    <a:pt x="105" y="0"/>
                  </a:lnTo>
                  <a:lnTo>
                    <a:pt x="98" y="1"/>
                  </a:lnTo>
                  <a:lnTo>
                    <a:pt x="90" y="2"/>
                  </a:lnTo>
                  <a:lnTo>
                    <a:pt x="83" y="4"/>
                  </a:lnTo>
                  <a:lnTo>
                    <a:pt x="76" y="6"/>
                  </a:lnTo>
                  <a:lnTo>
                    <a:pt x="69" y="8"/>
                  </a:lnTo>
                  <a:lnTo>
                    <a:pt x="63" y="11"/>
                  </a:lnTo>
                  <a:lnTo>
                    <a:pt x="56" y="15"/>
                  </a:lnTo>
                  <a:lnTo>
                    <a:pt x="50" y="19"/>
                  </a:lnTo>
                  <a:lnTo>
                    <a:pt x="44" y="23"/>
                  </a:lnTo>
                  <a:lnTo>
                    <a:pt x="38" y="28"/>
                  </a:lnTo>
                  <a:lnTo>
                    <a:pt x="33" y="33"/>
                  </a:lnTo>
                  <a:lnTo>
                    <a:pt x="28" y="38"/>
                  </a:lnTo>
                  <a:lnTo>
                    <a:pt x="23" y="44"/>
                  </a:lnTo>
                  <a:lnTo>
                    <a:pt x="19" y="50"/>
                  </a:lnTo>
                  <a:lnTo>
                    <a:pt x="15" y="56"/>
                  </a:lnTo>
                  <a:lnTo>
                    <a:pt x="12" y="62"/>
                  </a:lnTo>
                  <a:lnTo>
                    <a:pt x="9" y="69"/>
                  </a:lnTo>
                  <a:lnTo>
                    <a:pt x="6" y="76"/>
                  </a:lnTo>
                  <a:lnTo>
                    <a:pt x="4" y="83"/>
                  </a:lnTo>
                  <a:lnTo>
                    <a:pt x="2" y="90"/>
                  </a:lnTo>
                  <a:lnTo>
                    <a:pt x="1" y="97"/>
                  </a:lnTo>
                  <a:lnTo>
                    <a:pt x="0" y="105"/>
                  </a:lnTo>
                  <a:lnTo>
                    <a:pt x="0" y="112"/>
                  </a:lnTo>
                  <a:lnTo>
                    <a:pt x="0" y="119"/>
                  </a:lnTo>
                  <a:lnTo>
                    <a:pt x="1" y="126"/>
                  </a:lnTo>
                  <a:lnTo>
                    <a:pt x="2" y="134"/>
                  </a:lnTo>
                  <a:lnTo>
                    <a:pt x="4" y="141"/>
                  </a:lnTo>
                  <a:lnTo>
                    <a:pt x="6" y="148"/>
                  </a:lnTo>
                  <a:lnTo>
                    <a:pt x="9" y="155"/>
                  </a:lnTo>
                  <a:lnTo>
                    <a:pt x="12" y="161"/>
                  </a:lnTo>
                  <a:lnTo>
                    <a:pt x="15" y="168"/>
                  </a:lnTo>
                  <a:lnTo>
                    <a:pt x="19" y="174"/>
                  </a:lnTo>
                  <a:lnTo>
                    <a:pt x="23" y="180"/>
                  </a:lnTo>
                  <a:lnTo>
                    <a:pt x="28" y="186"/>
                  </a:lnTo>
                  <a:lnTo>
                    <a:pt x="33" y="191"/>
                  </a:lnTo>
                  <a:lnTo>
                    <a:pt x="38" y="196"/>
                  </a:lnTo>
                  <a:lnTo>
                    <a:pt x="44" y="201"/>
                  </a:lnTo>
                  <a:lnTo>
                    <a:pt x="50" y="205"/>
                  </a:lnTo>
                  <a:lnTo>
                    <a:pt x="56" y="209"/>
                  </a:lnTo>
                  <a:lnTo>
                    <a:pt x="63" y="213"/>
                  </a:lnTo>
                  <a:lnTo>
                    <a:pt x="69" y="216"/>
                  </a:lnTo>
                  <a:lnTo>
                    <a:pt x="76" y="218"/>
                  </a:lnTo>
                  <a:lnTo>
                    <a:pt x="83" y="220"/>
                  </a:lnTo>
                  <a:lnTo>
                    <a:pt x="90" y="222"/>
                  </a:lnTo>
                  <a:lnTo>
                    <a:pt x="98" y="223"/>
                  </a:lnTo>
                  <a:lnTo>
                    <a:pt x="105" y="224"/>
                  </a:lnTo>
                  <a:lnTo>
                    <a:pt x="112" y="224"/>
                  </a:lnTo>
                  <a:close/>
                </a:path>
              </a:pathLst>
            </a:custGeom>
            <a:solidFill>
              <a:srgbClr val="60c4e4"/>
            </a:solidFill>
            <a:ln w="0">
              <a:noFill/>
            </a:ln>
          </p:spPr>
          <p:txBody>
            <a:bodyPr lIns="90000" rIns="90000" tIns="35640" bIns="3564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37" name=""/>
            <p:cNvSpPr/>
            <p:nvPr/>
          </p:nvSpPr>
          <p:spPr>
            <a:xfrm>
              <a:off x="9823320" y="3122280"/>
              <a:ext cx="0" cy="2335320"/>
            </a:xfrm>
            <a:prstGeom prst="line">
              <a:avLst/>
            </a:prstGeom>
            <a:ln cap="rnd" w="10440">
              <a:solidFill>
                <a:srgbClr val="f8b621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5040" rIns="95040" tIns="50040" bIns="5004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38" name=""/>
            <p:cNvSpPr/>
            <p:nvPr/>
          </p:nvSpPr>
          <p:spPr>
            <a:xfrm>
              <a:off x="9823320" y="208080"/>
              <a:ext cx="0" cy="2335320"/>
            </a:xfrm>
            <a:prstGeom prst="line">
              <a:avLst/>
            </a:prstGeom>
            <a:ln cap="rnd" w="1044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5040" rIns="95040" tIns="50040" bIns="5004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</p:grpSp>
      <p:pic>
        <p:nvPicPr>
          <p:cNvPr id="39" name="" descr=""/>
          <p:cNvPicPr/>
          <p:nvPr/>
        </p:nvPicPr>
        <p:blipFill>
          <a:blip r:embed="rId2"/>
          <a:stretch/>
        </p:blipFill>
        <p:spPr>
          <a:xfrm>
            <a:off x="360" y="5465520"/>
            <a:ext cx="10079640" cy="20916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54" r:id="rId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Noto Sans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Noto Sans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Noto San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Noto Sans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Noto San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Noto Sans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Noto San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Noto Sans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Noto San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Noto Sans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Noto San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Noto Sans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Noto San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Noto Sans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ans"/>
              </a:rPr>
              <a:t>&lt;date/time&gt;</a:t>
            </a:r>
            <a:r>
              <a:rPr b="0" lang="en-US" sz="1400" spc="-1" strike="noStrike">
                <a:solidFill>
                  <a:srgbClr val="000000"/>
                </a:solidFill>
                <a:latin typeface="Noto Sans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ans"/>
              </a:rPr>
              <a:t>&lt;footer&gt;</a:t>
            </a:r>
            <a:r>
              <a:rPr b="0" lang="en-US" sz="1400" spc="-1" strike="noStrike">
                <a:solidFill>
                  <a:srgbClr val="000000"/>
                </a:solidFill>
                <a:latin typeface="Noto Sans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r">
              <a:buNone/>
            </a:pPr>
            <a:fld id="{6959AB01-9DBC-49B4-BE31-5F55997916CD}" type="slidenum">
              <a:rPr b="0" lang="en-US" sz="1400" spc="-1" strike="noStrike">
                <a:solidFill>
                  <a:srgbClr val="000000"/>
                </a:solidFill>
                <a:latin typeface="Noto Sans"/>
              </a:rPr>
              <a:t>&lt;number&gt;</a:t>
            </a:fld>
            <a:r>
              <a:rPr b="0" lang="en-US" sz="1400" spc="-1" strike="noStrike">
                <a:solidFill>
                  <a:srgbClr val="000000"/>
                </a:solidFill>
                <a:latin typeface="Noto Sans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Noto Sans"/>
            </a:endParaRPr>
          </a:p>
        </p:txBody>
      </p:sp>
      <p:grpSp>
        <p:nvGrpSpPr>
          <p:cNvPr id="47" name=""/>
          <p:cNvGrpSpPr/>
          <p:nvPr/>
        </p:nvGrpSpPr>
        <p:grpSpPr>
          <a:xfrm>
            <a:off x="2416320" y="215640"/>
            <a:ext cx="5248800" cy="80640"/>
            <a:chOff x="2416320" y="215640"/>
            <a:chExt cx="5248800" cy="80640"/>
          </a:xfrm>
        </p:grpSpPr>
        <p:sp>
          <p:nvSpPr>
            <p:cNvPr id="48" name=""/>
            <p:cNvSpPr/>
            <p:nvPr/>
          </p:nvSpPr>
          <p:spPr>
            <a:xfrm>
              <a:off x="5098320" y="215640"/>
              <a:ext cx="80640" cy="80640"/>
            </a:xfrm>
            <a:custGeom>
              <a:avLst/>
              <a:gdLst/>
              <a:ahLst/>
              <a:rect l="0" t="0" r="r" b="b"/>
              <a:pathLst>
                <a:path w="224" h="224">
                  <a:moveTo>
                    <a:pt x="224" y="112"/>
                  </a:moveTo>
                  <a:cubicBezTo>
                    <a:pt x="224" y="93"/>
                    <a:pt x="219" y="73"/>
                    <a:pt x="209" y="56"/>
                  </a:cubicBezTo>
                  <a:cubicBezTo>
                    <a:pt x="199" y="39"/>
                    <a:pt x="185" y="25"/>
                    <a:pt x="168" y="15"/>
                  </a:cubicBezTo>
                  <a:cubicBezTo>
                    <a:pt x="151" y="5"/>
                    <a:pt x="132" y="0"/>
                    <a:pt x="112" y="0"/>
                  </a:cubicBezTo>
                  <a:cubicBezTo>
                    <a:pt x="92" y="0"/>
                    <a:pt x="73" y="5"/>
                    <a:pt x="56" y="15"/>
                  </a:cubicBezTo>
                  <a:cubicBezTo>
                    <a:pt x="39" y="25"/>
                    <a:pt x="25" y="39"/>
                    <a:pt x="15" y="56"/>
                  </a:cubicBezTo>
                  <a:cubicBezTo>
                    <a:pt x="5" y="73"/>
                    <a:pt x="0" y="93"/>
                    <a:pt x="0" y="112"/>
                  </a:cubicBezTo>
                  <a:cubicBezTo>
                    <a:pt x="0" y="132"/>
                    <a:pt x="5" y="151"/>
                    <a:pt x="15" y="168"/>
                  </a:cubicBezTo>
                  <a:cubicBezTo>
                    <a:pt x="25" y="185"/>
                    <a:pt x="39" y="199"/>
                    <a:pt x="56" y="209"/>
                  </a:cubicBezTo>
                  <a:cubicBezTo>
                    <a:pt x="73" y="218"/>
                    <a:pt x="92" y="224"/>
                    <a:pt x="112" y="224"/>
                  </a:cubicBezTo>
                  <a:cubicBezTo>
                    <a:pt x="132" y="224"/>
                    <a:pt x="151" y="218"/>
                    <a:pt x="168" y="209"/>
                  </a:cubicBezTo>
                  <a:cubicBezTo>
                    <a:pt x="185" y="199"/>
                    <a:pt x="199" y="185"/>
                    <a:pt x="209" y="168"/>
                  </a:cubicBezTo>
                  <a:cubicBezTo>
                    <a:pt x="219" y="151"/>
                    <a:pt x="224" y="132"/>
                    <a:pt x="224" y="112"/>
                  </a:cubicBezTo>
                  <a:close/>
                </a:path>
              </a:pathLst>
            </a:custGeom>
            <a:solidFill>
              <a:srgbClr val="e54b87"/>
            </a:solidFill>
            <a:ln w="0">
              <a:noFill/>
            </a:ln>
          </p:spPr>
          <p:txBody>
            <a:bodyPr lIns="90000" rIns="90000" tIns="35640" bIns="3564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49" name=""/>
            <p:cNvSpPr/>
            <p:nvPr/>
          </p:nvSpPr>
          <p:spPr>
            <a:xfrm>
              <a:off x="5289840" y="215640"/>
              <a:ext cx="80640" cy="80640"/>
            </a:xfrm>
            <a:custGeom>
              <a:avLst/>
              <a:gdLst/>
              <a:ahLst/>
              <a:rect l="0" t="0" r="r" b="b"/>
              <a:pathLst>
                <a:path w="224" h="224">
                  <a:moveTo>
                    <a:pt x="224" y="112"/>
                  </a:moveTo>
                  <a:cubicBezTo>
                    <a:pt x="224" y="93"/>
                    <a:pt x="219" y="73"/>
                    <a:pt x="209" y="56"/>
                  </a:cubicBezTo>
                  <a:cubicBezTo>
                    <a:pt x="199" y="39"/>
                    <a:pt x="185" y="25"/>
                    <a:pt x="168" y="15"/>
                  </a:cubicBezTo>
                  <a:cubicBezTo>
                    <a:pt x="151" y="5"/>
                    <a:pt x="131" y="0"/>
                    <a:pt x="112" y="0"/>
                  </a:cubicBezTo>
                  <a:cubicBezTo>
                    <a:pt x="92" y="0"/>
                    <a:pt x="73" y="5"/>
                    <a:pt x="56" y="15"/>
                  </a:cubicBezTo>
                  <a:cubicBezTo>
                    <a:pt x="39" y="25"/>
                    <a:pt x="25" y="39"/>
                    <a:pt x="15" y="56"/>
                  </a:cubicBezTo>
                  <a:cubicBezTo>
                    <a:pt x="5" y="73"/>
                    <a:pt x="0" y="93"/>
                    <a:pt x="0" y="112"/>
                  </a:cubicBezTo>
                  <a:cubicBezTo>
                    <a:pt x="0" y="132"/>
                    <a:pt x="5" y="151"/>
                    <a:pt x="15" y="168"/>
                  </a:cubicBezTo>
                  <a:cubicBezTo>
                    <a:pt x="25" y="185"/>
                    <a:pt x="39" y="199"/>
                    <a:pt x="56" y="209"/>
                  </a:cubicBezTo>
                  <a:cubicBezTo>
                    <a:pt x="73" y="218"/>
                    <a:pt x="92" y="224"/>
                    <a:pt x="112" y="224"/>
                  </a:cubicBezTo>
                  <a:cubicBezTo>
                    <a:pt x="131" y="224"/>
                    <a:pt x="151" y="218"/>
                    <a:pt x="168" y="209"/>
                  </a:cubicBezTo>
                  <a:cubicBezTo>
                    <a:pt x="185" y="199"/>
                    <a:pt x="199" y="185"/>
                    <a:pt x="209" y="168"/>
                  </a:cubicBezTo>
                  <a:cubicBezTo>
                    <a:pt x="219" y="151"/>
                    <a:pt x="224" y="132"/>
                    <a:pt x="224" y="112"/>
                  </a:cubicBezTo>
                  <a:close/>
                </a:path>
              </a:pathLst>
            </a:custGeom>
            <a:solidFill>
              <a:srgbClr val="f8b621"/>
            </a:solidFill>
            <a:ln w="0">
              <a:noFill/>
            </a:ln>
          </p:spPr>
          <p:txBody>
            <a:bodyPr lIns="90000" rIns="90000" tIns="35640" bIns="3564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0" name=""/>
            <p:cNvSpPr/>
            <p:nvPr/>
          </p:nvSpPr>
          <p:spPr>
            <a:xfrm>
              <a:off x="4710960" y="215640"/>
              <a:ext cx="80280" cy="80640"/>
            </a:xfrm>
            <a:custGeom>
              <a:avLst/>
              <a:gdLst/>
              <a:ahLst/>
              <a:rect l="0" t="0" r="r" b="b"/>
              <a:pathLst>
                <a:path w="223" h="224">
                  <a:moveTo>
                    <a:pt x="223" y="112"/>
                  </a:moveTo>
                  <a:cubicBezTo>
                    <a:pt x="223" y="93"/>
                    <a:pt x="218" y="73"/>
                    <a:pt x="209" y="56"/>
                  </a:cubicBezTo>
                  <a:cubicBezTo>
                    <a:pt x="199" y="39"/>
                    <a:pt x="185" y="25"/>
                    <a:pt x="168" y="15"/>
                  </a:cubicBezTo>
                  <a:cubicBezTo>
                    <a:pt x="151" y="5"/>
                    <a:pt x="131" y="0"/>
                    <a:pt x="112" y="0"/>
                  </a:cubicBezTo>
                  <a:cubicBezTo>
                    <a:pt x="92" y="0"/>
                    <a:pt x="73" y="5"/>
                    <a:pt x="56" y="15"/>
                  </a:cubicBezTo>
                  <a:cubicBezTo>
                    <a:pt x="39" y="25"/>
                    <a:pt x="25" y="39"/>
                    <a:pt x="15" y="56"/>
                  </a:cubicBezTo>
                  <a:cubicBezTo>
                    <a:pt x="5" y="73"/>
                    <a:pt x="0" y="93"/>
                    <a:pt x="0" y="112"/>
                  </a:cubicBezTo>
                  <a:cubicBezTo>
                    <a:pt x="0" y="132"/>
                    <a:pt x="5" y="151"/>
                    <a:pt x="15" y="168"/>
                  </a:cubicBezTo>
                  <a:cubicBezTo>
                    <a:pt x="24" y="185"/>
                    <a:pt x="39" y="199"/>
                    <a:pt x="56" y="209"/>
                  </a:cubicBezTo>
                  <a:cubicBezTo>
                    <a:pt x="73" y="218"/>
                    <a:pt x="92" y="224"/>
                    <a:pt x="112" y="224"/>
                  </a:cubicBezTo>
                  <a:cubicBezTo>
                    <a:pt x="131" y="224"/>
                    <a:pt x="151" y="218"/>
                    <a:pt x="168" y="209"/>
                  </a:cubicBezTo>
                  <a:cubicBezTo>
                    <a:pt x="185" y="199"/>
                    <a:pt x="199" y="185"/>
                    <a:pt x="209" y="168"/>
                  </a:cubicBezTo>
                  <a:cubicBezTo>
                    <a:pt x="218" y="151"/>
                    <a:pt x="223" y="132"/>
                    <a:pt x="223" y="112"/>
                  </a:cubicBezTo>
                  <a:close/>
                </a:path>
              </a:pathLst>
            </a:custGeom>
            <a:solidFill>
              <a:srgbClr val="7f59ae"/>
            </a:solidFill>
            <a:ln w="0">
              <a:noFill/>
            </a:ln>
          </p:spPr>
          <p:txBody>
            <a:bodyPr lIns="90000" rIns="90000" tIns="35640" bIns="3564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51" name=""/>
            <p:cNvSpPr/>
            <p:nvPr/>
          </p:nvSpPr>
          <p:spPr>
            <a:xfrm>
              <a:off x="4902120" y="215640"/>
              <a:ext cx="80640" cy="80640"/>
            </a:xfrm>
            <a:custGeom>
              <a:avLst/>
              <a:gdLst/>
              <a:ahLst/>
              <a:rect l="0" t="0" r="r" b="b"/>
              <a:pathLst>
                <a:path w="224" h="224">
                  <a:moveTo>
                    <a:pt x="224" y="112"/>
                  </a:moveTo>
                  <a:cubicBezTo>
                    <a:pt x="224" y="93"/>
                    <a:pt x="219" y="73"/>
                    <a:pt x="209" y="56"/>
                  </a:cubicBezTo>
                  <a:cubicBezTo>
                    <a:pt x="199" y="39"/>
                    <a:pt x="185" y="25"/>
                    <a:pt x="168" y="15"/>
                  </a:cubicBezTo>
                  <a:cubicBezTo>
                    <a:pt x="151" y="5"/>
                    <a:pt x="131" y="0"/>
                    <a:pt x="112" y="0"/>
                  </a:cubicBezTo>
                  <a:cubicBezTo>
                    <a:pt x="92" y="0"/>
                    <a:pt x="73" y="5"/>
                    <a:pt x="56" y="15"/>
                  </a:cubicBezTo>
                  <a:cubicBezTo>
                    <a:pt x="39" y="25"/>
                    <a:pt x="25" y="39"/>
                    <a:pt x="15" y="56"/>
                  </a:cubicBezTo>
                  <a:cubicBezTo>
                    <a:pt x="5" y="73"/>
                    <a:pt x="0" y="93"/>
                    <a:pt x="0" y="112"/>
                  </a:cubicBezTo>
                  <a:cubicBezTo>
                    <a:pt x="0" y="132"/>
                    <a:pt x="6" y="151"/>
                    <a:pt x="15" y="168"/>
                  </a:cubicBezTo>
                  <a:cubicBezTo>
                    <a:pt x="25" y="185"/>
                    <a:pt x="39" y="199"/>
                    <a:pt x="56" y="209"/>
                  </a:cubicBezTo>
                  <a:cubicBezTo>
                    <a:pt x="73" y="218"/>
                    <a:pt x="93" y="224"/>
                    <a:pt x="112" y="224"/>
                  </a:cubicBezTo>
                  <a:cubicBezTo>
                    <a:pt x="132" y="224"/>
                    <a:pt x="151" y="218"/>
                    <a:pt x="168" y="209"/>
                  </a:cubicBezTo>
                  <a:cubicBezTo>
                    <a:pt x="185" y="199"/>
                    <a:pt x="199" y="185"/>
                    <a:pt x="209" y="168"/>
                  </a:cubicBezTo>
                  <a:cubicBezTo>
                    <a:pt x="219" y="151"/>
                    <a:pt x="224" y="132"/>
                    <a:pt x="224" y="112"/>
                  </a:cubicBezTo>
                  <a:close/>
                </a:path>
              </a:pathLst>
            </a:custGeom>
            <a:solidFill>
              <a:srgbClr val="60c4e4"/>
            </a:solidFill>
            <a:ln w="0">
              <a:noFill/>
            </a:ln>
          </p:spPr>
          <p:txBody>
            <a:bodyPr lIns="90000" rIns="90000" tIns="35640" bIns="3564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2" name=""/>
            <p:cNvSpPr/>
            <p:nvPr/>
          </p:nvSpPr>
          <p:spPr>
            <a:xfrm>
              <a:off x="5330160" y="255960"/>
              <a:ext cx="2334960" cy="0"/>
            </a:xfrm>
            <a:custGeom>
              <a:avLst/>
              <a:gdLst/>
              <a:ahLst/>
              <a:rect l="0" t="0" r="r" b="b"/>
              <a:pathLst>
                <a:path fill="none" w="6486" h="0">
                  <a:moveTo>
                    <a:pt x="0" y="0"/>
                  </a:moveTo>
                  <a:cubicBezTo>
                    <a:pt x="2162" y="0"/>
                    <a:pt x="4324" y="0"/>
                    <a:pt x="6486" y="0"/>
                  </a:cubicBezTo>
                </a:path>
              </a:pathLst>
            </a:custGeom>
            <a:ln cap="rnd" w="10440">
              <a:solidFill>
                <a:srgbClr val="f8b621"/>
              </a:solidFill>
              <a:round/>
            </a:ln>
          </p:spPr>
          <p:txBody>
            <a:bodyPr lIns="95040" rIns="95040" tIns="-50040" bIns="-5004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2416320" y="255960"/>
              <a:ext cx="2334960" cy="0"/>
            </a:xfrm>
            <a:custGeom>
              <a:avLst/>
              <a:gdLst/>
              <a:ahLst/>
              <a:rect l="0" t="0" r="r" b="b"/>
              <a:pathLst>
                <a:path fill="none" w="6486" h="0">
                  <a:moveTo>
                    <a:pt x="0" y="0"/>
                  </a:moveTo>
                  <a:cubicBezTo>
                    <a:pt x="2162" y="0"/>
                    <a:pt x="4324" y="0"/>
                    <a:pt x="6486" y="0"/>
                  </a:cubicBezTo>
                </a:path>
              </a:pathLst>
            </a:custGeom>
            <a:ln cap="rnd" w="10440">
              <a:solidFill>
                <a:srgbClr val="7f59ae"/>
              </a:solidFill>
              <a:round/>
            </a:ln>
          </p:spPr>
          <p:txBody>
            <a:bodyPr lIns="95040" rIns="95040" tIns="-50040" bIns="-5004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</p:grpSp>
      <p:grpSp>
        <p:nvGrpSpPr>
          <p:cNvPr id="54" name=""/>
          <p:cNvGrpSpPr/>
          <p:nvPr/>
        </p:nvGrpSpPr>
        <p:grpSpPr>
          <a:xfrm>
            <a:off x="2383560" y="5446080"/>
            <a:ext cx="5248800" cy="80640"/>
            <a:chOff x="2383560" y="5446080"/>
            <a:chExt cx="5248800" cy="80640"/>
          </a:xfrm>
        </p:grpSpPr>
        <p:sp>
          <p:nvSpPr>
            <p:cNvPr id="55" name=""/>
            <p:cNvSpPr/>
            <p:nvPr/>
          </p:nvSpPr>
          <p:spPr>
            <a:xfrm>
              <a:off x="4902120" y="5446080"/>
              <a:ext cx="80640" cy="80640"/>
            </a:xfrm>
            <a:custGeom>
              <a:avLst/>
              <a:gdLst/>
              <a:ahLst/>
              <a:rect l="0" t="0" r="r" b="b"/>
              <a:pathLst>
                <a:path w="224" h="224">
                  <a:moveTo>
                    <a:pt x="0" y="112"/>
                  </a:moveTo>
                  <a:cubicBezTo>
                    <a:pt x="0" y="132"/>
                    <a:pt x="5" y="151"/>
                    <a:pt x="15" y="168"/>
                  </a:cubicBezTo>
                  <a:cubicBezTo>
                    <a:pt x="25" y="185"/>
                    <a:pt x="39" y="199"/>
                    <a:pt x="56" y="209"/>
                  </a:cubicBezTo>
                  <a:cubicBezTo>
                    <a:pt x="73" y="219"/>
                    <a:pt x="92" y="224"/>
                    <a:pt x="112" y="224"/>
                  </a:cubicBezTo>
                  <a:cubicBezTo>
                    <a:pt x="131" y="224"/>
                    <a:pt x="151" y="219"/>
                    <a:pt x="168" y="209"/>
                  </a:cubicBezTo>
                  <a:cubicBezTo>
                    <a:pt x="185" y="199"/>
                    <a:pt x="199" y="185"/>
                    <a:pt x="209" y="168"/>
                  </a:cubicBezTo>
                  <a:cubicBezTo>
                    <a:pt x="219" y="151"/>
                    <a:pt x="224" y="132"/>
                    <a:pt x="224" y="112"/>
                  </a:cubicBezTo>
                  <a:cubicBezTo>
                    <a:pt x="224" y="92"/>
                    <a:pt x="219" y="73"/>
                    <a:pt x="209" y="56"/>
                  </a:cubicBezTo>
                  <a:cubicBezTo>
                    <a:pt x="199" y="39"/>
                    <a:pt x="185" y="25"/>
                    <a:pt x="168" y="15"/>
                  </a:cubicBezTo>
                  <a:cubicBezTo>
                    <a:pt x="151" y="5"/>
                    <a:pt x="132" y="0"/>
                    <a:pt x="112" y="0"/>
                  </a:cubicBezTo>
                  <a:cubicBezTo>
                    <a:pt x="93" y="0"/>
                    <a:pt x="73" y="5"/>
                    <a:pt x="56" y="15"/>
                  </a:cubicBezTo>
                  <a:cubicBezTo>
                    <a:pt x="39" y="25"/>
                    <a:pt x="25" y="39"/>
                    <a:pt x="15" y="56"/>
                  </a:cubicBezTo>
                  <a:cubicBezTo>
                    <a:pt x="6" y="73"/>
                    <a:pt x="0" y="92"/>
                    <a:pt x="0" y="112"/>
                  </a:cubicBezTo>
                  <a:close/>
                </a:path>
              </a:pathLst>
            </a:custGeom>
            <a:solidFill>
              <a:srgbClr val="e54b87"/>
            </a:solidFill>
            <a:ln w="0">
              <a:noFill/>
            </a:ln>
          </p:spPr>
          <p:txBody>
            <a:bodyPr lIns="90000" rIns="90000" tIns="35640" bIns="3564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56" name=""/>
            <p:cNvSpPr/>
            <p:nvPr/>
          </p:nvSpPr>
          <p:spPr>
            <a:xfrm>
              <a:off x="4710960" y="5446080"/>
              <a:ext cx="80280" cy="80640"/>
            </a:xfrm>
            <a:custGeom>
              <a:avLst/>
              <a:gdLst/>
              <a:ahLst/>
              <a:rect l="0" t="0" r="r" b="b"/>
              <a:pathLst>
                <a:path w="223" h="224">
                  <a:moveTo>
                    <a:pt x="0" y="112"/>
                  </a:moveTo>
                  <a:cubicBezTo>
                    <a:pt x="0" y="132"/>
                    <a:pt x="5" y="151"/>
                    <a:pt x="15" y="168"/>
                  </a:cubicBezTo>
                  <a:cubicBezTo>
                    <a:pt x="25" y="185"/>
                    <a:pt x="39" y="199"/>
                    <a:pt x="56" y="209"/>
                  </a:cubicBezTo>
                  <a:cubicBezTo>
                    <a:pt x="73" y="219"/>
                    <a:pt x="92" y="224"/>
                    <a:pt x="112" y="224"/>
                  </a:cubicBezTo>
                  <a:cubicBezTo>
                    <a:pt x="131" y="224"/>
                    <a:pt x="151" y="219"/>
                    <a:pt x="168" y="209"/>
                  </a:cubicBezTo>
                  <a:cubicBezTo>
                    <a:pt x="185" y="199"/>
                    <a:pt x="199" y="185"/>
                    <a:pt x="209" y="168"/>
                  </a:cubicBezTo>
                  <a:cubicBezTo>
                    <a:pt x="218" y="151"/>
                    <a:pt x="223" y="132"/>
                    <a:pt x="223" y="112"/>
                  </a:cubicBezTo>
                  <a:cubicBezTo>
                    <a:pt x="223" y="92"/>
                    <a:pt x="218" y="73"/>
                    <a:pt x="209" y="56"/>
                  </a:cubicBezTo>
                  <a:cubicBezTo>
                    <a:pt x="199" y="39"/>
                    <a:pt x="185" y="25"/>
                    <a:pt x="168" y="15"/>
                  </a:cubicBezTo>
                  <a:cubicBezTo>
                    <a:pt x="151" y="5"/>
                    <a:pt x="131" y="0"/>
                    <a:pt x="112" y="0"/>
                  </a:cubicBezTo>
                  <a:cubicBezTo>
                    <a:pt x="92" y="0"/>
                    <a:pt x="73" y="5"/>
                    <a:pt x="56" y="15"/>
                  </a:cubicBezTo>
                  <a:cubicBezTo>
                    <a:pt x="39" y="25"/>
                    <a:pt x="24" y="39"/>
                    <a:pt x="15" y="56"/>
                  </a:cubicBezTo>
                  <a:cubicBezTo>
                    <a:pt x="5" y="73"/>
                    <a:pt x="0" y="92"/>
                    <a:pt x="0" y="112"/>
                  </a:cubicBezTo>
                  <a:close/>
                </a:path>
              </a:pathLst>
            </a:custGeom>
            <a:solidFill>
              <a:srgbClr val="f8b621"/>
            </a:solidFill>
            <a:ln w="0">
              <a:noFill/>
            </a:ln>
          </p:spPr>
          <p:txBody>
            <a:bodyPr lIns="90000" rIns="90000" tIns="35640" bIns="3564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7" name=""/>
            <p:cNvSpPr/>
            <p:nvPr/>
          </p:nvSpPr>
          <p:spPr>
            <a:xfrm>
              <a:off x="5289840" y="5446080"/>
              <a:ext cx="80640" cy="80640"/>
            </a:xfrm>
            <a:custGeom>
              <a:avLst/>
              <a:gdLst/>
              <a:ahLst/>
              <a:rect l="0" t="0" r="r" b="b"/>
              <a:pathLst>
                <a:path w="224" h="224">
                  <a:moveTo>
                    <a:pt x="0" y="112"/>
                  </a:moveTo>
                  <a:cubicBezTo>
                    <a:pt x="0" y="132"/>
                    <a:pt x="5" y="151"/>
                    <a:pt x="15" y="168"/>
                  </a:cubicBezTo>
                  <a:cubicBezTo>
                    <a:pt x="25" y="185"/>
                    <a:pt x="39" y="199"/>
                    <a:pt x="56" y="209"/>
                  </a:cubicBezTo>
                  <a:cubicBezTo>
                    <a:pt x="73" y="219"/>
                    <a:pt x="92" y="224"/>
                    <a:pt x="112" y="224"/>
                  </a:cubicBezTo>
                  <a:cubicBezTo>
                    <a:pt x="131" y="224"/>
                    <a:pt x="151" y="219"/>
                    <a:pt x="168" y="209"/>
                  </a:cubicBezTo>
                  <a:cubicBezTo>
                    <a:pt x="185" y="199"/>
                    <a:pt x="199" y="185"/>
                    <a:pt x="209" y="168"/>
                  </a:cubicBezTo>
                  <a:cubicBezTo>
                    <a:pt x="219" y="151"/>
                    <a:pt x="224" y="132"/>
                    <a:pt x="224" y="112"/>
                  </a:cubicBezTo>
                  <a:cubicBezTo>
                    <a:pt x="224" y="92"/>
                    <a:pt x="219" y="73"/>
                    <a:pt x="209" y="56"/>
                  </a:cubicBezTo>
                  <a:cubicBezTo>
                    <a:pt x="199" y="39"/>
                    <a:pt x="185" y="25"/>
                    <a:pt x="168" y="15"/>
                  </a:cubicBezTo>
                  <a:cubicBezTo>
                    <a:pt x="151" y="5"/>
                    <a:pt x="131" y="0"/>
                    <a:pt x="112" y="0"/>
                  </a:cubicBezTo>
                  <a:cubicBezTo>
                    <a:pt x="92" y="0"/>
                    <a:pt x="73" y="5"/>
                    <a:pt x="56" y="15"/>
                  </a:cubicBezTo>
                  <a:cubicBezTo>
                    <a:pt x="39" y="25"/>
                    <a:pt x="25" y="39"/>
                    <a:pt x="15" y="56"/>
                  </a:cubicBezTo>
                  <a:cubicBezTo>
                    <a:pt x="5" y="73"/>
                    <a:pt x="0" y="92"/>
                    <a:pt x="0" y="112"/>
                  </a:cubicBezTo>
                  <a:close/>
                </a:path>
              </a:pathLst>
            </a:custGeom>
            <a:solidFill>
              <a:srgbClr val="7f59ae"/>
            </a:solidFill>
            <a:ln w="0">
              <a:noFill/>
            </a:ln>
          </p:spPr>
          <p:txBody>
            <a:bodyPr lIns="90000" rIns="90000" tIns="35640" bIns="3564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58" name=""/>
            <p:cNvSpPr/>
            <p:nvPr/>
          </p:nvSpPr>
          <p:spPr>
            <a:xfrm>
              <a:off x="5098320" y="5446080"/>
              <a:ext cx="80640" cy="80640"/>
            </a:xfrm>
            <a:custGeom>
              <a:avLst/>
              <a:gdLst/>
              <a:ahLst/>
              <a:rect l="0" t="0" r="r" b="b"/>
              <a:pathLst>
                <a:path w="224" h="224">
                  <a:moveTo>
                    <a:pt x="0" y="112"/>
                  </a:moveTo>
                  <a:cubicBezTo>
                    <a:pt x="0" y="132"/>
                    <a:pt x="5" y="151"/>
                    <a:pt x="15" y="168"/>
                  </a:cubicBezTo>
                  <a:cubicBezTo>
                    <a:pt x="25" y="185"/>
                    <a:pt x="39" y="199"/>
                    <a:pt x="56" y="209"/>
                  </a:cubicBezTo>
                  <a:cubicBezTo>
                    <a:pt x="73" y="219"/>
                    <a:pt x="92" y="224"/>
                    <a:pt x="112" y="224"/>
                  </a:cubicBezTo>
                  <a:cubicBezTo>
                    <a:pt x="132" y="224"/>
                    <a:pt x="151" y="219"/>
                    <a:pt x="168" y="209"/>
                  </a:cubicBezTo>
                  <a:cubicBezTo>
                    <a:pt x="185" y="199"/>
                    <a:pt x="199" y="185"/>
                    <a:pt x="209" y="168"/>
                  </a:cubicBezTo>
                  <a:cubicBezTo>
                    <a:pt x="219" y="151"/>
                    <a:pt x="224" y="132"/>
                    <a:pt x="224" y="112"/>
                  </a:cubicBezTo>
                  <a:cubicBezTo>
                    <a:pt x="224" y="92"/>
                    <a:pt x="219" y="73"/>
                    <a:pt x="209" y="56"/>
                  </a:cubicBezTo>
                  <a:cubicBezTo>
                    <a:pt x="199" y="39"/>
                    <a:pt x="185" y="25"/>
                    <a:pt x="168" y="15"/>
                  </a:cubicBezTo>
                  <a:cubicBezTo>
                    <a:pt x="151" y="5"/>
                    <a:pt x="132" y="0"/>
                    <a:pt x="112" y="0"/>
                  </a:cubicBezTo>
                  <a:cubicBezTo>
                    <a:pt x="92" y="0"/>
                    <a:pt x="73" y="5"/>
                    <a:pt x="56" y="15"/>
                  </a:cubicBezTo>
                  <a:cubicBezTo>
                    <a:pt x="39" y="25"/>
                    <a:pt x="25" y="39"/>
                    <a:pt x="15" y="56"/>
                  </a:cubicBezTo>
                  <a:cubicBezTo>
                    <a:pt x="5" y="73"/>
                    <a:pt x="0" y="92"/>
                    <a:pt x="0" y="112"/>
                  </a:cubicBezTo>
                  <a:close/>
                </a:path>
              </a:pathLst>
            </a:custGeom>
            <a:solidFill>
              <a:srgbClr val="60c4e4"/>
            </a:solidFill>
            <a:ln w="0">
              <a:noFill/>
            </a:ln>
          </p:spPr>
          <p:txBody>
            <a:bodyPr lIns="90000" rIns="90000" tIns="35640" bIns="3564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9" name=""/>
            <p:cNvSpPr/>
            <p:nvPr/>
          </p:nvSpPr>
          <p:spPr>
            <a:xfrm>
              <a:off x="2383560" y="5486400"/>
              <a:ext cx="2334960" cy="0"/>
            </a:xfrm>
            <a:custGeom>
              <a:avLst/>
              <a:gdLst/>
              <a:ahLst/>
              <a:rect l="0" t="0" r="r" b="b"/>
              <a:pathLst>
                <a:path fill="none" w="6486" h="0">
                  <a:moveTo>
                    <a:pt x="0" y="0"/>
                  </a:moveTo>
                  <a:cubicBezTo>
                    <a:pt x="2162" y="0"/>
                    <a:pt x="4324" y="0"/>
                    <a:pt x="6486" y="0"/>
                  </a:cubicBezTo>
                </a:path>
              </a:pathLst>
            </a:custGeom>
            <a:ln cap="rnd" w="10440">
              <a:solidFill>
                <a:srgbClr val="f8b621"/>
              </a:solidFill>
              <a:round/>
            </a:ln>
          </p:spPr>
          <p:txBody>
            <a:bodyPr lIns="95040" rIns="95040" tIns="-50040" bIns="-5004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60" name=""/>
            <p:cNvSpPr/>
            <p:nvPr/>
          </p:nvSpPr>
          <p:spPr>
            <a:xfrm>
              <a:off x="5297400" y="5486400"/>
              <a:ext cx="2334960" cy="0"/>
            </a:xfrm>
            <a:custGeom>
              <a:avLst/>
              <a:gdLst/>
              <a:ahLst/>
              <a:rect l="0" t="0" r="r" b="b"/>
              <a:pathLst>
                <a:path fill="none" w="6486" h="0">
                  <a:moveTo>
                    <a:pt x="0" y="0"/>
                  </a:moveTo>
                  <a:cubicBezTo>
                    <a:pt x="2162" y="0"/>
                    <a:pt x="4324" y="0"/>
                    <a:pt x="6486" y="0"/>
                  </a:cubicBezTo>
                </a:path>
              </a:pathLst>
            </a:custGeom>
            <a:ln cap="rnd" w="10440">
              <a:solidFill>
                <a:srgbClr val="7f59ae"/>
              </a:solidFill>
              <a:round/>
            </a:ln>
          </p:spPr>
          <p:txBody>
            <a:bodyPr lIns="95040" rIns="95040" tIns="-50040" bIns="-5004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6" r:id="rId2"/>
    <p:sldLayoutId id="2147483657" r:id="rId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"/>
          <p:cNvSpPr/>
          <p:nvPr/>
        </p:nvSpPr>
        <p:spPr>
          <a:xfrm>
            <a:off x="0" y="997920"/>
            <a:ext cx="2520360" cy="3674520"/>
          </a:xfrm>
          <a:custGeom>
            <a:avLst/>
            <a:gdLst/>
            <a:ahLst/>
            <a:rect l="0" t="0" r="r" b="b"/>
            <a:pathLst>
              <a:path w="7001" h="10207">
                <a:moveTo>
                  <a:pt x="0" y="0"/>
                </a:moveTo>
                <a:cubicBezTo>
                  <a:pt x="2334" y="0"/>
                  <a:pt x="4667" y="0"/>
                  <a:pt x="7001" y="0"/>
                </a:cubicBezTo>
                <a:cubicBezTo>
                  <a:pt x="7001" y="3402"/>
                  <a:pt x="7001" y="6805"/>
                  <a:pt x="7001" y="10207"/>
                </a:cubicBezTo>
                <a:cubicBezTo>
                  <a:pt x="4667" y="10207"/>
                  <a:pt x="2334" y="10207"/>
                  <a:pt x="0" y="10207"/>
                </a:cubicBezTo>
                <a:cubicBezTo>
                  <a:pt x="0" y="6805"/>
                  <a:pt x="0" y="3402"/>
                  <a:pt x="0" y="0"/>
                </a:cubicBezTo>
                <a:close/>
              </a:path>
            </a:pathLst>
          </a:custGeom>
          <a:solidFill>
            <a:srgbClr val="7f59a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Noto Sans"/>
            </a:endParaRPr>
          </a:p>
        </p:txBody>
      </p:sp>
      <p:sp>
        <p:nvSpPr>
          <p:cNvPr id="64" name=""/>
          <p:cNvSpPr/>
          <p:nvPr/>
        </p:nvSpPr>
        <p:spPr>
          <a:xfrm>
            <a:off x="2520360" y="997920"/>
            <a:ext cx="2520000" cy="3674520"/>
          </a:xfrm>
          <a:custGeom>
            <a:avLst/>
            <a:gdLst/>
            <a:ahLst/>
            <a:rect l="0" t="0" r="r" b="b"/>
            <a:pathLst>
              <a:path w="7000" h="10207">
                <a:moveTo>
                  <a:pt x="0" y="0"/>
                </a:moveTo>
                <a:cubicBezTo>
                  <a:pt x="2333" y="0"/>
                  <a:pt x="4667" y="0"/>
                  <a:pt x="7000" y="0"/>
                </a:cubicBezTo>
                <a:cubicBezTo>
                  <a:pt x="7000" y="3402"/>
                  <a:pt x="7000" y="6805"/>
                  <a:pt x="7000" y="10207"/>
                </a:cubicBezTo>
                <a:cubicBezTo>
                  <a:pt x="4667" y="10207"/>
                  <a:pt x="2333" y="10207"/>
                  <a:pt x="0" y="10207"/>
                </a:cubicBezTo>
                <a:cubicBezTo>
                  <a:pt x="0" y="6805"/>
                  <a:pt x="0" y="3402"/>
                  <a:pt x="0" y="0"/>
                </a:cubicBezTo>
                <a:close/>
              </a:path>
            </a:pathLst>
          </a:custGeom>
          <a:solidFill>
            <a:srgbClr val="60c4e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65" name=""/>
          <p:cNvSpPr/>
          <p:nvPr/>
        </p:nvSpPr>
        <p:spPr>
          <a:xfrm>
            <a:off x="5040360" y="997920"/>
            <a:ext cx="2520360" cy="3674520"/>
          </a:xfrm>
          <a:custGeom>
            <a:avLst/>
            <a:gdLst/>
            <a:ahLst/>
            <a:rect l="0" t="0" r="r" b="b"/>
            <a:pathLst>
              <a:path w="7001" h="10207">
                <a:moveTo>
                  <a:pt x="0" y="0"/>
                </a:moveTo>
                <a:cubicBezTo>
                  <a:pt x="2334" y="0"/>
                  <a:pt x="4667" y="0"/>
                  <a:pt x="7001" y="0"/>
                </a:cubicBezTo>
                <a:cubicBezTo>
                  <a:pt x="7001" y="3402"/>
                  <a:pt x="7001" y="6805"/>
                  <a:pt x="7001" y="10207"/>
                </a:cubicBezTo>
                <a:cubicBezTo>
                  <a:pt x="4667" y="10207"/>
                  <a:pt x="2334" y="10207"/>
                  <a:pt x="0" y="10207"/>
                </a:cubicBezTo>
                <a:cubicBezTo>
                  <a:pt x="0" y="6805"/>
                  <a:pt x="0" y="3402"/>
                  <a:pt x="0" y="0"/>
                </a:cubicBezTo>
                <a:close/>
              </a:path>
            </a:pathLst>
          </a:custGeom>
          <a:solidFill>
            <a:srgbClr val="e54b89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Noto Sans"/>
            </a:endParaRPr>
          </a:p>
        </p:txBody>
      </p:sp>
      <p:sp>
        <p:nvSpPr>
          <p:cNvPr id="66" name=""/>
          <p:cNvSpPr/>
          <p:nvPr/>
        </p:nvSpPr>
        <p:spPr>
          <a:xfrm>
            <a:off x="7560720" y="997920"/>
            <a:ext cx="2518920" cy="3674520"/>
          </a:xfrm>
          <a:custGeom>
            <a:avLst/>
            <a:gdLst/>
            <a:ahLst/>
            <a:rect l="0" t="0" r="r" b="b"/>
            <a:pathLst>
              <a:path w="6997" h="10207">
                <a:moveTo>
                  <a:pt x="0" y="0"/>
                </a:moveTo>
                <a:cubicBezTo>
                  <a:pt x="2332" y="0"/>
                  <a:pt x="4665" y="0"/>
                  <a:pt x="6997" y="0"/>
                </a:cubicBezTo>
                <a:cubicBezTo>
                  <a:pt x="6997" y="3402"/>
                  <a:pt x="6997" y="6805"/>
                  <a:pt x="6997" y="10207"/>
                </a:cubicBezTo>
                <a:cubicBezTo>
                  <a:pt x="4665" y="10207"/>
                  <a:pt x="2332" y="10207"/>
                  <a:pt x="0" y="10207"/>
                </a:cubicBezTo>
                <a:cubicBezTo>
                  <a:pt x="0" y="6805"/>
                  <a:pt x="0" y="3402"/>
                  <a:pt x="0" y="0"/>
                </a:cubicBezTo>
                <a:close/>
              </a:path>
            </a:pathLst>
          </a:custGeom>
          <a:solidFill>
            <a:srgbClr val="f8b622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Noto Sans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Noto Sans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Noto San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Noto Sans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Noto San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Noto Sans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Noto San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Noto Sans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Noto San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Noto Sans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Noto San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Noto Sans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Noto San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Noto Sans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dt" idx="4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ans"/>
              </a:rPr>
              <a:t>&lt;date/time&gt;</a:t>
            </a:r>
            <a:r>
              <a:rPr b="0" lang="en-US" sz="1400" spc="-1" strike="noStrike">
                <a:solidFill>
                  <a:srgbClr val="000000"/>
                </a:solidFill>
                <a:latin typeface="Noto Sans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ftr" idx="5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ans"/>
              </a:rPr>
              <a:t>&lt;footer&gt;</a:t>
            </a:r>
            <a:r>
              <a:rPr b="0" lang="en-US" sz="1400" spc="-1" strike="noStrike">
                <a:solidFill>
                  <a:srgbClr val="000000"/>
                </a:solidFill>
                <a:latin typeface="Noto Sans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71" name="PlaceHolder 5"/>
          <p:cNvSpPr>
            <a:spLocks noGrp="1"/>
          </p:cNvSpPr>
          <p:nvPr>
            <p:ph type="sldNum" idx="6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r">
              <a:buNone/>
            </a:pPr>
            <a:fld id="{7A2CD123-960A-4FA0-BB52-6DDAC52FF3AB}" type="slidenum">
              <a:rPr b="0" lang="en-US" sz="1400" spc="-1" strike="noStrike">
                <a:solidFill>
                  <a:srgbClr val="000000"/>
                </a:solidFill>
                <a:latin typeface="Noto Sans"/>
              </a:rPr>
              <a:t>&lt;number&gt;</a:t>
            </a:fld>
            <a:r>
              <a:rPr b="0" lang="en-US" sz="1400" spc="-1" strike="noStrike">
                <a:solidFill>
                  <a:srgbClr val="000000"/>
                </a:solidFill>
                <a:latin typeface="Noto Sans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Noto Sans"/>
            </a:endParaRPr>
          </a:p>
        </p:txBody>
      </p:sp>
      <p:grpSp>
        <p:nvGrpSpPr>
          <p:cNvPr id="72" name=""/>
          <p:cNvGrpSpPr/>
          <p:nvPr/>
        </p:nvGrpSpPr>
        <p:grpSpPr>
          <a:xfrm>
            <a:off x="2416680" y="215640"/>
            <a:ext cx="5248800" cy="80640"/>
            <a:chOff x="2416680" y="215640"/>
            <a:chExt cx="5248800" cy="80640"/>
          </a:xfrm>
        </p:grpSpPr>
        <p:sp>
          <p:nvSpPr>
            <p:cNvPr id="73" name=""/>
            <p:cNvSpPr/>
            <p:nvPr/>
          </p:nvSpPr>
          <p:spPr>
            <a:xfrm>
              <a:off x="5098680" y="215640"/>
              <a:ext cx="80640" cy="80640"/>
            </a:xfrm>
            <a:custGeom>
              <a:avLst/>
              <a:gdLst/>
              <a:ahLst/>
              <a:rect l="0" t="0" r="r" b="b"/>
              <a:pathLst>
                <a:path w="224" h="224">
                  <a:moveTo>
                    <a:pt x="224" y="112"/>
                  </a:moveTo>
                  <a:cubicBezTo>
                    <a:pt x="224" y="93"/>
                    <a:pt x="219" y="73"/>
                    <a:pt x="209" y="56"/>
                  </a:cubicBezTo>
                  <a:cubicBezTo>
                    <a:pt x="199" y="39"/>
                    <a:pt x="185" y="25"/>
                    <a:pt x="168" y="15"/>
                  </a:cubicBezTo>
                  <a:cubicBezTo>
                    <a:pt x="151" y="5"/>
                    <a:pt x="132" y="0"/>
                    <a:pt x="112" y="0"/>
                  </a:cubicBezTo>
                  <a:cubicBezTo>
                    <a:pt x="92" y="0"/>
                    <a:pt x="73" y="5"/>
                    <a:pt x="56" y="15"/>
                  </a:cubicBezTo>
                  <a:cubicBezTo>
                    <a:pt x="39" y="25"/>
                    <a:pt x="25" y="39"/>
                    <a:pt x="15" y="56"/>
                  </a:cubicBezTo>
                  <a:cubicBezTo>
                    <a:pt x="5" y="73"/>
                    <a:pt x="0" y="93"/>
                    <a:pt x="0" y="112"/>
                  </a:cubicBezTo>
                  <a:cubicBezTo>
                    <a:pt x="0" y="132"/>
                    <a:pt x="5" y="151"/>
                    <a:pt x="15" y="168"/>
                  </a:cubicBezTo>
                  <a:cubicBezTo>
                    <a:pt x="25" y="185"/>
                    <a:pt x="39" y="199"/>
                    <a:pt x="56" y="209"/>
                  </a:cubicBezTo>
                  <a:cubicBezTo>
                    <a:pt x="73" y="218"/>
                    <a:pt x="92" y="224"/>
                    <a:pt x="112" y="224"/>
                  </a:cubicBezTo>
                  <a:cubicBezTo>
                    <a:pt x="132" y="224"/>
                    <a:pt x="151" y="218"/>
                    <a:pt x="168" y="209"/>
                  </a:cubicBezTo>
                  <a:cubicBezTo>
                    <a:pt x="185" y="199"/>
                    <a:pt x="199" y="185"/>
                    <a:pt x="209" y="168"/>
                  </a:cubicBezTo>
                  <a:cubicBezTo>
                    <a:pt x="219" y="151"/>
                    <a:pt x="224" y="132"/>
                    <a:pt x="224" y="112"/>
                  </a:cubicBezTo>
                  <a:close/>
                </a:path>
              </a:pathLst>
            </a:custGeom>
            <a:solidFill>
              <a:srgbClr val="e54b87"/>
            </a:solidFill>
            <a:ln w="0">
              <a:noFill/>
            </a:ln>
          </p:spPr>
          <p:txBody>
            <a:bodyPr lIns="90000" rIns="90000" tIns="35640" bIns="3564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74" name=""/>
            <p:cNvSpPr/>
            <p:nvPr/>
          </p:nvSpPr>
          <p:spPr>
            <a:xfrm>
              <a:off x="5290200" y="215640"/>
              <a:ext cx="80640" cy="80640"/>
            </a:xfrm>
            <a:custGeom>
              <a:avLst/>
              <a:gdLst/>
              <a:ahLst/>
              <a:rect l="0" t="0" r="r" b="b"/>
              <a:pathLst>
                <a:path w="224" h="224">
                  <a:moveTo>
                    <a:pt x="224" y="112"/>
                  </a:moveTo>
                  <a:cubicBezTo>
                    <a:pt x="224" y="93"/>
                    <a:pt x="219" y="73"/>
                    <a:pt x="209" y="56"/>
                  </a:cubicBezTo>
                  <a:cubicBezTo>
                    <a:pt x="199" y="39"/>
                    <a:pt x="185" y="25"/>
                    <a:pt x="168" y="15"/>
                  </a:cubicBezTo>
                  <a:cubicBezTo>
                    <a:pt x="151" y="5"/>
                    <a:pt x="131" y="0"/>
                    <a:pt x="112" y="0"/>
                  </a:cubicBezTo>
                  <a:cubicBezTo>
                    <a:pt x="92" y="0"/>
                    <a:pt x="73" y="5"/>
                    <a:pt x="56" y="15"/>
                  </a:cubicBezTo>
                  <a:cubicBezTo>
                    <a:pt x="39" y="25"/>
                    <a:pt x="25" y="39"/>
                    <a:pt x="15" y="56"/>
                  </a:cubicBezTo>
                  <a:cubicBezTo>
                    <a:pt x="5" y="73"/>
                    <a:pt x="0" y="93"/>
                    <a:pt x="0" y="112"/>
                  </a:cubicBezTo>
                  <a:cubicBezTo>
                    <a:pt x="0" y="132"/>
                    <a:pt x="5" y="151"/>
                    <a:pt x="15" y="168"/>
                  </a:cubicBezTo>
                  <a:cubicBezTo>
                    <a:pt x="25" y="185"/>
                    <a:pt x="39" y="199"/>
                    <a:pt x="56" y="209"/>
                  </a:cubicBezTo>
                  <a:cubicBezTo>
                    <a:pt x="73" y="218"/>
                    <a:pt x="92" y="224"/>
                    <a:pt x="112" y="224"/>
                  </a:cubicBezTo>
                  <a:cubicBezTo>
                    <a:pt x="131" y="224"/>
                    <a:pt x="151" y="218"/>
                    <a:pt x="168" y="209"/>
                  </a:cubicBezTo>
                  <a:cubicBezTo>
                    <a:pt x="185" y="199"/>
                    <a:pt x="199" y="185"/>
                    <a:pt x="209" y="168"/>
                  </a:cubicBezTo>
                  <a:cubicBezTo>
                    <a:pt x="219" y="151"/>
                    <a:pt x="224" y="132"/>
                    <a:pt x="224" y="112"/>
                  </a:cubicBezTo>
                  <a:close/>
                </a:path>
              </a:pathLst>
            </a:custGeom>
            <a:solidFill>
              <a:srgbClr val="f8b621"/>
            </a:solidFill>
            <a:ln w="0">
              <a:noFill/>
            </a:ln>
          </p:spPr>
          <p:txBody>
            <a:bodyPr lIns="90000" rIns="90000" tIns="35640" bIns="3564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75" name=""/>
            <p:cNvSpPr/>
            <p:nvPr/>
          </p:nvSpPr>
          <p:spPr>
            <a:xfrm>
              <a:off x="4711320" y="215640"/>
              <a:ext cx="80280" cy="80640"/>
            </a:xfrm>
            <a:custGeom>
              <a:avLst/>
              <a:gdLst/>
              <a:ahLst/>
              <a:rect l="0" t="0" r="r" b="b"/>
              <a:pathLst>
                <a:path w="223" h="224">
                  <a:moveTo>
                    <a:pt x="223" y="112"/>
                  </a:moveTo>
                  <a:cubicBezTo>
                    <a:pt x="223" y="93"/>
                    <a:pt x="218" y="73"/>
                    <a:pt x="209" y="56"/>
                  </a:cubicBezTo>
                  <a:cubicBezTo>
                    <a:pt x="199" y="39"/>
                    <a:pt x="185" y="25"/>
                    <a:pt x="168" y="15"/>
                  </a:cubicBezTo>
                  <a:cubicBezTo>
                    <a:pt x="151" y="5"/>
                    <a:pt x="131" y="0"/>
                    <a:pt x="112" y="0"/>
                  </a:cubicBezTo>
                  <a:cubicBezTo>
                    <a:pt x="92" y="0"/>
                    <a:pt x="73" y="5"/>
                    <a:pt x="56" y="15"/>
                  </a:cubicBezTo>
                  <a:cubicBezTo>
                    <a:pt x="39" y="25"/>
                    <a:pt x="25" y="39"/>
                    <a:pt x="15" y="56"/>
                  </a:cubicBezTo>
                  <a:cubicBezTo>
                    <a:pt x="5" y="73"/>
                    <a:pt x="0" y="93"/>
                    <a:pt x="0" y="112"/>
                  </a:cubicBezTo>
                  <a:cubicBezTo>
                    <a:pt x="0" y="132"/>
                    <a:pt x="5" y="151"/>
                    <a:pt x="15" y="168"/>
                  </a:cubicBezTo>
                  <a:cubicBezTo>
                    <a:pt x="24" y="185"/>
                    <a:pt x="39" y="199"/>
                    <a:pt x="56" y="209"/>
                  </a:cubicBezTo>
                  <a:cubicBezTo>
                    <a:pt x="73" y="218"/>
                    <a:pt x="92" y="224"/>
                    <a:pt x="112" y="224"/>
                  </a:cubicBezTo>
                  <a:cubicBezTo>
                    <a:pt x="131" y="224"/>
                    <a:pt x="151" y="218"/>
                    <a:pt x="168" y="209"/>
                  </a:cubicBezTo>
                  <a:cubicBezTo>
                    <a:pt x="185" y="199"/>
                    <a:pt x="199" y="185"/>
                    <a:pt x="209" y="168"/>
                  </a:cubicBezTo>
                  <a:cubicBezTo>
                    <a:pt x="218" y="151"/>
                    <a:pt x="223" y="132"/>
                    <a:pt x="223" y="112"/>
                  </a:cubicBezTo>
                  <a:close/>
                </a:path>
              </a:pathLst>
            </a:custGeom>
            <a:solidFill>
              <a:srgbClr val="7f59ae"/>
            </a:solidFill>
            <a:ln w="0">
              <a:noFill/>
            </a:ln>
          </p:spPr>
          <p:txBody>
            <a:bodyPr lIns="90000" rIns="90000" tIns="35640" bIns="3564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76" name=""/>
            <p:cNvSpPr/>
            <p:nvPr/>
          </p:nvSpPr>
          <p:spPr>
            <a:xfrm>
              <a:off x="4902480" y="215640"/>
              <a:ext cx="80640" cy="80640"/>
            </a:xfrm>
            <a:custGeom>
              <a:avLst/>
              <a:gdLst/>
              <a:ahLst/>
              <a:rect l="0" t="0" r="r" b="b"/>
              <a:pathLst>
                <a:path w="224" h="224">
                  <a:moveTo>
                    <a:pt x="224" y="112"/>
                  </a:moveTo>
                  <a:cubicBezTo>
                    <a:pt x="224" y="93"/>
                    <a:pt x="219" y="73"/>
                    <a:pt x="209" y="56"/>
                  </a:cubicBezTo>
                  <a:cubicBezTo>
                    <a:pt x="199" y="39"/>
                    <a:pt x="185" y="25"/>
                    <a:pt x="168" y="15"/>
                  </a:cubicBezTo>
                  <a:cubicBezTo>
                    <a:pt x="151" y="5"/>
                    <a:pt x="131" y="0"/>
                    <a:pt x="112" y="0"/>
                  </a:cubicBezTo>
                  <a:cubicBezTo>
                    <a:pt x="92" y="0"/>
                    <a:pt x="73" y="5"/>
                    <a:pt x="56" y="15"/>
                  </a:cubicBezTo>
                  <a:cubicBezTo>
                    <a:pt x="39" y="25"/>
                    <a:pt x="25" y="39"/>
                    <a:pt x="15" y="56"/>
                  </a:cubicBezTo>
                  <a:cubicBezTo>
                    <a:pt x="5" y="73"/>
                    <a:pt x="0" y="93"/>
                    <a:pt x="0" y="112"/>
                  </a:cubicBezTo>
                  <a:cubicBezTo>
                    <a:pt x="0" y="132"/>
                    <a:pt x="6" y="151"/>
                    <a:pt x="15" y="168"/>
                  </a:cubicBezTo>
                  <a:cubicBezTo>
                    <a:pt x="25" y="185"/>
                    <a:pt x="39" y="199"/>
                    <a:pt x="56" y="209"/>
                  </a:cubicBezTo>
                  <a:cubicBezTo>
                    <a:pt x="73" y="218"/>
                    <a:pt x="93" y="224"/>
                    <a:pt x="112" y="224"/>
                  </a:cubicBezTo>
                  <a:cubicBezTo>
                    <a:pt x="132" y="224"/>
                    <a:pt x="151" y="218"/>
                    <a:pt x="168" y="209"/>
                  </a:cubicBezTo>
                  <a:cubicBezTo>
                    <a:pt x="185" y="199"/>
                    <a:pt x="199" y="185"/>
                    <a:pt x="209" y="168"/>
                  </a:cubicBezTo>
                  <a:cubicBezTo>
                    <a:pt x="219" y="151"/>
                    <a:pt x="224" y="132"/>
                    <a:pt x="224" y="112"/>
                  </a:cubicBezTo>
                  <a:close/>
                </a:path>
              </a:pathLst>
            </a:custGeom>
            <a:solidFill>
              <a:srgbClr val="60c4e4"/>
            </a:solidFill>
            <a:ln w="0">
              <a:noFill/>
            </a:ln>
          </p:spPr>
          <p:txBody>
            <a:bodyPr lIns="90000" rIns="90000" tIns="35640" bIns="3564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77" name=""/>
            <p:cNvSpPr/>
            <p:nvPr/>
          </p:nvSpPr>
          <p:spPr>
            <a:xfrm>
              <a:off x="5330520" y="255960"/>
              <a:ext cx="2334960" cy="0"/>
            </a:xfrm>
            <a:custGeom>
              <a:avLst/>
              <a:gdLst/>
              <a:ahLst/>
              <a:rect l="0" t="0" r="r" b="b"/>
              <a:pathLst>
                <a:path fill="none" w="6486" h="0">
                  <a:moveTo>
                    <a:pt x="0" y="0"/>
                  </a:moveTo>
                  <a:cubicBezTo>
                    <a:pt x="2162" y="0"/>
                    <a:pt x="4324" y="0"/>
                    <a:pt x="6486" y="0"/>
                  </a:cubicBezTo>
                </a:path>
              </a:pathLst>
            </a:custGeom>
            <a:ln cap="rnd" w="10440">
              <a:solidFill>
                <a:srgbClr val="f8b621"/>
              </a:solidFill>
              <a:round/>
            </a:ln>
          </p:spPr>
          <p:txBody>
            <a:bodyPr lIns="95040" rIns="95040" tIns="-50040" bIns="-5004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78" name=""/>
            <p:cNvSpPr/>
            <p:nvPr/>
          </p:nvSpPr>
          <p:spPr>
            <a:xfrm>
              <a:off x="2416680" y="255960"/>
              <a:ext cx="2334960" cy="0"/>
            </a:xfrm>
            <a:custGeom>
              <a:avLst/>
              <a:gdLst/>
              <a:ahLst/>
              <a:rect l="0" t="0" r="r" b="b"/>
              <a:pathLst>
                <a:path fill="none" w="6486" h="0">
                  <a:moveTo>
                    <a:pt x="0" y="0"/>
                  </a:moveTo>
                  <a:cubicBezTo>
                    <a:pt x="2162" y="0"/>
                    <a:pt x="4324" y="0"/>
                    <a:pt x="6486" y="0"/>
                  </a:cubicBezTo>
                </a:path>
              </a:pathLst>
            </a:custGeom>
            <a:ln cap="rnd" w="10440">
              <a:solidFill>
                <a:srgbClr val="7f59ae"/>
              </a:solidFill>
              <a:round/>
            </a:ln>
          </p:spPr>
          <p:txBody>
            <a:bodyPr lIns="95040" rIns="95040" tIns="-50040" bIns="-5004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</p:grpSp>
      <p:grpSp>
        <p:nvGrpSpPr>
          <p:cNvPr id="79" name=""/>
          <p:cNvGrpSpPr/>
          <p:nvPr/>
        </p:nvGrpSpPr>
        <p:grpSpPr>
          <a:xfrm>
            <a:off x="2383920" y="5446080"/>
            <a:ext cx="5248800" cy="80640"/>
            <a:chOff x="2383920" y="5446080"/>
            <a:chExt cx="5248800" cy="80640"/>
          </a:xfrm>
        </p:grpSpPr>
        <p:sp>
          <p:nvSpPr>
            <p:cNvPr id="80" name=""/>
            <p:cNvSpPr/>
            <p:nvPr/>
          </p:nvSpPr>
          <p:spPr>
            <a:xfrm>
              <a:off x="4902480" y="5446080"/>
              <a:ext cx="80640" cy="80640"/>
            </a:xfrm>
            <a:custGeom>
              <a:avLst/>
              <a:gdLst/>
              <a:ahLst/>
              <a:rect l="0" t="0" r="r" b="b"/>
              <a:pathLst>
                <a:path w="224" h="224">
                  <a:moveTo>
                    <a:pt x="0" y="112"/>
                  </a:moveTo>
                  <a:cubicBezTo>
                    <a:pt x="0" y="132"/>
                    <a:pt x="5" y="151"/>
                    <a:pt x="15" y="168"/>
                  </a:cubicBezTo>
                  <a:cubicBezTo>
                    <a:pt x="25" y="185"/>
                    <a:pt x="39" y="199"/>
                    <a:pt x="56" y="209"/>
                  </a:cubicBezTo>
                  <a:cubicBezTo>
                    <a:pt x="73" y="219"/>
                    <a:pt x="92" y="224"/>
                    <a:pt x="112" y="224"/>
                  </a:cubicBezTo>
                  <a:cubicBezTo>
                    <a:pt x="131" y="224"/>
                    <a:pt x="151" y="219"/>
                    <a:pt x="168" y="209"/>
                  </a:cubicBezTo>
                  <a:cubicBezTo>
                    <a:pt x="185" y="199"/>
                    <a:pt x="199" y="185"/>
                    <a:pt x="209" y="168"/>
                  </a:cubicBezTo>
                  <a:cubicBezTo>
                    <a:pt x="219" y="151"/>
                    <a:pt x="224" y="132"/>
                    <a:pt x="224" y="112"/>
                  </a:cubicBezTo>
                  <a:cubicBezTo>
                    <a:pt x="224" y="92"/>
                    <a:pt x="219" y="73"/>
                    <a:pt x="209" y="56"/>
                  </a:cubicBezTo>
                  <a:cubicBezTo>
                    <a:pt x="199" y="39"/>
                    <a:pt x="185" y="25"/>
                    <a:pt x="168" y="15"/>
                  </a:cubicBezTo>
                  <a:cubicBezTo>
                    <a:pt x="151" y="5"/>
                    <a:pt x="132" y="0"/>
                    <a:pt x="112" y="0"/>
                  </a:cubicBezTo>
                  <a:cubicBezTo>
                    <a:pt x="93" y="0"/>
                    <a:pt x="73" y="5"/>
                    <a:pt x="56" y="15"/>
                  </a:cubicBezTo>
                  <a:cubicBezTo>
                    <a:pt x="39" y="25"/>
                    <a:pt x="25" y="39"/>
                    <a:pt x="15" y="56"/>
                  </a:cubicBezTo>
                  <a:cubicBezTo>
                    <a:pt x="6" y="73"/>
                    <a:pt x="0" y="92"/>
                    <a:pt x="0" y="112"/>
                  </a:cubicBezTo>
                  <a:close/>
                </a:path>
              </a:pathLst>
            </a:custGeom>
            <a:solidFill>
              <a:srgbClr val="e54b87"/>
            </a:solidFill>
            <a:ln w="0">
              <a:noFill/>
            </a:ln>
          </p:spPr>
          <p:txBody>
            <a:bodyPr lIns="90000" rIns="90000" tIns="35640" bIns="3564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81" name=""/>
            <p:cNvSpPr/>
            <p:nvPr/>
          </p:nvSpPr>
          <p:spPr>
            <a:xfrm>
              <a:off x="4711320" y="5446080"/>
              <a:ext cx="80280" cy="80640"/>
            </a:xfrm>
            <a:custGeom>
              <a:avLst/>
              <a:gdLst/>
              <a:ahLst/>
              <a:rect l="0" t="0" r="r" b="b"/>
              <a:pathLst>
                <a:path w="223" h="224">
                  <a:moveTo>
                    <a:pt x="0" y="112"/>
                  </a:moveTo>
                  <a:cubicBezTo>
                    <a:pt x="0" y="132"/>
                    <a:pt x="5" y="151"/>
                    <a:pt x="15" y="168"/>
                  </a:cubicBezTo>
                  <a:cubicBezTo>
                    <a:pt x="25" y="185"/>
                    <a:pt x="39" y="199"/>
                    <a:pt x="56" y="209"/>
                  </a:cubicBezTo>
                  <a:cubicBezTo>
                    <a:pt x="73" y="219"/>
                    <a:pt x="92" y="224"/>
                    <a:pt x="112" y="224"/>
                  </a:cubicBezTo>
                  <a:cubicBezTo>
                    <a:pt x="131" y="224"/>
                    <a:pt x="151" y="219"/>
                    <a:pt x="168" y="209"/>
                  </a:cubicBezTo>
                  <a:cubicBezTo>
                    <a:pt x="185" y="199"/>
                    <a:pt x="199" y="185"/>
                    <a:pt x="209" y="168"/>
                  </a:cubicBezTo>
                  <a:cubicBezTo>
                    <a:pt x="218" y="151"/>
                    <a:pt x="223" y="132"/>
                    <a:pt x="223" y="112"/>
                  </a:cubicBezTo>
                  <a:cubicBezTo>
                    <a:pt x="223" y="92"/>
                    <a:pt x="218" y="73"/>
                    <a:pt x="209" y="56"/>
                  </a:cubicBezTo>
                  <a:cubicBezTo>
                    <a:pt x="199" y="39"/>
                    <a:pt x="185" y="25"/>
                    <a:pt x="168" y="15"/>
                  </a:cubicBezTo>
                  <a:cubicBezTo>
                    <a:pt x="151" y="5"/>
                    <a:pt x="131" y="0"/>
                    <a:pt x="112" y="0"/>
                  </a:cubicBezTo>
                  <a:cubicBezTo>
                    <a:pt x="92" y="0"/>
                    <a:pt x="73" y="5"/>
                    <a:pt x="56" y="15"/>
                  </a:cubicBezTo>
                  <a:cubicBezTo>
                    <a:pt x="39" y="25"/>
                    <a:pt x="24" y="39"/>
                    <a:pt x="15" y="56"/>
                  </a:cubicBezTo>
                  <a:cubicBezTo>
                    <a:pt x="5" y="73"/>
                    <a:pt x="0" y="92"/>
                    <a:pt x="0" y="112"/>
                  </a:cubicBezTo>
                  <a:close/>
                </a:path>
              </a:pathLst>
            </a:custGeom>
            <a:solidFill>
              <a:srgbClr val="f8b621"/>
            </a:solidFill>
            <a:ln w="0">
              <a:noFill/>
            </a:ln>
          </p:spPr>
          <p:txBody>
            <a:bodyPr lIns="90000" rIns="90000" tIns="35640" bIns="3564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82" name=""/>
            <p:cNvSpPr/>
            <p:nvPr/>
          </p:nvSpPr>
          <p:spPr>
            <a:xfrm>
              <a:off x="5290200" y="5446080"/>
              <a:ext cx="80640" cy="80640"/>
            </a:xfrm>
            <a:custGeom>
              <a:avLst/>
              <a:gdLst/>
              <a:ahLst/>
              <a:rect l="0" t="0" r="r" b="b"/>
              <a:pathLst>
                <a:path w="224" h="224">
                  <a:moveTo>
                    <a:pt x="0" y="112"/>
                  </a:moveTo>
                  <a:cubicBezTo>
                    <a:pt x="0" y="132"/>
                    <a:pt x="5" y="151"/>
                    <a:pt x="15" y="168"/>
                  </a:cubicBezTo>
                  <a:cubicBezTo>
                    <a:pt x="25" y="185"/>
                    <a:pt x="39" y="199"/>
                    <a:pt x="56" y="209"/>
                  </a:cubicBezTo>
                  <a:cubicBezTo>
                    <a:pt x="73" y="219"/>
                    <a:pt x="92" y="224"/>
                    <a:pt x="112" y="224"/>
                  </a:cubicBezTo>
                  <a:cubicBezTo>
                    <a:pt x="131" y="224"/>
                    <a:pt x="151" y="219"/>
                    <a:pt x="168" y="209"/>
                  </a:cubicBezTo>
                  <a:cubicBezTo>
                    <a:pt x="185" y="199"/>
                    <a:pt x="199" y="185"/>
                    <a:pt x="209" y="168"/>
                  </a:cubicBezTo>
                  <a:cubicBezTo>
                    <a:pt x="219" y="151"/>
                    <a:pt x="224" y="132"/>
                    <a:pt x="224" y="112"/>
                  </a:cubicBezTo>
                  <a:cubicBezTo>
                    <a:pt x="224" y="92"/>
                    <a:pt x="219" y="73"/>
                    <a:pt x="209" y="56"/>
                  </a:cubicBezTo>
                  <a:cubicBezTo>
                    <a:pt x="199" y="39"/>
                    <a:pt x="185" y="25"/>
                    <a:pt x="168" y="15"/>
                  </a:cubicBezTo>
                  <a:cubicBezTo>
                    <a:pt x="151" y="5"/>
                    <a:pt x="131" y="0"/>
                    <a:pt x="112" y="0"/>
                  </a:cubicBezTo>
                  <a:cubicBezTo>
                    <a:pt x="92" y="0"/>
                    <a:pt x="73" y="5"/>
                    <a:pt x="56" y="15"/>
                  </a:cubicBezTo>
                  <a:cubicBezTo>
                    <a:pt x="39" y="25"/>
                    <a:pt x="25" y="39"/>
                    <a:pt x="15" y="56"/>
                  </a:cubicBezTo>
                  <a:cubicBezTo>
                    <a:pt x="5" y="73"/>
                    <a:pt x="0" y="92"/>
                    <a:pt x="0" y="112"/>
                  </a:cubicBezTo>
                  <a:close/>
                </a:path>
              </a:pathLst>
            </a:custGeom>
            <a:solidFill>
              <a:srgbClr val="7f59ae"/>
            </a:solidFill>
            <a:ln w="0">
              <a:noFill/>
            </a:ln>
          </p:spPr>
          <p:txBody>
            <a:bodyPr lIns="90000" rIns="90000" tIns="35640" bIns="3564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83" name=""/>
            <p:cNvSpPr/>
            <p:nvPr/>
          </p:nvSpPr>
          <p:spPr>
            <a:xfrm>
              <a:off x="5098680" y="5446080"/>
              <a:ext cx="80640" cy="80640"/>
            </a:xfrm>
            <a:custGeom>
              <a:avLst/>
              <a:gdLst/>
              <a:ahLst/>
              <a:rect l="0" t="0" r="r" b="b"/>
              <a:pathLst>
                <a:path w="224" h="224">
                  <a:moveTo>
                    <a:pt x="0" y="112"/>
                  </a:moveTo>
                  <a:cubicBezTo>
                    <a:pt x="0" y="132"/>
                    <a:pt x="5" y="151"/>
                    <a:pt x="15" y="168"/>
                  </a:cubicBezTo>
                  <a:cubicBezTo>
                    <a:pt x="25" y="185"/>
                    <a:pt x="39" y="199"/>
                    <a:pt x="56" y="209"/>
                  </a:cubicBezTo>
                  <a:cubicBezTo>
                    <a:pt x="73" y="219"/>
                    <a:pt x="92" y="224"/>
                    <a:pt x="112" y="224"/>
                  </a:cubicBezTo>
                  <a:cubicBezTo>
                    <a:pt x="132" y="224"/>
                    <a:pt x="151" y="219"/>
                    <a:pt x="168" y="209"/>
                  </a:cubicBezTo>
                  <a:cubicBezTo>
                    <a:pt x="185" y="199"/>
                    <a:pt x="199" y="185"/>
                    <a:pt x="209" y="168"/>
                  </a:cubicBezTo>
                  <a:cubicBezTo>
                    <a:pt x="219" y="151"/>
                    <a:pt x="224" y="132"/>
                    <a:pt x="224" y="112"/>
                  </a:cubicBezTo>
                  <a:cubicBezTo>
                    <a:pt x="224" y="92"/>
                    <a:pt x="219" y="73"/>
                    <a:pt x="209" y="56"/>
                  </a:cubicBezTo>
                  <a:cubicBezTo>
                    <a:pt x="199" y="39"/>
                    <a:pt x="185" y="25"/>
                    <a:pt x="168" y="15"/>
                  </a:cubicBezTo>
                  <a:cubicBezTo>
                    <a:pt x="151" y="5"/>
                    <a:pt x="132" y="0"/>
                    <a:pt x="112" y="0"/>
                  </a:cubicBezTo>
                  <a:cubicBezTo>
                    <a:pt x="92" y="0"/>
                    <a:pt x="73" y="5"/>
                    <a:pt x="56" y="15"/>
                  </a:cubicBezTo>
                  <a:cubicBezTo>
                    <a:pt x="39" y="25"/>
                    <a:pt x="25" y="39"/>
                    <a:pt x="15" y="56"/>
                  </a:cubicBezTo>
                  <a:cubicBezTo>
                    <a:pt x="5" y="73"/>
                    <a:pt x="0" y="92"/>
                    <a:pt x="0" y="112"/>
                  </a:cubicBezTo>
                  <a:close/>
                </a:path>
              </a:pathLst>
            </a:custGeom>
            <a:solidFill>
              <a:srgbClr val="60c4e4"/>
            </a:solidFill>
            <a:ln w="0">
              <a:noFill/>
            </a:ln>
          </p:spPr>
          <p:txBody>
            <a:bodyPr lIns="90000" rIns="90000" tIns="35640" bIns="3564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84" name=""/>
            <p:cNvSpPr/>
            <p:nvPr/>
          </p:nvSpPr>
          <p:spPr>
            <a:xfrm>
              <a:off x="2383920" y="5486400"/>
              <a:ext cx="2334960" cy="0"/>
            </a:xfrm>
            <a:custGeom>
              <a:avLst/>
              <a:gdLst/>
              <a:ahLst/>
              <a:rect l="0" t="0" r="r" b="b"/>
              <a:pathLst>
                <a:path fill="none" w="6486" h="0">
                  <a:moveTo>
                    <a:pt x="0" y="0"/>
                  </a:moveTo>
                  <a:cubicBezTo>
                    <a:pt x="2162" y="0"/>
                    <a:pt x="4324" y="0"/>
                    <a:pt x="6486" y="0"/>
                  </a:cubicBezTo>
                </a:path>
              </a:pathLst>
            </a:custGeom>
            <a:ln cap="rnd" w="10440">
              <a:solidFill>
                <a:srgbClr val="f8b621"/>
              </a:solidFill>
              <a:round/>
            </a:ln>
          </p:spPr>
          <p:txBody>
            <a:bodyPr lIns="95040" rIns="95040" tIns="-50040" bIns="-5004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85" name=""/>
            <p:cNvSpPr/>
            <p:nvPr/>
          </p:nvSpPr>
          <p:spPr>
            <a:xfrm>
              <a:off x="5297760" y="5486400"/>
              <a:ext cx="2334960" cy="0"/>
            </a:xfrm>
            <a:custGeom>
              <a:avLst/>
              <a:gdLst/>
              <a:ahLst/>
              <a:rect l="0" t="0" r="r" b="b"/>
              <a:pathLst>
                <a:path fill="none" w="6486" h="0">
                  <a:moveTo>
                    <a:pt x="0" y="0"/>
                  </a:moveTo>
                  <a:cubicBezTo>
                    <a:pt x="2162" y="0"/>
                    <a:pt x="4324" y="0"/>
                    <a:pt x="6486" y="0"/>
                  </a:cubicBezTo>
                </a:path>
              </a:pathLst>
            </a:custGeom>
            <a:ln cap="rnd" w="10440">
              <a:solidFill>
                <a:srgbClr val="7f59ae"/>
              </a:solidFill>
              <a:round/>
            </a:ln>
          </p:spPr>
          <p:txBody>
            <a:bodyPr lIns="95040" rIns="95040" tIns="-50040" bIns="-5004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"/>
          <p:cNvGrpSpPr/>
          <p:nvPr/>
        </p:nvGrpSpPr>
        <p:grpSpPr>
          <a:xfrm>
            <a:off x="6216120" y="658800"/>
            <a:ext cx="2409840" cy="4373280"/>
            <a:chOff x="6216120" y="658800"/>
            <a:chExt cx="2409840" cy="4373280"/>
          </a:xfrm>
        </p:grpSpPr>
        <p:sp>
          <p:nvSpPr>
            <p:cNvPr id="89" name=""/>
            <p:cNvSpPr/>
            <p:nvPr/>
          </p:nvSpPr>
          <p:spPr>
            <a:xfrm>
              <a:off x="7102800" y="806040"/>
              <a:ext cx="1523160" cy="1523160"/>
            </a:xfrm>
            <a:custGeom>
              <a:avLst/>
              <a:gdLst/>
              <a:ahLst/>
              <a:rect l="0" t="0" r="r" b="b"/>
              <a:pathLst>
                <a:path w="4231" h="4231">
                  <a:moveTo>
                    <a:pt x="1057" y="3164"/>
                  </a:moveTo>
                  <a:lnTo>
                    <a:pt x="0" y="2098"/>
                  </a:lnTo>
                  <a:lnTo>
                    <a:pt x="2117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4"/>
                  </a:lnTo>
                  <a:close/>
                </a:path>
              </a:pathLst>
            </a:custGeom>
            <a:solidFill>
              <a:srgbClr val="60c4e4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90" name=""/>
            <p:cNvSpPr/>
            <p:nvPr/>
          </p:nvSpPr>
          <p:spPr>
            <a:xfrm>
              <a:off x="6216120" y="1677600"/>
              <a:ext cx="1523160" cy="1523160"/>
            </a:xfrm>
            <a:custGeom>
              <a:avLst/>
              <a:gdLst/>
              <a:ahLst/>
              <a:rect l="0" t="0" r="r" b="b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7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solidFill>
              <a:srgbClr val="60c4e4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91" name=""/>
            <p:cNvSpPr/>
            <p:nvPr/>
          </p:nvSpPr>
          <p:spPr>
            <a:xfrm>
              <a:off x="7102800" y="2637360"/>
              <a:ext cx="1523160" cy="1523520"/>
            </a:xfrm>
            <a:custGeom>
              <a:avLst/>
              <a:gdLst/>
              <a:ahLst/>
              <a:rect l="0" t="0" r="r" b="b"/>
              <a:pathLst>
                <a:path w="4231" h="4232">
                  <a:moveTo>
                    <a:pt x="1057" y="3165"/>
                  </a:moveTo>
                  <a:lnTo>
                    <a:pt x="0" y="2099"/>
                  </a:lnTo>
                  <a:lnTo>
                    <a:pt x="2117" y="0"/>
                  </a:lnTo>
                  <a:lnTo>
                    <a:pt x="4231" y="2133"/>
                  </a:lnTo>
                  <a:lnTo>
                    <a:pt x="2114" y="4232"/>
                  </a:lnTo>
                  <a:lnTo>
                    <a:pt x="1057" y="3165"/>
                  </a:lnTo>
                  <a:close/>
                </a:path>
              </a:pathLst>
            </a:custGeom>
            <a:solidFill>
              <a:srgbClr val="60c4e4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92" name=""/>
            <p:cNvSpPr/>
            <p:nvPr/>
          </p:nvSpPr>
          <p:spPr>
            <a:xfrm>
              <a:off x="6216120" y="3508920"/>
              <a:ext cx="1523160" cy="1523160"/>
            </a:xfrm>
            <a:custGeom>
              <a:avLst/>
              <a:gdLst/>
              <a:ahLst/>
              <a:rect l="0" t="0" r="r" b="b"/>
              <a:pathLst>
                <a:path w="4231" h="4231">
                  <a:moveTo>
                    <a:pt x="1057" y="3164"/>
                  </a:moveTo>
                  <a:lnTo>
                    <a:pt x="0" y="2098"/>
                  </a:lnTo>
                  <a:lnTo>
                    <a:pt x="2117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4"/>
                  </a:lnTo>
                  <a:close/>
                </a:path>
              </a:pathLst>
            </a:custGeom>
            <a:solidFill>
              <a:srgbClr val="60c4e4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93" name=""/>
            <p:cNvSpPr/>
            <p:nvPr/>
          </p:nvSpPr>
          <p:spPr>
            <a:xfrm>
              <a:off x="7102800" y="658800"/>
              <a:ext cx="1523160" cy="1523160"/>
            </a:xfrm>
            <a:custGeom>
              <a:avLst/>
              <a:gdLst/>
              <a:ahLst/>
              <a:rect l="0" t="0" r="r" b="b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noFill/>
            <a:ln cap="rnd" w="39600">
              <a:solidFill>
                <a:srgbClr val="ffff6d"/>
              </a:solidFill>
              <a:bevel/>
            </a:ln>
          </p:spPr>
          <p:txBody>
            <a:bodyPr lIns="109800" rIns="109800" tIns="64800" bIns="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94" name=""/>
            <p:cNvSpPr/>
            <p:nvPr/>
          </p:nvSpPr>
          <p:spPr>
            <a:xfrm>
              <a:off x="6216120" y="1530360"/>
              <a:ext cx="1523160" cy="1523520"/>
            </a:xfrm>
            <a:custGeom>
              <a:avLst/>
              <a:gdLst/>
              <a:ahLst/>
              <a:rect l="0" t="0" r="r" b="b"/>
              <a:pathLst>
                <a:path w="4231" h="4232">
                  <a:moveTo>
                    <a:pt x="1057" y="3165"/>
                  </a:moveTo>
                  <a:lnTo>
                    <a:pt x="0" y="2099"/>
                  </a:lnTo>
                  <a:lnTo>
                    <a:pt x="2116" y="0"/>
                  </a:lnTo>
                  <a:lnTo>
                    <a:pt x="4231" y="2134"/>
                  </a:lnTo>
                  <a:lnTo>
                    <a:pt x="2114" y="4232"/>
                  </a:lnTo>
                  <a:lnTo>
                    <a:pt x="1057" y="3165"/>
                  </a:lnTo>
                  <a:close/>
                </a:path>
              </a:pathLst>
            </a:custGeom>
            <a:noFill/>
            <a:ln cap="rnd" w="39600">
              <a:solidFill>
                <a:srgbClr val="ffff6d"/>
              </a:solidFill>
              <a:bevel/>
            </a:ln>
          </p:spPr>
          <p:txBody>
            <a:bodyPr lIns="109800" rIns="109800" tIns="64800" bIns="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95" name=""/>
            <p:cNvSpPr/>
            <p:nvPr/>
          </p:nvSpPr>
          <p:spPr>
            <a:xfrm>
              <a:off x="7102800" y="2490480"/>
              <a:ext cx="1523160" cy="1523160"/>
            </a:xfrm>
            <a:custGeom>
              <a:avLst/>
              <a:gdLst/>
              <a:ahLst/>
              <a:rect l="0" t="0" r="r" b="b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7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noFill/>
            <a:ln cap="rnd" w="39600">
              <a:solidFill>
                <a:srgbClr val="ffff6d"/>
              </a:solidFill>
              <a:bevel/>
            </a:ln>
          </p:spPr>
          <p:txBody>
            <a:bodyPr lIns="109800" rIns="109800" tIns="64800" bIns="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96" name=""/>
            <p:cNvSpPr/>
            <p:nvPr/>
          </p:nvSpPr>
          <p:spPr>
            <a:xfrm>
              <a:off x="6216120" y="3361680"/>
              <a:ext cx="1523160" cy="1523520"/>
            </a:xfrm>
            <a:custGeom>
              <a:avLst/>
              <a:gdLst/>
              <a:ahLst/>
              <a:rect l="0" t="0" r="r" b="b"/>
              <a:pathLst>
                <a:path w="4231" h="4232">
                  <a:moveTo>
                    <a:pt x="1057" y="3165"/>
                  </a:moveTo>
                  <a:lnTo>
                    <a:pt x="0" y="2099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2"/>
                  </a:lnTo>
                  <a:lnTo>
                    <a:pt x="1057" y="3165"/>
                  </a:lnTo>
                  <a:close/>
                </a:path>
              </a:pathLst>
            </a:custGeom>
            <a:noFill/>
            <a:ln cap="rnd" w="39600">
              <a:solidFill>
                <a:srgbClr val="ffff6d"/>
              </a:solidFill>
              <a:bevel/>
            </a:ln>
          </p:spPr>
          <p:txBody>
            <a:bodyPr lIns="109800" rIns="109800" tIns="64800" bIns="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</p:grpSp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Noto Sans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Noto Sans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Noto San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Noto Sans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Noto San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Noto Sans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Noto San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Noto Sans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Noto San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Noto Sans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Noto San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Noto Sans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Noto San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Noto Sans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99" name=""/>
          <p:cNvSpPr/>
          <p:nvPr/>
        </p:nvSpPr>
        <p:spPr>
          <a:xfrm>
            <a:off x="9758160" y="2894040"/>
            <a:ext cx="80640" cy="80640"/>
          </a:xfrm>
          <a:custGeom>
            <a:avLst/>
            <a:gdLst/>
            <a:ahLst/>
            <a:rect l="0" t="0" r="r" b="b"/>
            <a:pathLst>
              <a:path w="224" h="224">
                <a:moveTo>
                  <a:pt x="112" y="224"/>
                </a:moveTo>
                <a:cubicBezTo>
                  <a:pt x="131" y="224"/>
                  <a:pt x="151" y="219"/>
                  <a:pt x="168" y="209"/>
                </a:cubicBezTo>
                <a:cubicBezTo>
                  <a:pt x="185" y="199"/>
                  <a:pt x="199" y="185"/>
                  <a:pt x="209" y="168"/>
                </a:cubicBezTo>
                <a:cubicBezTo>
                  <a:pt x="218" y="151"/>
                  <a:pt x="224" y="132"/>
                  <a:pt x="224" y="112"/>
                </a:cubicBezTo>
                <a:cubicBezTo>
                  <a:pt x="224" y="92"/>
                  <a:pt x="218" y="73"/>
                  <a:pt x="209" y="56"/>
                </a:cubicBezTo>
                <a:cubicBezTo>
                  <a:pt x="199" y="39"/>
                  <a:pt x="185" y="25"/>
                  <a:pt x="168" y="15"/>
                </a:cubicBezTo>
                <a:cubicBezTo>
                  <a:pt x="151" y="5"/>
                  <a:pt x="131" y="0"/>
                  <a:pt x="112" y="0"/>
                </a:cubicBezTo>
                <a:cubicBezTo>
                  <a:pt x="92" y="0"/>
                  <a:pt x="73" y="5"/>
                  <a:pt x="56" y="15"/>
                </a:cubicBezTo>
                <a:cubicBezTo>
                  <a:pt x="39" y="25"/>
                  <a:pt x="25" y="39"/>
                  <a:pt x="15" y="56"/>
                </a:cubicBezTo>
                <a:cubicBezTo>
                  <a:pt x="5" y="73"/>
                  <a:pt x="0" y="92"/>
                  <a:pt x="0" y="112"/>
                </a:cubicBezTo>
                <a:cubicBezTo>
                  <a:pt x="0" y="132"/>
                  <a:pt x="5" y="151"/>
                  <a:pt x="15" y="168"/>
                </a:cubicBezTo>
                <a:cubicBezTo>
                  <a:pt x="25" y="185"/>
                  <a:pt x="39" y="199"/>
                  <a:pt x="56" y="209"/>
                </a:cubicBezTo>
                <a:cubicBezTo>
                  <a:pt x="73" y="219"/>
                  <a:pt x="92" y="224"/>
                  <a:pt x="112" y="224"/>
                </a:cubicBezTo>
                <a:close/>
              </a:path>
            </a:pathLst>
          </a:custGeom>
          <a:solidFill>
            <a:srgbClr val="e54b87"/>
          </a:solidFill>
          <a:ln w="0">
            <a:noFill/>
          </a:ln>
        </p:spPr>
        <p:txBody>
          <a:bodyPr lIns="90000" rIns="90000" tIns="35640" bIns="3564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Noto Sans"/>
            </a:endParaRPr>
          </a:p>
        </p:txBody>
      </p:sp>
      <p:sp>
        <p:nvSpPr>
          <p:cNvPr id="100" name=""/>
          <p:cNvSpPr/>
          <p:nvPr/>
        </p:nvSpPr>
        <p:spPr>
          <a:xfrm>
            <a:off x="9758160" y="3085560"/>
            <a:ext cx="80640" cy="80640"/>
          </a:xfrm>
          <a:custGeom>
            <a:avLst/>
            <a:gdLst/>
            <a:ahLst/>
            <a:rect l="0" t="0" r="r" b="b"/>
            <a:pathLst>
              <a:path w="224" h="224">
                <a:moveTo>
                  <a:pt x="112" y="224"/>
                </a:moveTo>
                <a:cubicBezTo>
                  <a:pt x="131" y="224"/>
                  <a:pt x="151" y="219"/>
                  <a:pt x="168" y="209"/>
                </a:cubicBezTo>
                <a:cubicBezTo>
                  <a:pt x="185" y="199"/>
                  <a:pt x="199" y="185"/>
                  <a:pt x="209" y="168"/>
                </a:cubicBezTo>
                <a:cubicBezTo>
                  <a:pt x="218" y="151"/>
                  <a:pt x="224" y="131"/>
                  <a:pt x="224" y="112"/>
                </a:cubicBezTo>
                <a:cubicBezTo>
                  <a:pt x="224" y="92"/>
                  <a:pt x="218" y="73"/>
                  <a:pt x="209" y="56"/>
                </a:cubicBezTo>
                <a:cubicBezTo>
                  <a:pt x="199" y="39"/>
                  <a:pt x="185" y="25"/>
                  <a:pt x="168" y="15"/>
                </a:cubicBezTo>
                <a:cubicBezTo>
                  <a:pt x="151" y="5"/>
                  <a:pt x="131" y="0"/>
                  <a:pt x="112" y="0"/>
                </a:cubicBezTo>
                <a:cubicBezTo>
                  <a:pt x="92" y="0"/>
                  <a:pt x="73" y="5"/>
                  <a:pt x="56" y="15"/>
                </a:cubicBezTo>
                <a:cubicBezTo>
                  <a:pt x="39" y="25"/>
                  <a:pt x="25" y="39"/>
                  <a:pt x="15" y="56"/>
                </a:cubicBezTo>
                <a:cubicBezTo>
                  <a:pt x="5" y="73"/>
                  <a:pt x="0" y="92"/>
                  <a:pt x="0" y="112"/>
                </a:cubicBezTo>
                <a:cubicBezTo>
                  <a:pt x="0" y="131"/>
                  <a:pt x="5" y="151"/>
                  <a:pt x="15" y="168"/>
                </a:cubicBezTo>
                <a:cubicBezTo>
                  <a:pt x="25" y="185"/>
                  <a:pt x="39" y="199"/>
                  <a:pt x="56" y="209"/>
                </a:cubicBezTo>
                <a:cubicBezTo>
                  <a:pt x="73" y="219"/>
                  <a:pt x="92" y="224"/>
                  <a:pt x="112" y="224"/>
                </a:cubicBezTo>
                <a:close/>
              </a:path>
            </a:pathLst>
          </a:custGeom>
          <a:solidFill>
            <a:srgbClr val="f8b621"/>
          </a:solidFill>
          <a:ln w="0">
            <a:noFill/>
          </a:ln>
        </p:spPr>
        <p:txBody>
          <a:bodyPr lIns="90000" rIns="90000" tIns="35640" bIns="3564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01" name=""/>
          <p:cNvSpPr/>
          <p:nvPr/>
        </p:nvSpPr>
        <p:spPr>
          <a:xfrm>
            <a:off x="9758160" y="2506680"/>
            <a:ext cx="80640" cy="80640"/>
          </a:xfrm>
          <a:custGeom>
            <a:avLst/>
            <a:gdLst/>
            <a:ahLst/>
            <a:rect l="0" t="0" r="r" b="b"/>
            <a:pathLst>
              <a:path w="224" h="224">
                <a:moveTo>
                  <a:pt x="112" y="224"/>
                </a:moveTo>
                <a:cubicBezTo>
                  <a:pt x="131" y="224"/>
                  <a:pt x="151" y="218"/>
                  <a:pt x="168" y="209"/>
                </a:cubicBezTo>
                <a:cubicBezTo>
                  <a:pt x="185" y="199"/>
                  <a:pt x="199" y="185"/>
                  <a:pt x="209" y="168"/>
                </a:cubicBezTo>
                <a:cubicBezTo>
                  <a:pt x="218" y="151"/>
                  <a:pt x="224" y="131"/>
                  <a:pt x="224" y="112"/>
                </a:cubicBezTo>
                <a:cubicBezTo>
                  <a:pt x="224" y="92"/>
                  <a:pt x="218" y="73"/>
                  <a:pt x="209" y="56"/>
                </a:cubicBezTo>
                <a:cubicBezTo>
                  <a:pt x="199" y="39"/>
                  <a:pt x="185" y="25"/>
                  <a:pt x="168" y="15"/>
                </a:cubicBezTo>
                <a:cubicBezTo>
                  <a:pt x="151" y="5"/>
                  <a:pt x="131" y="0"/>
                  <a:pt x="112" y="0"/>
                </a:cubicBezTo>
                <a:cubicBezTo>
                  <a:pt x="92" y="0"/>
                  <a:pt x="73" y="5"/>
                  <a:pt x="56" y="15"/>
                </a:cubicBezTo>
                <a:cubicBezTo>
                  <a:pt x="39" y="24"/>
                  <a:pt x="25" y="39"/>
                  <a:pt x="15" y="56"/>
                </a:cubicBezTo>
                <a:cubicBezTo>
                  <a:pt x="5" y="73"/>
                  <a:pt x="0" y="92"/>
                  <a:pt x="0" y="112"/>
                </a:cubicBezTo>
                <a:cubicBezTo>
                  <a:pt x="0" y="131"/>
                  <a:pt x="5" y="151"/>
                  <a:pt x="15" y="168"/>
                </a:cubicBezTo>
                <a:cubicBezTo>
                  <a:pt x="25" y="185"/>
                  <a:pt x="39" y="199"/>
                  <a:pt x="56" y="209"/>
                </a:cubicBezTo>
                <a:cubicBezTo>
                  <a:pt x="73" y="218"/>
                  <a:pt x="92" y="224"/>
                  <a:pt x="112" y="224"/>
                </a:cubicBezTo>
                <a:close/>
              </a:path>
            </a:pathLst>
          </a:custGeom>
          <a:solidFill>
            <a:srgbClr val="7f59ae"/>
          </a:solidFill>
          <a:ln w="0">
            <a:noFill/>
          </a:ln>
        </p:spPr>
        <p:txBody>
          <a:bodyPr lIns="90000" rIns="90000" tIns="35640" bIns="3564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Noto Sans"/>
            </a:endParaRPr>
          </a:p>
        </p:txBody>
      </p:sp>
      <p:sp>
        <p:nvSpPr>
          <p:cNvPr id="102" name=""/>
          <p:cNvSpPr/>
          <p:nvPr/>
        </p:nvSpPr>
        <p:spPr>
          <a:xfrm>
            <a:off x="9758160" y="2697840"/>
            <a:ext cx="80640" cy="80640"/>
          </a:xfrm>
          <a:custGeom>
            <a:avLst/>
            <a:gdLst/>
            <a:ahLst/>
            <a:rect l="0" t="0" r="r" b="b"/>
            <a:pathLst>
              <a:path w="224" h="224">
                <a:moveTo>
                  <a:pt x="112" y="224"/>
                </a:moveTo>
                <a:cubicBezTo>
                  <a:pt x="131" y="224"/>
                  <a:pt x="151" y="219"/>
                  <a:pt x="168" y="209"/>
                </a:cubicBezTo>
                <a:cubicBezTo>
                  <a:pt x="185" y="199"/>
                  <a:pt x="199" y="185"/>
                  <a:pt x="209" y="168"/>
                </a:cubicBezTo>
                <a:cubicBezTo>
                  <a:pt x="218" y="151"/>
                  <a:pt x="224" y="131"/>
                  <a:pt x="224" y="112"/>
                </a:cubicBezTo>
                <a:cubicBezTo>
                  <a:pt x="224" y="92"/>
                  <a:pt x="218" y="73"/>
                  <a:pt x="209" y="56"/>
                </a:cubicBezTo>
                <a:cubicBezTo>
                  <a:pt x="199" y="39"/>
                  <a:pt x="185" y="25"/>
                  <a:pt x="168" y="15"/>
                </a:cubicBezTo>
                <a:cubicBezTo>
                  <a:pt x="151" y="5"/>
                  <a:pt x="131" y="0"/>
                  <a:pt x="112" y="0"/>
                </a:cubicBezTo>
                <a:cubicBezTo>
                  <a:pt x="92" y="0"/>
                  <a:pt x="73" y="6"/>
                  <a:pt x="56" y="15"/>
                </a:cubicBezTo>
                <a:cubicBezTo>
                  <a:pt x="39" y="25"/>
                  <a:pt x="25" y="39"/>
                  <a:pt x="15" y="56"/>
                </a:cubicBezTo>
                <a:cubicBezTo>
                  <a:pt x="5" y="73"/>
                  <a:pt x="0" y="93"/>
                  <a:pt x="0" y="112"/>
                </a:cubicBezTo>
                <a:cubicBezTo>
                  <a:pt x="0" y="132"/>
                  <a:pt x="5" y="151"/>
                  <a:pt x="15" y="168"/>
                </a:cubicBezTo>
                <a:cubicBezTo>
                  <a:pt x="25" y="185"/>
                  <a:pt x="39" y="199"/>
                  <a:pt x="56" y="209"/>
                </a:cubicBezTo>
                <a:cubicBezTo>
                  <a:pt x="73" y="219"/>
                  <a:pt x="92" y="224"/>
                  <a:pt x="112" y="224"/>
                </a:cubicBezTo>
                <a:close/>
              </a:path>
            </a:pathLst>
          </a:custGeom>
          <a:solidFill>
            <a:srgbClr val="60c4e4"/>
          </a:solidFill>
          <a:ln w="0">
            <a:noFill/>
          </a:ln>
        </p:spPr>
        <p:txBody>
          <a:bodyPr lIns="90000" rIns="90000" tIns="35640" bIns="3564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03" name=""/>
          <p:cNvSpPr/>
          <p:nvPr/>
        </p:nvSpPr>
        <p:spPr>
          <a:xfrm>
            <a:off x="9798480" y="3125880"/>
            <a:ext cx="0" cy="2334600"/>
          </a:xfrm>
          <a:custGeom>
            <a:avLst/>
            <a:gdLst/>
            <a:ahLst/>
            <a:rect l="0" t="0" r="r" b="b"/>
            <a:pathLst>
              <a:path fill="none" w="0" h="6485">
                <a:moveTo>
                  <a:pt x="0" y="0"/>
                </a:moveTo>
                <a:cubicBezTo>
                  <a:pt x="0" y="2162"/>
                  <a:pt x="0" y="4323"/>
                  <a:pt x="0" y="6485"/>
                </a:cubicBezTo>
              </a:path>
            </a:pathLst>
          </a:custGeom>
          <a:ln cap="rnd" w="10440">
            <a:solidFill>
              <a:srgbClr val="f8b621"/>
            </a:solidFill>
            <a:round/>
          </a:ln>
        </p:spPr>
        <p:txBody>
          <a:bodyPr lIns="95040" rIns="95040" tIns="50040" bIns="5004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04" name=""/>
          <p:cNvSpPr/>
          <p:nvPr/>
        </p:nvSpPr>
        <p:spPr>
          <a:xfrm>
            <a:off x="9798480" y="212040"/>
            <a:ext cx="0" cy="2334960"/>
          </a:xfrm>
          <a:custGeom>
            <a:avLst/>
            <a:gdLst/>
            <a:ahLst/>
            <a:rect l="0" t="0" r="r" b="b"/>
            <a:pathLst>
              <a:path fill="none" w="0" h="6486">
                <a:moveTo>
                  <a:pt x="0" y="0"/>
                </a:moveTo>
                <a:cubicBezTo>
                  <a:pt x="0" y="2162"/>
                  <a:pt x="0" y="4324"/>
                  <a:pt x="0" y="6486"/>
                </a:cubicBezTo>
              </a:path>
            </a:pathLst>
          </a:custGeom>
          <a:ln cap="rnd" w="10440">
            <a:solidFill>
              <a:srgbClr val="7f59ae"/>
            </a:solidFill>
            <a:round/>
          </a:ln>
        </p:spPr>
        <p:txBody>
          <a:bodyPr lIns="95040" rIns="95040" tIns="50040" bIns="5004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"/>
            </a:endParaRPr>
          </a:p>
        </p:txBody>
      </p:sp>
      <p:pic>
        <p:nvPicPr>
          <p:cNvPr id="105" name="" descr=""/>
          <p:cNvPicPr/>
          <p:nvPr/>
        </p:nvPicPr>
        <p:blipFill>
          <a:blip r:embed="rId2"/>
          <a:stretch/>
        </p:blipFill>
        <p:spPr>
          <a:xfrm>
            <a:off x="720" y="5465880"/>
            <a:ext cx="10079640" cy="20916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3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4176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Noto Sans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3816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4368"/>
          </a:bodyPr>
          <a:p>
            <a:pPr marL="432000" indent="-324000"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Noto Sans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Noto San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Noto Sans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Noto San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Noto Sans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Noto San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Noto Sans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Noto San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Noto Sans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Noto San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Noto Sans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Noto San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Noto Sans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08" name=""/>
          <p:cNvSpPr/>
          <p:nvPr/>
        </p:nvSpPr>
        <p:spPr>
          <a:xfrm>
            <a:off x="4038480" y="0"/>
            <a:ext cx="6040080" cy="5633280"/>
          </a:xfrm>
          <a:custGeom>
            <a:avLst/>
            <a:gdLst/>
            <a:ahLst/>
            <a:rect l="0" t="0" r="r" b="b"/>
            <a:pathLst>
              <a:path w="16778" h="15648">
                <a:moveTo>
                  <a:pt x="16778" y="0"/>
                </a:moveTo>
                <a:cubicBezTo>
                  <a:pt x="16778" y="5216"/>
                  <a:pt x="16778" y="10432"/>
                  <a:pt x="16778" y="15648"/>
                </a:cubicBezTo>
                <a:cubicBezTo>
                  <a:pt x="11186" y="15648"/>
                  <a:pt x="5593" y="15648"/>
                  <a:pt x="0" y="15648"/>
                </a:cubicBezTo>
                <a:cubicBezTo>
                  <a:pt x="0" y="3267"/>
                  <a:pt x="11861" y="0"/>
                  <a:pt x="16778" y="0"/>
                </a:cubicBezTo>
                <a:close/>
              </a:path>
            </a:pathLst>
          </a:custGeom>
          <a:solidFill>
            <a:srgbClr val="7f59a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Noto Sans"/>
            </a:endParaRPr>
          </a:p>
        </p:txBody>
      </p:sp>
      <p:grpSp>
        <p:nvGrpSpPr>
          <p:cNvPr id="109" name=""/>
          <p:cNvGrpSpPr/>
          <p:nvPr/>
        </p:nvGrpSpPr>
        <p:grpSpPr>
          <a:xfrm>
            <a:off x="2452320" y="144000"/>
            <a:ext cx="5224320" cy="80280"/>
            <a:chOff x="2452320" y="144000"/>
            <a:chExt cx="5224320" cy="80280"/>
          </a:xfrm>
        </p:grpSpPr>
        <p:sp>
          <p:nvSpPr>
            <p:cNvPr id="110" name=""/>
            <p:cNvSpPr/>
            <p:nvPr/>
          </p:nvSpPr>
          <p:spPr>
            <a:xfrm>
              <a:off x="5122080" y="144000"/>
              <a:ext cx="80280" cy="80280"/>
            </a:xfrm>
            <a:custGeom>
              <a:avLst/>
              <a:gdLst/>
              <a:ahLst/>
              <a:rect l="0" t="0" r="r" b="b"/>
              <a:pathLst>
                <a:path w="223" h="223">
                  <a:moveTo>
                    <a:pt x="223" y="111"/>
                  </a:moveTo>
                  <a:cubicBezTo>
                    <a:pt x="223" y="92"/>
                    <a:pt x="218" y="72"/>
                    <a:pt x="208" y="55"/>
                  </a:cubicBezTo>
                  <a:cubicBezTo>
                    <a:pt x="198" y="38"/>
                    <a:pt x="184" y="25"/>
                    <a:pt x="167" y="15"/>
                  </a:cubicBezTo>
                  <a:cubicBezTo>
                    <a:pt x="150" y="5"/>
                    <a:pt x="130" y="0"/>
                    <a:pt x="111" y="0"/>
                  </a:cubicBezTo>
                  <a:cubicBezTo>
                    <a:pt x="91" y="0"/>
                    <a:pt x="73" y="5"/>
                    <a:pt x="56" y="15"/>
                  </a:cubicBezTo>
                  <a:cubicBezTo>
                    <a:pt x="39" y="25"/>
                    <a:pt x="25" y="38"/>
                    <a:pt x="15" y="55"/>
                  </a:cubicBezTo>
                  <a:cubicBezTo>
                    <a:pt x="5" y="72"/>
                    <a:pt x="0" y="92"/>
                    <a:pt x="0" y="111"/>
                  </a:cubicBezTo>
                  <a:cubicBezTo>
                    <a:pt x="0" y="131"/>
                    <a:pt x="5" y="150"/>
                    <a:pt x="15" y="167"/>
                  </a:cubicBezTo>
                  <a:cubicBezTo>
                    <a:pt x="25" y="184"/>
                    <a:pt x="39" y="198"/>
                    <a:pt x="56" y="208"/>
                  </a:cubicBezTo>
                  <a:cubicBezTo>
                    <a:pt x="72" y="217"/>
                    <a:pt x="92" y="223"/>
                    <a:pt x="111" y="223"/>
                  </a:cubicBezTo>
                  <a:cubicBezTo>
                    <a:pt x="131" y="223"/>
                    <a:pt x="150" y="217"/>
                    <a:pt x="167" y="208"/>
                  </a:cubicBezTo>
                  <a:cubicBezTo>
                    <a:pt x="184" y="198"/>
                    <a:pt x="198" y="184"/>
                    <a:pt x="208" y="167"/>
                  </a:cubicBezTo>
                  <a:cubicBezTo>
                    <a:pt x="218" y="150"/>
                    <a:pt x="223" y="131"/>
                    <a:pt x="223" y="111"/>
                  </a:cubicBezTo>
                  <a:close/>
                </a:path>
              </a:pathLst>
            </a:custGeom>
            <a:solidFill>
              <a:srgbClr val="e54b87"/>
            </a:solidFill>
            <a:ln w="0">
              <a:noFill/>
            </a:ln>
          </p:spPr>
          <p:txBody>
            <a:bodyPr lIns="90000" rIns="90000" tIns="35280" bIns="3528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111" name=""/>
            <p:cNvSpPr/>
            <p:nvPr/>
          </p:nvSpPr>
          <p:spPr>
            <a:xfrm>
              <a:off x="5312520" y="144000"/>
              <a:ext cx="80280" cy="80280"/>
            </a:xfrm>
            <a:custGeom>
              <a:avLst/>
              <a:gdLst/>
              <a:ahLst/>
              <a:rect l="0" t="0" r="r" b="b"/>
              <a:pathLst>
                <a:path w="223" h="223">
                  <a:moveTo>
                    <a:pt x="223" y="111"/>
                  </a:moveTo>
                  <a:cubicBezTo>
                    <a:pt x="223" y="92"/>
                    <a:pt x="218" y="72"/>
                    <a:pt x="208" y="55"/>
                  </a:cubicBezTo>
                  <a:cubicBezTo>
                    <a:pt x="198" y="38"/>
                    <a:pt x="184" y="25"/>
                    <a:pt x="167" y="15"/>
                  </a:cubicBezTo>
                  <a:cubicBezTo>
                    <a:pt x="150" y="5"/>
                    <a:pt x="131" y="0"/>
                    <a:pt x="112" y="0"/>
                  </a:cubicBezTo>
                  <a:cubicBezTo>
                    <a:pt x="92" y="0"/>
                    <a:pt x="73" y="5"/>
                    <a:pt x="56" y="15"/>
                  </a:cubicBezTo>
                  <a:cubicBezTo>
                    <a:pt x="39" y="25"/>
                    <a:pt x="25" y="38"/>
                    <a:pt x="15" y="55"/>
                  </a:cubicBezTo>
                  <a:cubicBezTo>
                    <a:pt x="5" y="72"/>
                    <a:pt x="0" y="92"/>
                    <a:pt x="0" y="111"/>
                  </a:cubicBezTo>
                  <a:cubicBezTo>
                    <a:pt x="0" y="131"/>
                    <a:pt x="5" y="150"/>
                    <a:pt x="15" y="167"/>
                  </a:cubicBezTo>
                  <a:cubicBezTo>
                    <a:pt x="25" y="184"/>
                    <a:pt x="39" y="198"/>
                    <a:pt x="56" y="208"/>
                  </a:cubicBezTo>
                  <a:cubicBezTo>
                    <a:pt x="73" y="217"/>
                    <a:pt x="92" y="223"/>
                    <a:pt x="112" y="223"/>
                  </a:cubicBezTo>
                  <a:cubicBezTo>
                    <a:pt x="131" y="223"/>
                    <a:pt x="150" y="217"/>
                    <a:pt x="167" y="208"/>
                  </a:cubicBezTo>
                  <a:cubicBezTo>
                    <a:pt x="184" y="198"/>
                    <a:pt x="198" y="184"/>
                    <a:pt x="208" y="167"/>
                  </a:cubicBezTo>
                  <a:cubicBezTo>
                    <a:pt x="218" y="150"/>
                    <a:pt x="223" y="131"/>
                    <a:pt x="223" y="111"/>
                  </a:cubicBezTo>
                  <a:close/>
                </a:path>
              </a:pathLst>
            </a:custGeom>
            <a:solidFill>
              <a:srgbClr val="f8b621"/>
            </a:solidFill>
            <a:ln w="0">
              <a:noFill/>
            </a:ln>
          </p:spPr>
          <p:txBody>
            <a:bodyPr lIns="90000" rIns="90000" tIns="35280" bIns="3528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12" name=""/>
            <p:cNvSpPr/>
            <p:nvPr/>
          </p:nvSpPr>
          <p:spPr>
            <a:xfrm>
              <a:off x="4736160" y="144000"/>
              <a:ext cx="80280" cy="80280"/>
            </a:xfrm>
            <a:custGeom>
              <a:avLst/>
              <a:gdLst/>
              <a:ahLst/>
              <a:rect l="0" t="0" r="r" b="b"/>
              <a:pathLst>
                <a:path w="223" h="223">
                  <a:moveTo>
                    <a:pt x="223" y="111"/>
                  </a:moveTo>
                  <a:cubicBezTo>
                    <a:pt x="223" y="92"/>
                    <a:pt x="218" y="72"/>
                    <a:pt x="208" y="55"/>
                  </a:cubicBezTo>
                  <a:cubicBezTo>
                    <a:pt x="198" y="38"/>
                    <a:pt x="184" y="25"/>
                    <a:pt x="167" y="15"/>
                  </a:cubicBezTo>
                  <a:cubicBezTo>
                    <a:pt x="150" y="5"/>
                    <a:pt x="131" y="0"/>
                    <a:pt x="112" y="0"/>
                  </a:cubicBezTo>
                  <a:cubicBezTo>
                    <a:pt x="92" y="0"/>
                    <a:pt x="73" y="5"/>
                    <a:pt x="56" y="15"/>
                  </a:cubicBezTo>
                  <a:cubicBezTo>
                    <a:pt x="39" y="25"/>
                    <a:pt x="25" y="38"/>
                    <a:pt x="15" y="55"/>
                  </a:cubicBezTo>
                  <a:cubicBezTo>
                    <a:pt x="5" y="72"/>
                    <a:pt x="0" y="92"/>
                    <a:pt x="0" y="111"/>
                  </a:cubicBezTo>
                  <a:cubicBezTo>
                    <a:pt x="0" y="131"/>
                    <a:pt x="5" y="150"/>
                    <a:pt x="15" y="167"/>
                  </a:cubicBezTo>
                  <a:cubicBezTo>
                    <a:pt x="25" y="184"/>
                    <a:pt x="39" y="198"/>
                    <a:pt x="56" y="208"/>
                  </a:cubicBezTo>
                  <a:cubicBezTo>
                    <a:pt x="73" y="217"/>
                    <a:pt x="92" y="223"/>
                    <a:pt x="112" y="223"/>
                  </a:cubicBezTo>
                  <a:cubicBezTo>
                    <a:pt x="131" y="223"/>
                    <a:pt x="150" y="217"/>
                    <a:pt x="167" y="208"/>
                  </a:cubicBezTo>
                  <a:cubicBezTo>
                    <a:pt x="183" y="198"/>
                    <a:pt x="198" y="184"/>
                    <a:pt x="208" y="167"/>
                  </a:cubicBezTo>
                  <a:cubicBezTo>
                    <a:pt x="218" y="150"/>
                    <a:pt x="223" y="131"/>
                    <a:pt x="223" y="111"/>
                  </a:cubicBezTo>
                  <a:close/>
                </a:path>
              </a:pathLst>
            </a:custGeom>
            <a:solidFill>
              <a:srgbClr val="7f59ae"/>
            </a:solidFill>
            <a:ln w="0">
              <a:noFill/>
            </a:ln>
          </p:spPr>
          <p:txBody>
            <a:bodyPr lIns="90000" rIns="90000" tIns="35280" bIns="3528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113" name=""/>
            <p:cNvSpPr/>
            <p:nvPr/>
          </p:nvSpPr>
          <p:spPr>
            <a:xfrm>
              <a:off x="4926960" y="144000"/>
              <a:ext cx="79920" cy="80280"/>
            </a:xfrm>
            <a:custGeom>
              <a:avLst/>
              <a:gdLst/>
              <a:ahLst/>
              <a:rect l="0" t="0" r="r" b="b"/>
              <a:pathLst>
                <a:path w="222" h="223">
                  <a:moveTo>
                    <a:pt x="222" y="111"/>
                  </a:moveTo>
                  <a:cubicBezTo>
                    <a:pt x="222" y="92"/>
                    <a:pt x="217" y="72"/>
                    <a:pt x="208" y="55"/>
                  </a:cubicBezTo>
                  <a:cubicBezTo>
                    <a:pt x="198" y="38"/>
                    <a:pt x="184" y="25"/>
                    <a:pt x="167" y="15"/>
                  </a:cubicBezTo>
                  <a:cubicBezTo>
                    <a:pt x="150" y="5"/>
                    <a:pt x="131" y="0"/>
                    <a:pt x="111" y="0"/>
                  </a:cubicBezTo>
                  <a:cubicBezTo>
                    <a:pt x="91" y="0"/>
                    <a:pt x="72" y="5"/>
                    <a:pt x="55" y="15"/>
                  </a:cubicBezTo>
                  <a:cubicBezTo>
                    <a:pt x="38" y="25"/>
                    <a:pt x="25" y="38"/>
                    <a:pt x="15" y="55"/>
                  </a:cubicBezTo>
                  <a:cubicBezTo>
                    <a:pt x="5" y="72"/>
                    <a:pt x="0" y="92"/>
                    <a:pt x="0" y="111"/>
                  </a:cubicBezTo>
                  <a:cubicBezTo>
                    <a:pt x="0" y="131"/>
                    <a:pt x="5" y="150"/>
                    <a:pt x="15" y="167"/>
                  </a:cubicBezTo>
                  <a:cubicBezTo>
                    <a:pt x="24" y="184"/>
                    <a:pt x="38" y="198"/>
                    <a:pt x="55" y="208"/>
                  </a:cubicBezTo>
                  <a:cubicBezTo>
                    <a:pt x="72" y="217"/>
                    <a:pt x="91" y="223"/>
                    <a:pt x="111" y="223"/>
                  </a:cubicBezTo>
                  <a:cubicBezTo>
                    <a:pt x="131" y="223"/>
                    <a:pt x="150" y="217"/>
                    <a:pt x="167" y="208"/>
                  </a:cubicBezTo>
                  <a:cubicBezTo>
                    <a:pt x="184" y="198"/>
                    <a:pt x="198" y="184"/>
                    <a:pt x="208" y="167"/>
                  </a:cubicBezTo>
                  <a:cubicBezTo>
                    <a:pt x="217" y="150"/>
                    <a:pt x="222" y="131"/>
                    <a:pt x="222" y="111"/>
                  </a:cubicBezTo>
                  <a:close/>
                </a:path>
              </a:pathLst>
            </a:custGeom>
            <a:solidFill>
              <a:srgbClr val="60c4e4"/>
            </a:solidFill>
            <a:ln w="0">
              <a:noFill/>
            </a:ln>
          </p:spPr>
          <p:txBody>
            <a:bodyPr lIns="90000" rIns="90000" tIns="35280" bIns="3528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14" name=""/>
            <p:cNvSpPr/>
            <p:nvPr/>
          </p:nvSpPr>
          <p:spPr>
            <a:xfrm>
              <a:off x="5352840" y="183960"/>
              <a:ext cx="2323800" cy="0"/>
            </a:xfrm>
            <a:custGeom>
              <a:avLst/>
              <a:gdLst/>
              <a:ahLst/>
              <a:rect l="0" t="0" r="r" b="b"/>
              <a:pathLst>
                <a:path fill="none" w="6455" h="0">
                  <a:moveTo>
                    <a:pt x="0" y="0"/>
                  </a:moveTo>
                  <a:cubicBezTo>
                    <a:pt x="2152" y="0"/>
                    <a:pt x="4303" y="0"/>
                    <a:pt x="6455" y="0"/>
                  </a:cubicBezTo>
                </a:path>
              </a:pathLst>
            </a:custGeom>
            <a:ln cap="rnd" w="10440">
              <a:solidFill>
                <a:srgbClr val="f8b621"/>
              </a:solidFill>
              <a:round/>
            </a:ln>
          </p:spPr>
          <p:txBody>
            <a:bodyPr lIns="95040" rIns="95040" tIns="-50040" bIns="-5004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15" name=""/>
            <p:cNvSpPr/>
            <p:nvPr/>
          </p:nvSpPr>
          <p:spPr>
            <a:xfrm>
              <a:off x="2452320" y="183960"/>
              <a:ext cx="2324160" cy="0"/>
            </a:xfrm>
            <a:custGeom>
              <a:avLst/>
              <a:gdLst/>
              <a:ahLst/>
              <a:rect l="0" t="0" r="r" b="b"/>
              <a:pathLst>
                <a:path fill="none" w="6456" h="0">
                  <a:moveTo>
                    <a:pt x="0" y="0"/>
                  </a:moveTo>
                  <a:cubicBezTo>
                    <a:pt x="2152" y="0"/>
                    <a:pt x="4304" y="0"/>
                    <a:pt x="6456" y="0"/>
                  </a:cubicBezTo>
                </a:path>
              </a:pathLst>
            </a:custGeom>
            <a:ln cap="rnd" w="10440">
              <a:solidFill>
                <a:srgbClr val="7f59ae"/>
              </a:solidFill>
              <a:round/>
            </a:ln>
          </p:spPr>
          <p:txBody>
            <a:bodyPr lIns="95040" rIns="95040" tIns="-50040" bIns="-5004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</p:grpSp>
      <p:grpSp>
        <p:nvGrpSpPr>
          <p:cNvPr id="116" name=""/>
          <p:cNvGrpSpPr/>
          <p:nvPr/>
        </p:nvGrpSpPr>
        <p:grpSpPr>
          <a:xfrm>
            <a:off x="4706280" y="393480"/>
            <a:ext cx="4761720" cy="4761360"/>
            <a:chOff x="4706280" y="393480"/>
            <a:chExt cx="4761720" cy="4761360"/>
          </a:xfrm>
        </p:grpSpPr>
        <p:sp>
          <p:nvSpPr>
            <p:cNvPr id="117" name=""/>
            <p:cNvSpPr/>
            <p:nvPr/>
          </p:nvSpPr>
          <p:spPr>
            <a:xfrm>
              <a:off x="4706280" y="393480"/>
              <a:ext cx="4761720" cy="4761360"/>
            </a:xfrm>
            <a:custGeom>
              <a:avLst/>
              <a:gdLst/>
              <a:ahLst/>
              <a:rect l="0" t="0" r="r" b="b"/>
              <a:pathLst>
                <a:path w="13227" h="13226">
                  <a:moveTo>
                    <a:pt x="0" y="0"/>
                  </a:moveTo>
                  <a:cubicBezTo>
                    <a:pt x="4409" y="0"/>
                    <a:pt x="8818" y="0"/>
                    <a:pt x="13227" y="0"/>
                  </a:cubicBezTo>
                  <a:cubicBezTo>
                    <a:pt x="13227" y="4409"/>
                    <a:pt x="13227" y="8817"/>
                    <a:pt x="13227" y="13226"/>
                  </a:cubicBezTo>
                  <a:cubicBezTo>
                    <a:pt x="8818" y="13226"/>
                    <a:pt x="4409" y="13226"/>
                    <a:pt x="0" y="13226"/>
                  </a:cubicBezTo>
                  <a:cubicBezTo>
                    <a:pt x="0" y="8817"/>
                    <a:pt x="0" y="4409"/>
                    <a:pt x="0" y="0"/>
                  </a:cubicBezTo>
                  <a:close/>
                </a:path>
              </a:pathLst>
            </a:custGeom>
            <a:noFill/>
            <a:ln cap="rnd" w="56880">
              <a:solidFill>
                <a:srgbClr val="60c4e4"/>
              </a:solidFill>
              <a:round/>
            </a:ln>
          </p:spPr>
          <p:txBody>
            <a:bodyPr lIns="118440" rIns="118440" tIns="73440" bIns="7344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18" name=""/>
            <p:cNvSpPr/>
            <p:nvPr/>
          </p:nvSpPr>
          <p:spPr>
            <a:xfrm>
              <a:off x="4989960" y="677520"/>
              <a:ext cx="4194000" cy="4193280"/>
            </a:xfrm>
            <a:custGeom>
              <a:avLst/>
              <a:gdLst/>
              <a:ahLst/>
              <a:rect l="0" t="0" r="r" b="b"/>
              <a:pathLst>
                <a:path w="11650" h="11648">
                  <a:moveTo>
                    <a:pt x="0" y="0"/>
                  </a:moveTo>
                  <a:cubicBezTo>
                    <a:pt x="3883" y="0"/>
                    <a:pt x="7766" y="0"/>
                    <a:pt x="11650" y="0"/>
                  </a:cubicBezTo>
                  <a:cubicBezTo>
                    <a:pt x="11650" y="3883"/>
                    <a:pt x="11650" y="7766"/>
                    <a:pt x="11650" y="11648"/>
                  </a:cubicBezTo>
                  <a:cubicBezTo>
                    <a:pt x="7766" y="11648"/>
                    <a:pt x="3883" y="11648"/>
                    <a:pt x="0" y="11648"/>
                  </a:cubicBezTo>
                  <a:cubicBezTo>
                    <a:pt x="0" y="7766"/>
                    <a:pt x="0" y="3883"/>
                    <a:pt x="0" y="0"/>
                  </a:cubicBezTo>
                  <a:close/>
                </a:path>
              </a:pathLst>
            </a:custGeom>
            <a:noFill/>
            <a:ln cap="rnd" w="56880">
              <a:solidFill>
                <a:srgbClr val="60c4e4"/>
              </a:solidFill>
              <a:round/>
            </a:ln>
          </p:spPr>
          <p:txBody>
            <a:bodyPr lIns="118440" rIns="118440" tIns="73440" bIns="7344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</p:grpSp>
      <p:sp>
        <p:nvSpPr>
          <p:cNvPr id="119" name="PlaceHolder 3"/>
          <p:cNvSpPr>
            <a:spLocks noGrp="1"/>
          </p:cNvSpPr>
          <p:nvPr>
            <p:ph type="dt" idx="7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ans"/>
              </a:rPr>
              <a:t>&lt;date/time&gt;</a:t>
            </a:r>
            <a:r>
              <a:rPr b="0" lang="en-US" sz="1400" spc="-1" strike="noStrike">
                <a:solidFill>
                  <a:srgbClr val="000000"/>
                </a:solidFill>
                <a:latin typeface="Noto Sans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20" name="PlaceHolder 4"/>
          <p:cNvSpPr>
            <a:spLocks noGrp="1"/>
          </p:cNvSpPr>
          <p:nvPr>
            <p:ph type="ftr" idx="8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ans"/>
              </a:rPr>
              <a:t>&lt;footer&gt;</a:t>
            </a:r>
            <a:r>
              <a:rPr b="0" lang="en-US" sz="1400" spc="-1" strike="noStrike">
                <a:solidFill>
                  <a:srgbClr val="000000"/>
                </a:solidFill>
                <a:latin typeface="Noto Sans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21" name="PlaceHolder 5"/>
          <p:cNvSpPr>
            <a:spLocks noGrp="1"/>
          </p:cNvSpPr>
          <p:nvPr>
            <p:ph type="sldNum" idx="9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r">
              <a:buNone/>
            </a:pPr>
            <a:fld id="{E2D64C08-2F06-4AAA-AF9D-A10327D19AD8}" type="slidenum">
              <a:rPr b="0" lang="en-US" sz="1400" spc="-1" strike="noStrike">
                <a:solidFill>
                  <a:srgbClr val="000000"/>
                </a:solidFill>
                <a:latin typeface="Noto Sans"/>
              </a:rPr>
              <a:t>&lt;number&gt;</a:t>
            </a:fld>
            <a:r>
              <a:rPr b="0" lang="en-US" sz="1400" spc="-1" strike="noStrike">
                <a:solidFill>
                  <a:srgbClr val="000000"/>
                </a:solidFill>
                <a:latin typeface="Noto Sans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Noto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5220000" y="226080"/>
            <a:ext cx="4355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Noto Sans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 type="body"/>
          </p:nvPr>
        </p:nvSpPr>
        <p:spPr>
          <a:xfrm>
            <a:off x="5220000" y="1326600"/>
            <a:ext cx="4355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7179"/>
          </a:bodyPr>
          <a:p>
            <a:pPr marL="432000" indent="-324000"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Noto Sans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Noto San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Noto Sans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Noto San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Noto Sans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Noto San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Noto Sans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Noto San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Noto Sans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Noto San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Noto Sans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Noto San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Noto Sans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24" name=""/>
          <p:cNvSpPr/>
          <p:nvPr/>
        </p:nvSpPr>
        <p:spPr>
          <a:xfrm>
            <a:off x="26280" y="1395000"/>
            <a:ext cx="3248640" cy="3056040"/>
          </a:xfrm>
          <a:custGeom>
            <a:avLst/>
            <a:gdLst/>
            <a:ahLst/>
            <a:rect l="0" t="0" r="r" b="b"/>
            <a:pathLst>
              <a:path w="9024" h="8489">
                <a:moveTo>
                  <a:pt x="0" y="0"/>
                </a:moveTo>
                <a:cubicBezTo>
                  <a:pt x="3008" y="0"/>
                  <a:pt x="6016" y="0"/>
                  <a:pt x="9024" y="0"/>
                </a:cubicBezTo>
                <a:cubicBezTo>
                  <a:pt x="9024" y="2830"/>
                  <a:pt x="9024" y="5660"/>
                  <a:pt x="9024" y="8489"/>
                </a:cubicBezTo>
                <a:cubicBezTo>
                  <a:pt x="6016" y="8489"/>
                  <a:pt x="3008" y="8489"/>
                  <a:pt x="0" y="8489"/>
                </a:cubicBezTo>
                <a:cubicBezTo>
                  <a:pt x="0" y="5660"/>
                  <a:pt x="0" y="2830"/>
                  <a:pt x="0" y="0"/>
                </a:cubicBezTo>
                <a:close/>
              </a:path>
            </a:pathLst>
          </a:custGeom>
          <a:solidFill>
            <a:srgbClr val="60c4e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"/>
            </a:endParaRPr>
          </a:p>
        </p:txBody>
      </p:sp>
      <p:grpSp>
        <p:nvGrpSpPr>
          <p:cNvPr id="125" name=""/>
          <p:cNvGrpSpPr/>
          <p:nvPr/>
        </p:nvGrpSpPr>
        <p:grpSpPr>
          <a:xfrm>
            <a:off x="2452320" y="143640"/>
            <a:ext cx="5224320" cy="80280"/>
            <a:chOff x="2452320" y="143640"/>
            <a:chExt cx="5224320" cy="80280"/>
          </a:xfrm>
        </p:grpSpPr>
        <p:sp>
          <p:nvSpPr>
            <p:cNvPr id="126" name=""/>
            <p:cNvSpPr/>
            <p:nvPr/>
          </p:nvSpPr>
          <p:spPr>
            <a:xfrm>
              <a:off x="5122080" y="143640"/>
              <a:ext cx="80280" cy="80280"/>
            </a:xfrm>
            <a:custGeom>
              <a:avLst/>
              <a:gdLst/>
              <a:ahLst/>
              <a:rect l="0" t="0" r="r" b="b"/>
              <a:pathLst>
                <a:path w="223" h="223">
                  <a:moveTo>
                    <a:pt x="223" y="111"/>
                  </a:moveTo>
                  <a:cubicBezTo>
                    <a:pt x="223" y="92"/>
                    <a:pt x="218" y="72"/>
                    <a:pt x="208" y="55"/>
                  </a:cubicBezTo>
                  <a:cubicBezTo>
                    <a:pt x="198" y="38"/>
                    <a:pt x="184" y="25"/>
                    <a:pt x="167" y="15"/>
                  </a:cubicBezTo>
                  <a:cubicBezTo>
                    <a:pt x="150" y="5"/>
                    <a:pt x="130" y="0"/>
                    <a:pt x="111" y="0"/>
                  </a:cubicBezTo>
                  <a:cubicBezTo>
                    <a:pt x="91" y="0"/>
                    <a:pt x="73" y="5"/>
                    <a:pt x="56" y="15"/>
                  </a:cubicBezTo>
                  <a:cubicBezTo>
                    <a:pt x="39" y="25"/>
                    <a:pt x="25" y="38"/>
                    <a:pt x="15" y="55"/>
                  </a:cubicBezTo>
                  <a:cubicBezTo>
                    <a:pt x="5" y="72"/>
                    <a:pt x="0" y="92"/>
                    <a:pt x="0" y="111"/>
                  </a:cubicBezTo>
                  <a:cubicBezTo>
                    <a:pt x="0" y="131"/>
                    <a:pt x="5" y="150"/>
                    <a:pt x="15" y="167"/>
                  </a:cubicBezTo>
                  <a:cubicBezTo>
                    <a:pt x="25" y="184"/>
                    <a:pt x="39" y="198"/>
                    <a:pt x="56" y="208"/>
                  </a:cubicBezTo>
                  <a:cubicBezTo>
                    <a:pt x="72" y="217"/>
                    <a:pt x="92" y="223"/>
                    <a:pt x="111" y="223"/>
                  </a:cubicBezTo>
                  <a:cubicBezTo>
                    <a:pt x="131" y="223"/>
                    <a:pt x="150" y="217"/>
                    <a:pt x="167" y="208"/>
                  </a:cubicBezTo>
                  <a:cubicBezTo>
                    <a:pt x="184" y="198"/>
                    <a:pt x="198" y="184"/>
                    <a:pt x="208" y="167"/>
                  </a:cubicBezTo>
                  <a:cubicBezTo>
                    <a:pt x="218" y="150"/>
                    <a:pt x="223" y="131"/>
                    <a:pt x="223" y="111"/>
                  </a:cubicBezTo>
                  <a:close/>
                </a:path>
              </a:pathLst>
            </a:custGeom>
            <a:solidFill>
              <a:srgbClr val="e54b87"/>
            </a:solidFill>
            <a:ln w="0">
              <a:noFill/>
            </a:ln>
          </p:spPr>
          <p:txBody>
            <a:bodyPr lIns="90000" rIns="90000" tIns="35280" bIns="3528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127" name=""/>
            <p:cNvSpPr/>
            <p:nvPr/>
          </p:nvSpPr>
          <p:spPr>
            <a:xfrm>
              <a:off x="5312520" y="143640"/>
              <a:ext cx="80280" cy="80280"/>
            </a:xfrm>
            <a:custGeom>
              <a:avLst/>
              <a:gdLst/>
              <a:ahLst/>
              <a:rect l="0" t="0" r="r" b="b"/>
              <a:pathLst>
                <a:path w="223" h="223">
                  <a:moveTo>
                    <a:pt x="223" y="111"/>
                  </a:moveTo>
                  <a:cubicBezTo>
                    <a:pt x="223" y="92"/>
                    <a:pt x="218" y="72"/>
                    <a:pt x="208" y="55"/>
                  </a:cubicBezTo>
                  <a:cubicBezTo>
                    <a:pt x="198" y="38"/>
                    <a:pt x="184" y="25"/>
                    <a:pt x="167" y="15"/>
                  </a:cubicBezTo>
                  <a:cubicBezTo>
                    <a:pt x="150" y="5"/>
                    <a:pt x="131" y="0"/>
                    <a:pt x="112" y="0"/>
                  </a:cubicBezTo>
                  <a:cubicBezTo>
                    <a:pt x="92" y="0"/>
                    <a:pt x="73" y="5"/>
                    <a:pt x="56" y="15"/>
                  </a:cubicBezTo>
                  <a:cubicBezTo>
                    <a:pt x="39" y="25"/>
                    <a:pt x="25" y="38"/>
                    <a:pt x="15" y="55"/>
                  </a:cubicBezTo>
                  <a:cubicBezTo>
                    <a:pt x="5" y="72"/>
                    <a:pt x="0" y="92"/>
                    <a:pt x="0" y="111"/>
                  </a:cubicBezTo>
                  <a:cubicBezTo>
                    <a:pt x="0" y="131"/>
                    <a:pt x="5" y="150"/>
                    <a:pt x="15" y="167"/>
                  </a:cubicBezTo>
                  <a:cubicBezTo>
                    <a:pt x="25" y="184"/>
                    <a:pt x="39" y="198"/>
                    <a:pt x="56" y="208"/>
                  </a:cubicBezTo>
                  <a:cubicBezTo>
                    <a:pt x="73" y="217"/>
                    <a:pt x="92" y="223"/>
                    <a:pt x="112" y="223"/>
                  </a:cubicBezTo>
                  <a:cubicBezTo>
                    <a:pt x="131" y="223"/>
                    <a:pt x="150" y="217"/>
                    <a:pt x="167" y="208"/>
                  </a:cubicBezTo>
                  <a:cubicBezTo>
                    <a:pt x="184" y="198"/>
                    <a:pt x="198" y="184"/>
                    <a:pt x="208" y="167"/>
                  </a:cubicBezTo>
                  <a:cubicBezTo>
                    <a:pt x="218" y="150"/>
                    <a:pt x="223" y="131"/>
                    <a:pt x="223" y="111"/>
                  </a:cubicBezTo>
                  <a:close/>
                </a:path>
              </a:pathLst>
            </a:custGeom>
            <a:solidFill>
              <a:srgbClr val="f8b621"/>
            </a:solidFill>
            <a:ln w="0">
              <a:noFill/>
            </a:ln>
          </p:spPr>
          <p:txBody>
            <a:bodyPr lIns="90000" rIns="90000" tIns="35280" bIns="3528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28" name=""/>
            <p:cNvSpPr/>
            <p:nvPr/>
          </p:nvSpPr>
          <p:spPr>
            <a:xfrm>
              <a:off x="4736160" y="143640"/>
              <a:ext cx="80280" cy="80280"/>
            </a:xfrm>
            <a:custGeom>
              <a:avLst/>
              <a:gdLst/>
              <a:ahLst/>
              <a:rect l="0" t="0" r="r" b="b"/>
              <a:pathLst>
                <a:path w="223" h="223">
                  <a:moveTo>
                    <a:pt x="223" y="111"/>
                  </a:moveTo>
                  <a:cubicBezTo>
                    <a:pt x="223" y="92"/>
                    <a:pt x="218" y="72"/>
                    <a:pt x="208" y="55"/>
                  </a:cubicBezTo>
                  <a:cubicBezTo>
                    <a:pt x="198" y="38"/>
                    <a:pt x="184" y="25"/>
                    <a:pt x="167" y="15"/>
                  </a:cubicBezTo>
                  <a:cubicBezTo>
                    <a:pt x="150" y="5"/>
                    <a:pt x="131" y="0"/>
                    <a:pt x="112" y="0"/>
                  </a:cubicBezTo>
                  <a:cubicBezTo>
                    <a:pt x="92" y="0"/>
                    <a:pt x="73" y="5"/>
                    <a:pt x="56" y="15"/>
                  </a:cubicBezTo>
                  <a:cubicBezTo>
                    <a:pt x="39" y="25"/>
                    <a:pt x="25" y="38"/>
                    <a:pt x="15" y="55"/>
                  </a:cubicBezTo>
                  <a:cubicBezTo>
                    <a:pt x="5" y="72"/>
                    <a:pt x="0" y="92"/>
                    <a:pt x="0" y="111"/>
                  </a:cubicBezTo>
                  <a:cubicBezTo>
                    <a:pt x="0" y="131"/>
                    <a:pt x="5" y="150"/>
                    <a:pt x="15" y="167"/>
                  </a:cubicBezTo>
                  <a:cubicBezTo>
                    <a:pt x="25" y="184"/>
                    <a:pt x="39" y="198"/>
                    <a:pt x="56" y="208"/>
                  </a:cubicBezTo>
                  <a:cubicBezTo>
                    <a:pt x="73" y="217"/>
                    <a:pt x="92" y="223"/>
                    <a:pt x="112" y="223"/>
                  </a:cubicBezTo>
                  <a:cubicBezTo>
                    <a:pt x="131" y="223"/>
                    <a:pt x="150" y="217"/>
                    <a:pt x="167" y="208"/>
                  </a:cubicBezTo>
                  <a:cubicBezTo>
                    <a:pt x="183" y="198"/>
                    <a:pt x="198" y="184"/>
                    <a:pt x="208" y="167"/>
                  </a:cubicBezTo>
                  <a:cubicBezTo>
                    <a:pt x="218" y="150"/>
                    <a:pt x="223" y="131"/>
                    <a:pt x="223" y="111"/>
                  </a:cubicBezTo>
                  <a:close/>
                </a:path>
              </a:pathLst>
            </a:custGeom>
            <a:solidFill>
              <a:srgbClr val="7f59ae"/>
            </a:solidFill>
            <a:ln w="0">
              <a:noFill/>
            </a:ln>
          </p:spPr>
          <p:txBody>
            <a:bodyPr lIns="90000" rIns="90000" tIns="35280" bIns="3528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129" name=""/>
            <p:cNvSpPr/>
            <p:nvPr/>
          </p:nvSpPr>
          <p:spPr>
            <a:xfrm>
              <a:off x="4926960" y="143640"/>
              <a:ext cx="79920" cy="80280"/>
            </a:xfrm>
            <a:custGeom>
              <a:avLst/>
              <a:gdLst/>
              <a:ahLst/>
              <a:rect l="0" t="0" r="r" b="b"/>
              <a:pathLst>
                <a:path w="222" h="223">
                  <a:moveTo>
                    <a:pt x="222" y="111"/>
                  </a:moveTo>
                  <a:cubicBezTo>
                    <a:pt x="222" y="92"/>
                    <a:pt x="217" y="72"/>
                    <a:pt x="208" y="55"/>
                  </a:cubicBezTo>
                  <a:cubicBezTo>
                    <a:pt x="198" y="38"/>
                    <a:pt x="184" y="25"/>
                    <a:pt x="167" y="15"/>
                  </a:cubicBezTo>
                  <a:cubicBezTo>
                    <a:pt x="150" y="5"/>
                    <a:pt x="131" y="0"/>
                    <a:pt x="111" y="0"/>
                  </a:cubicBezTo>
                  <a:cubicBezTo>
                    <a:pt x="91" y="0"/>
                    <a:pt x="72" y="5"/>
                    <a:pt x="55" y="15"/>
                  </a:cubicBezTo>
                  <a:cubicBezTo>
                    <a:pt x="38" y="25"/>
                    <a:pt x="25" y="38"/>
                    <a:pt x="15" y="55"/>
                  </a:cubicBezTo>
                  <a:cubicBezTo>
                    <a:pt x="5" y="72"/>
                    <a:pt x="0" y="92"/>
                    <a:pt x="0" y="111"/>
                  </a:cubicBezTo>
                  <a:cubicBezTo>
                    <a:pt x="0" y="131"/>
                    <a:pt x="5" y="150"/>
                    <a:pt x="15" y="167"/>
                  </a:cubicBezTo>
                  <a:cubicBezTo>
                    <a:pt x="24" y="184"/>
                    <a:pt x="38" y="198"/>
                    <a:pt x="55" y="208"/>
                  </a:cubicBezTo>
                  <a:cubicBezTo>
                    <a:pt x="72" y="217"/>
                    <a:pt x="91" y="223"/>
                    <a:pt x="111" y="223"/>
                  </a:cubicBezTo>
                  <a:cubicBezTo>
                    <a:pt x="131" y="223"/>
                    <a:pt x="150" y="217"/>
                    <a:pt x="167" y="208"/>
                  </a:cubicBezTo>
                  <a:cubicBezTo>
                    <a:pt x="184" y="198"/>
                    <a:pt x="198" y="184"/>
                    <a:pt x="208" y="167"/>
                  </a:cubicBezTo>
                  <a:cubicBezTo>
                    <a:pt x="217" y="150"/>
                    <a:pt x="222" y="131"/>
                    <a:pt x="222" y="111"/>
                  </a:cubicBezTo>
                  <a:close/>
                </a:path>
              </a:pathLst>
            </a:custGeom>
            <a:solidFill>
              <a:srgbClr val="60c4e4"/>
            </a:solidFill>
            <a:ln w="0">
              <a:noFill/>
            </a:ln>
          </p:spPr>
          <p:txBody>
            <a:bodyPr lIns="90000" rIns="90000" tIns="35280" bIns="3528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30" name=""/>
            <p:cNvSpPr/>
            <p:nvPr/>
          </p:nvSpPr>
          <p:spPr>
            <a:xfrm>
              <a:off x="5352840" y="183600"/>
              <a:ext cx="2323800" cy="0"/>
            </a:xfrm>
            <a:custGeom>
              <a:avLst/>
              <a:gdLst/>
              <a:ahLst/>
              <a:rect l="0" t="0" r="r" b="b"/>
              <a:pathLst>
                <a:path fill="none" w="6455" h="0">
                  <a:moveTo>
                    <a:pt x="0" y="0"/>
                  </a:moveTo>
                  <a:cubicBezTo>
                    <a:pt x="2152" y="0"/>
                    <a:pt x="4303" y="0"/>
                    <a:pt x="6455" y="0"/>
                  </a:cubicBezTo>
                </a:path>
              </a:pathLst>
            </a:custGeom>
            <a:ln cap="rnd" w="10440">
              <a:solidFill>
                <a:srgbClr val="f8b621"/>
              </a:solidFill>
              <a:round/>
            </a:ln>
          </p:spPr>
          <p:txBody>
            <a:bodyPr lIns="95040" rIns="95040" tIns="-50040" bIns="-5004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31" name=""/>
            <p:cNvSpPr/>
            <p:nvPr/>
          </p:nvSpPr>
          <p:spPr>
            <a:xfrm>
              <a:off x="2452320" y="183600"/>
              <a:ext cx="2324160" cy="0"/>
            </a:xfrm>
            <a:custGeom>
              <a:avLst/>
              <a:gdLst/>
              <a:ahLst/>
              <a:rect l="0" t="0" r="r" b="b"/>
              <a:pathLst>
                <a:path fill="none" w="6456" h="0">
                  <a:moveTo>
                    <a:pt x="0" y="0"/>
                  </a:moveTo>
                  <a:cubicBezTo>
                    <a:pt x="2152" y="0"/>
                    <a:pt x="4304" y="0"/>
                    <a:pt x="6456" y="0"/>
                  </a:cubicBezTo>
                </a:path>
              </a:pathLst>
            </a:custGeom>
            <a:ln cap="rnd" w="10440">
              <a:solidFill>
                <a:srgbClr val="7f59ae"/>
              </a:solidFill>
              <a:round/>
            </a:ln>
          </p:spPr>
          <p:txBody>
            <a:bodyPr lIns="95040" rIns="95040" tIns="-50040" bIns="-5004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</p:grpSp>
      <p:sp>
        <p:nvSpPr>
          <p:cNvPr id="132" name=""/>
          <p:cNvSpPr/>
          <p:nvPr/>
        </p:nvSpPr>
        <p:spPr>
          <a:xfrm>
            <a:off x="699840" y="565920"/>
            <a:ext cx="4245480" cy="4563360"/>
          </a:xfrm>
          <a:custGeom>
            <a:avLst/>
            <a:gdLst/>
            <a:ahLst/>
            <a:rect l="0" t="0" r="r" b="b"/>
            <a:pathLst>
              <a:path w="11793" h="12676">
                <a:moveTo>
                  <a:pt x="0" y="0"/>
                </a:moveTo>
                <a:cubicBezTo>
                  <a:pt x="3931" y="0"/>
                  <a:pt x="7862" y="0"/>
                  <a:pt x="11793" y="0"/>
                </a:cubicBezTo>
                <a:cubicBezTo>
                  <a:pt x="11793" y="4225"/>
                  <a:pt x="11793" y="8451"/>
                  <a:pt x="11793" y="12676"/>
                </a:cubicBezTo>
                <a:cubicBezTo>
                  <a:pt x="7862" y="12676"/>
                  <a:pt x="3931" y="12676"/>
                  <a:pt x="0" y="12676"/>
                </a:cubicBezTo>
                <a:cubicBezTo>
                  <a:pt x="0" y="8451"/>
                  <a:pt x="0" y="4225"/>
                  <a:pt x="0" y="0"/>
                </a:cubicBezTo>
                <a:close/>
              </a:path>
            </a:pathLst>
          </a:custGeom>
          <a:noFill/>
          <a:ln cap="rnd" w="52560">
            <a:solidFill>
              <a:srgbClr val="f8b622"/>
            </a:solidFill>
            <a:round/>
          </a:ln>
        </p:spPr>
        <p:txBody>
          <a:bodyPr lIns="116280" rIns="116280" tIns="71280" bIns="7128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33" name=""/>
          <p:cNvSpPr/>
          <p:nvPr/>
        </p:nvSpPr>
        <p:spPr>
          <a:xfrm>
            <a:off x="952920" y="838080"/>
            <a:ext cx="3739320" cy="4019040"/>
          </a:xfrm>
          <a:custGeom>
            <a:avLst/>
            <a:gdLst/>
            <a:ahLst/>
            <a:rect l="0" t="0" r="r" b="b"/>
            <a:pathLst>
              <a:path w="10387" h="11164">
                <a:moveTo>
                  <a:pt x="0" y="0"/>
                </a:moveTo>
                <a:cubicBezTo>
                  <a:pt x="3462" y="0"/>
                  <a:pt x="6924" y="0"/>
                  <a:pt x="10387" y="0"/>
                </a:cubicBezTo>
                <a:cubicBezTo>
                  <a:pt x="10387" y="3721"/>
                  <a:pt x="10387" y="7443"/>
                  <a:pt x="10387" y="11164"/>
                </a:cubicBezTo>
                <a:cubicBezTo>
                  <a:pt x="6924" y="11164"/>
                  <a:pt x="3462" y="11164"/>
                  <a:pt x="0" y="11164"/>
                </a:cubicBezTo>
                <a:cubicBezTo>
                  <a:pt x="0" y="7443"/>
                  <a:pt x="0" y="3721"/>
                  <a:pt x="0" y="0"/>
                </a:cubicBezTo>
                <a:close/>
              </a:path>
            </a:pathLst>
          </a:custGeom>
          <a:noFill/>
          <a:ln cap="rnd" w="52560">
            <a:solidFill>
              <a:srgbClr val="f8b622"/>
            </a:solidFill>
            <a:round/>
          </a:ln>
        </p:spPr>
        <p:txBody>
          <a:bodyPr lIns="116280" rIns="116280" tIns="71280" bIns="7128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34" name=""/>
          <p:cNvSpPr/>
          <p:nvPr/>
        </p:nvSpPr>
        <p:spPr>
          <a:xfrm>
            <a:off x="869040" y="748080"/>
            <a:ext cx="3907080" cy="4199400"/>
          </a:xfrm>
          <a:custGeom>
            <a:avLst/>
            <a:gdLst/>
            <a:ahLst/>
            <a:rect l="0" t="0" r="r" b="b"/>
            <a:pathLst>
              <a:path w="10853" h="11665">
                <a:moveTo>
                  <a:pt x="0" y="0"/>
                </a:moveTo>
                <a:cubicBezTo>
                  <a:pt x="3618" y="0"/>
                  <a:pt x="7235" y="0"/>
                  <a:pt x="10853" y="0"/>
                </a:cubicBezTo>
                <a:cubicBezTo>
                  <a:pt x="10853" y="3888"/>
                  <a:pt x="10853" y="7777"/>
                  <a:pt x="10853" y="11665"/>
                </a:cubicBezTo>
                <a:cubicBezTo>
                  <a:pt x="7235" y="11665"/>
                  <a:pt x="3618" y="11665"/>
                  <a:pt x="0" y="11665"/>
                </a:cubicBezTo>
                <a:cubicBezTo>
                  <a:pt x="0" y="7777"/>
                  <a:pt x="0" y="3888"/>
                  <a:pt x="0" y="0"/>
                </a:cubicBezTo>
                <a:close/>
              </a:path>
            </a:pathLst>
          </a:custGeom>
          <a:noFill/>
          <a:ln cap="rnd" w="23040">
            <a:solidFill>
              <a:srgbClr val="7f59ae"/>
            </a:solidFill>
            <a:round/>
          </a:ln>
        </p:spPr>
        <p:txBody>
          <a:bodyPr lIns="101520" rIns="101520" tIns="56520" bIns="565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35" name="PlaceHolder 3"/>
          <p:cNvSpPr>
            <a:spLocks noGrp="1"/>
          </p:cNvSpPr>
          <p:nvPr>
            <p:ph type="dt" idx="10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ans"/>
              </a:rPr>
              <a:t>&lt;date/time&gt;</a:t>
            </a:r>
            <a:r>
              <a:rPr b="0" lang="en-US" sz="1400" spc="-1" strike="noStrike">
                <a:solidFill>
                  <a:srgbClr val="000000"/>
                </a:solidFill>
                <a:latin typeface="Noto Sans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36" name="PlaceHolder 4"/>
          <p:cNvSpPr>
            <a:spLocks noGrp="1"/>
          </p:cNvSpPr>
          <p:nvPr>
            <p:ph type="ftr" idx="11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ans"/>
              </a:rPr>
              <a:t>&lt;footer&gt;</a:t>
            </a:r>
            <a:r>
              <a:rPr b="0" lang="en-US" sz="1400" spc="-1" strike="noStrike">
                <a:solidFill>
                  <a:srgbClr val="000000"/>
                </a:solidFill>
                <a:latin typeface="Noto Sans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37" name="PlaceHolder 5"/>
          <p:cNvSpPr>
            <a:spLocks noGrp="1"/>
          </p:cNvSpPr>
          <p:nvPr>
            <p:ph type="sldNum" idx="12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r">
              <a:buNone/>
            </a:pPr>
            <a:fld id="{1EA5BD1F-9666-4FB1-A706-43BA23F45D0E}" type="slidenum">
              <a:rPr b="0" lang="en-US" sz="1400" spc="-1" strike="noStrike">
                <a:solidFill>
                  <a:srgbClr val="000000"/>
                </a:solidFill>
                <a:latin typeface="Noto Sans"/>
              </a:rPr>
              <a:t>&lt;number&gt;</a:t>
            </a:fld>
            <a:r>
              <a:rPr b="0" lang="en-US" sz="1400" spc="-1" strike="noStrike">
                <a:solidFill>
                  <a:srgbClr val="000000"/>
                </a:solidFill>
                <a:latin typeface="Noto Sans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Noto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"/>
          <p:cNvSpPr/>
          <p:nvPr/>
        </p:nvSpPr>
        <p:spPr>
          <a:xfrm>
            <a:off x="7269840" y="1080"/>
            <a:ext cx="2810160" cy="5669280"/>
          </a:xfrm>
          <a:custGeom>
            <a:avLst/>
            <a:gdLst/>
            <a:ahLst/>
            <a:rect l="0" t="0" r="r" b="b"/>
            <a:pathLst>
              <a:path w="7806" h="15748">
                <a:moveTo>
                  <a:pt x="7806" y="0"/>
                </a:moveTo>
                <a:cubicBezTo>
                  <a:pt x="3495" y="0"/>
                  <a:pt x="0" y="3495"/>
                  <a:pt x="0" y="7805"/>
                </a:cubicBezTo>
                <a:cubicBezTo>
                  <a:pt x="0" y="12115"/>
                  <a:pt x="3495" y="15748"/>
                  <a:pt x="7806" y="15748"/>
                </a:cubicBezTo>
                <a:cubicBezTo>
                  <a:pt x="7806" y="10499"/>
                  <a:pt x="7806" y="5249"/>
                  <a:pt x="7806" y="0"/>
                </a:cubicBezTo>
                <a:close/>
              </a:path>
            </a:pathLst>
          </a:custGeom>
          <a:solidFill>
            <a:srgbClr val="60c4e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Noto Sans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Noto Sans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Noto San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Noto Sans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Noto San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Noto Sans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Noto San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Noto Sans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Noto San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Noto Sans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Noto San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Noto Sans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Noto San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Noto Sans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41" name="PlaceHolder 3"/>
          <p:cNvSpPr>
            <a:spLocks noGrp="1"/>
          </p:cNvSpPr>
          <p:nvPr>
            <p:ph type="dt" idx="13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ans"/>
              </a:rPr>
              <a:t>&lt;date/time&gt;</a:t>
            </a:r>
            <a:r>
              <a:rPr b="0" lang="en-US" sz="1400" spc="-1" strike="noStrike">
                <a:solidFill>
                  <a:srgbClr val="000000"/>
                </a:solidFill>
                <a:latin typeface="Noto Sans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42" name="PlaceHolder 4"/>
          <p:cNvSpPr>
            <a:spLocks noGrp="1"/>
          </p:cNvSpPr>
          <p:nvPr>
            <p:ph type="ftr" idx="14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ans"/>
              </a:rPr>
              <a:t>&lt;footer&gt;</a:t>
            </a:r>
            <a:r>
              <a:rPr b="0" lang="en-US" sz="1400" spc="-1" strike="noStrike">
                <a:solidFill>
                  <a:srgbClr val="000000"/>
                </a:solidFill>
                <a:latin typeface="Noto Sans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43" name="PlaceHolder 5"/>
          <p:cNvSpPr>
            <a:spLocks noGrp="1"/>
          </p:cNvSpPr>
          <p:nvPr>
            <p:ph type="sldNum" idx="15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r">
              <a:buNone/>
            </a:pPr>
            <a:fld id="{A736C601-01D1-424D-93BE-BA3764E36162}" type="slidenum">
              <a:rPr b="0" lang="en-US" sz="1400" spc="-1" strike="noStrike">
                <a:solidFill>
                  <a:srgbClr val="000000"/>
                </a:solidFill>
                <a:latin typeface="Noto Sans"/>
              </a:rPr>
              <a:t>&lt;number&gt;</a:t>
            </a:fld>
            <a:r>
              <a:rPr b="0" lang="en-US" sz="1400" spc="-1" strike="noStrike">
                <a:solidFill>
                  <a:srgbClr val="000000"/>
                </a:solidFill>
                <a:latin typeface="Noto Sans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Noto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" name=""/>
          <p:cNvGrpSpPr/>
          <p:nvPr/>
        </p:nvGrpSpPr>
        <p:grpSpPr>
          <a:xfrm>
            <a:off x="6206040" y="668520"/>
            <a:ext cx="2409840" cy="4373280"/>
            <a:chOff x="6206040" y="668520"/>
            <a:chExt cx="2409840" cy="4373280"/>
          </a:xfrm>
        </p:grpSpPr>
        <p:sp>
          <p:nvSpPr>
            <p:cNvPr id="145" name=""/>
            <p:cNvSpPr/>
            <p:nvPr/>
          </p:nvSpPr>
          <p:spPr>
            <a:xfrm>
              <a:off x="7092720" y="815760"/>
              <a:ext cx="1523160" cy="1523160"/>
            </a:xfrm>
            <a:custGeom>
              <a:avLst/>
              <a:gdLst/>
              <a:ahLst/>
              <a:rect l="0" t="0" r="r" b="b"/>
              <a:pathLst>
                <a:path w="4231" h="4231">
                  <a:moveTo>
                    <a:pt x="1057" y="3164"/>
                  </a:moveTo>
                  <a:lnTo>
                    <a:pt x="0" y="2098"/>
                  </a:lnTo>
                  <a:lnTo>
                    <a:pt x="2117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4"/>
                  </a:lnTo>
                  <a:close/>
                </a:path>
              </a:pathLst>
            </a:custGeom>
            <a:solidFill>
              <a:srgbClr val="e54b89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146" name=""/>
            <p:cNvSpPr/>
            <p:nvPr/>
          </p:nvSpPr>
          <p:spPr>
            <a:xfrm>
              <a:off x="6206040" y="1687320"/>
              <a:ext cx="1523160" cy="1523160"/>
            </a:xfrm>
            <a:custGeom>
              <a:avLst/>
              <a:gdLst/>
              <a:ahLst/>
              <a:rect l="0" t="0" r="r" b="b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7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solidFill>
              <a:srgbClr val="e54b89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147" name=""/>
            <p:cNvSpPr/>
            <p:nvPr/>
          </p:nvSpPr>
          <p:spPr>
            <a:xfrm>
              <a:off x="7092720" y="2647080"/>
              <a:ext cx="1523160" cy="1523520"/>
            </a:xfrm>
            <a:custGeom>
              <a:avLst/>
              <a:gdLst/>
              <a:ahLst/>
              <a:rect l="0" t="0" r="r" b="b"/>
              <a:pathLst>
                <a:path w="4231" h="4232">
                  <a:moveTo>
                    <a:pt x="1057" y="3165"/>
                  </a:moveTo>
                  <a:lnTo>
                    <a:pt x="0" y="2099"/>
                  </a:lnTo>
                  <a:lnTo>
                    <a:pt x="2117" y="0"/>
                  </a:lnTo>
                  <a:lnTo>
                    <a:pt x="4231" y="2133"/>
                  </a:lnTo>
                  <a:lnTo>
                    <a:pt x="2114" y="4232"/>
                  </a:lnTo>
                  <a:lnTo>
                    <a:pt x="1057" y="3165"/>
                  </a:lnTo>
                  <a:close/>
                </a:path>
              </a:pathLst>
            </a:custGeom>
            <a:solidFill>
              <a:srgbClr val="e54b89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148" name=""/>
            <p:cNvSpPr/>
            <p:nvPr/>
          </p:nvSpPr>
          <p:spPr>
            <a:xfrm>
              <a:off x="6206040" y="3518640"/>
              <a:ext cx="1523160" cy="1523160"/>
            </a:xfrm>
            <a:custGeom>
              <a:avLst/>
              <a:gdLst/>
              <a:ahLst/>
              <a:rect l="0" t="0" r="r" b="b"/>
              <a:pathLst>
                <a:path w="4231" h="4231">
                  <a:moveTo>
                    <a:pt x="1057" y="3164"/>
                  </a:moveTo>
                  <a:lnTo>
                    <a:pt x="0" y="2098"/>
                  </a:lnTo>
                  <a:lnTo>
                    <a:pt x="2117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4"/>
                  </a:lnTo>
                  <a:close/>
                </a:path>
              </a:pathLst>
            </a:custGeom>
            <a:solidFill>
              <a:srgbClr val="e54b89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149" name=""/>
            <p:cNvSpPr/>
            <p:nvPr/>
          </p:nvSpPr>
          <p:spPr>
            <a:xfrm>
              <a:off x="7092720" y="668520"/>
              <a:ext cx="1523160" cy="1523160"/>
            </a:xfrm>
            <a:custGeom>
              <a:avLst/>
              <a:gdLst/>
              <a:ahLst/>
              <a:rect l="0" t="0" r="r" b="b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noFill/>
            <a:ln cap="rnd" w="39600">
              <a:solidFill>
                <a:srgbClr val="ffff6d"/>
              </a:solidFill>
              <a:bevel/>
            </a:ln>
          </p:spPr>
          <p:txBody>
            <a:bodyPr lIns="109800" rIns="109800" tIns="64800" bIns="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50" name=""/>
            <p:cNvSpPr/>
            <p:nvPr/>
          </p:nvSpPr>
          <p:spPr>
            <a:xfrm>
              <a:off x="6206040" y="1540080"/>
              <a:ext cx="1523160" cy="1523520"/>
            </a:xfrm>
            <a:custGeom>
              <a:avLst/>
              <a:gdLst/>
              <a:ahLst/>
              <a:rect l="0" t="0" r="r" b="b"/>
              <a:pathLst>
                <a:path w="4231" h="4232">
                  <a:moveTo>
                    <a:pt x="1057" y="3165"/>
                  </a:moveTo>
                  <a:lnTo>
                    <a:pt x="0" y="2099"/>
                  </a:lnTo>
                  <a:lnTo>
                    <a:pt x="2116" y="0"/>
                  </a:lnTo>
                  <a:lnTo>
                    <a:pt x="4231" y="2134"/>
                  </a:lnTo>
                  <a:lnTo>
                    <a:pt x="2114" y="4232"/>
                  </a:lnTo>
                  <a:lnTo>
                    <a:pt x="1057" y="3165"/>
                  </a:lnTo>
                  <a:close/>
                </a:path>
              </a:pathLst>
            </a:custGeom>
            <a:noFill/>
            <a:ln cap="rnd" w="39600">
              <a:solidFill>
                <a:srgbClr val="ffff6d"/>
              </a:solidFill>
              <a:bevel/>
            </a:ln>
          </p:spPr>
          <p:txBody>
            <a:bodyPr lIns="109800" rIns="109800" tIns="64800" bIns="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51" name=""/>
            <p:cNvSpPr/>
            <p:nvPr/>
          </p:nvSpPr>
          <p:spPr>
            <a:xfrm>
              <a:off x="7092720" y="2500200"/>
              <a:ext cx="1523160" cy="1523160"/>
            </a:xfrm>
            <a:custGeom>
              <a:avLst/>
              <a:gdLst/>
              <a:ahLst/>
              <a:rect l="0" t="0" r="r" b="b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7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noFill/>
            <a:ln cap="rnd" w="39600">
              <a:solidFill>
                <a:srgbClr val="ffff6d"/>
              </a:solidFill>
              <a:bevel/>
            </a:ln>
          </p:spPr>
          <p:txBody>
            <a:bodyPr lIns="109800" rIns="109800" tIns="64800" bIns="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52" name=""/>
            <p:cNvSpPr/>
            <p:nvPr/>
          </p:nvSpPr>
          <p:spPr>
            <a:xfrm>
              <a:off x="6206040" y="3371400"/>
              <a:ext cx="1523160" cy="1523520"/>
            </a:xfrm>
            <a:custGeom>
              <a:avLst/>
              <a:gdLst/>
              <a:ahLst/>
              <a:rect l="0" t="0" r="r" b="b"/>
              <a:pathLst>
                <a:path w="4231" h="4232">
                  <a:moveTo>
                    <a:pt x="1057" y="3165"/>
                  </a:moveTo>
                  <a:lnTo>
                    <a:pt x="0" y="2099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2"/>
                  </a:lnTo>
                  <a:lnTo>
                    <a:pt x="1057" y="3165"/>
                  </a:lnTo>
                  <a:close/>
                </a:path>
              </a:pathLst>
            </a:custGeom>
            <a:noFill/>
            <a:ln cap="rnd" w="39600">
              <a:solidFill>
                <a:srgbClr val="ffff6d"/>
              </a:solidFill>
              <a:bevel/>
            </a:ln>
          </p:spPr>
          <p:txBody>
            <a:bodyPr lIns="109800" rIns="109800" tIns="64800" bIns="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</p:grpSp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Noto Sans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5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Noto Sans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Noto San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Noto Sans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Noto San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Noto Sans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Noto San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Noto Sans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Noto San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Noto Sans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Noto San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Noto Sans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Noto San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Noto Sans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Noto Sans"/>
            </a:endParaRPr>
          </a:p>
        </p:txBody>
      </p:sp>
      <p:grpSp>
        <p:nvGrpSpPr>
          <p:cNvPr id="155" name=""/>
          <p:cNvGrpSpPr/>
          <p:nvPr/>
        </p:nvGrpSpPr>
        <p:grpSpPr>
          <a:xfrm>
            <a:off x="9758160" y="210960"/>
            <a:ext cx="80640" cy="5248440"/>
            <a:chOff x="9758160" y="210960"/>
            <a:chExt cx="80640" cy="5248440"/>
          </a:xfrm>
        </p:grpSpPr>
        <p:sp>
          <p:nvSpPr>
            <p:cNvPr id="156" name=""/>
            <p:cNvSpPr/>
            <p:nvPr/>
          </p:nvSpPr>
          <p:spPr>
            <a:xfrm>
              <a:off x="9758160" y="2892960"/>
              <a:ext cx="80640" cy="80640"/>
            </a:xfrm>
            <a:custGeom>
              <a:avLst/>
              <a:gdLst/>
              <a:ahLst/>
              <a:rect l="0" t="0" r="r" b="b"/>
              <a:pathLst>
                <a:path w="224" h="224">
                  <a:moveTo>
                    <a:pt x="112" y="224"/>
                  </a:moveTo>
                  <a:cubicBezTo>
                    <a:pt x="131" y="224"/>
                    <a:pt x="151" y="219"/>
                    <a:pt x="168" y="209"/>
                  </a:cubicBezTo>
                  <a:cubicBezTo>
                    <a:pt x="185" y="199"/>
                    <a:pt x="199" y="185"/>
                    <a:pt x="209" y="168"/>
                  </a:cubicBezTo>
                  <a:cubicBezTo>
                    <a:pt x="218" y="151"/>
                    <a:pt x="224" y="132"/>
                    <a:pt x="224" y="112"/>
                  </a:cubicBezTo>
                  <a:cubicBezTo>
                    <a:pt x="224" y="92"/>
                    <a:pt x="218" y="73"/>
                    <a:pt x="209" y="56"/>
                  </a:cubicBezTo>
                  <a:cubicBezTo>
                    <a:pt x="199" y="39"/>
                    <a:pt x="185" y="25"/>
                    <a:pt x="168" y="15"/>
                  </a:cubicBezTo>
                  <a:cubicBezTo>
                    <a:pt x="151" y="5"/>
                    <a:pt x="131" y="0"/>
                    <a:pt x="112" y="0"/>
                  </a:cubicBezTo>
                  <a:cubicBezTo>
                    <a:pt x="92" y="0"/>
                    <a:pt x="73" y="5"/>
                    <a:pt x="56" y="15"/>
                  </a:cubicBezTo>
                  <a:cubicBezTo>
                    <a:pt x="39" y="25"/>
                    <a:pt x="25" y="39"/>
                    <a:pt x="15" y="56"/>
                  </a:cubicBezTo>
                  <a:cubicBezTo>
                    <a:pt x="5" y="73"/>
                    <a:pt x="0" y="92"/>
                    <a:pt x="0" y="112"/>
                  </a:cubicBezTo>
                  <a:cubicBezTo>
                    <a:pt x="0" y="132"/>
                    <a:pt x="5" y="151"/>
                    <a:pt x="15" y="168"/>
                  </a:cubicBezTo>
                  <a:cubicBezTo>
                    <a:pt x="25" y="185"/>
                    <a:pt x="39" y="199"/>
                    <a:pt x="56" y="209"/>
                  </a:cubicBezTo>
                  <a:cubicBezTo>
                    <a:pt x="73" y="219"/>
                    <a:pt x="92" y="224"/>
                    <a:pt x="112" y="224"/>
                  </a:cubicBezTo>
                  <a:close/>
                </a:path>
              </a:pathLst>
            </a:custGeom>
            <a:solidFill>
              <a:srgbClr val="e54b87"/>
            </a:solidFill>
            <a:ln w="0">
              <a:noFill/>
            </a:ln>
          </p:spPr>
          <p:txBody>
            <a:bodyPr lIns="90000" rIns="90000" tIns="35640" bIns="3564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157" name=""/>
            <p:cNvSpPr/>
            <p:nvPr/>
          </p:nvSpPr>
          <p:spPr>
            <a:xfrm>
              <a:off x="9758160" y="3084480"/>
              <a:ext cx="80640" cy="80640"/>
            </a:xfrm>
            <a:custGeom>
              <a:avLst/>
              <a:gdLst/>
              <a:ahLst/>
              <a:rect l="0" t="0" r="r" b="b"/>
              <a:pathLst>
                <a:path w="224" h="224">
                  <a:moveTo>
                    <a:pt x="112" y="224"/>
                  </a:moveTo>
                  <a:cubicBezTo>
                    <a:pt x="131" y="224"/>
                    <a:pt x="151" y="219"/>
                    <a:pt x="168" y="209"/>
                  </a:cubicBezTo>
                  <a:cubicBezTo>
                    <a:pt x="185" y="199"/>
                    <a:pt x="199" y="185"/>
                    <a:pt x="209" y="168"/>
                  </a:cubicBezTo>
                  <a:cubicBezTo>
                    <a:pt x="218" y="151"/>
                    <a:pt x="224" y="131"/>
                    <a:pt x="224" y="112"/>
                  </a:cubicBezTo>
                  <a:cubicBezTo>
                    <a:pt x="224" y="92"/>
                    <a:pt x="218" y="73"/>
                    <a:pt x="209" y="56"/>
                  </a:cubicBezTo>
                  <a:cubicBezTo>
                    <a:pt x="199" y="39"/>
                    <a:pt x="185" y="25"/>
                    <a:pt x="168" y="15"/>
                  </a:cubicBezTo>
                  <a:cubicBezTo>
                    <a:pt x="151" y="5"/>
                    <a:pt x="131" y="0"/>
                    <a:pt x="112" y="0"/>
                  </a:cubicBezTo>
                  <a:cubicBezTo>
                    <a:pt x="92" y="0"/>
                    <a:pt x="73" y="5"/>
                    <a:pt x="56" y="15"/>
                  </a:cubicBezTo>
                  <a:cubicBezTo>
                    <a:pt x="39" y="25"/>
                    <a:pt x="25" y="39"/>
                    <a:pt x="15" y="56"/>
                  </a:cubicBezTo>
                  <a:cubicBezTo>
                    <a:pt x="5" y="73"/>
                    <a:pt x="0" y="92"/>
                    <a:pt x="0" y="112"/>
                  </a:cubicBezTo>
                  <a:cubicBezTo>
                    <a:pt x="0" y="131"/>
                    <a:pt x="5" y="151"/>
                    <a:pt x="15" y="168"/>
                  </a:cubicBezTo>
                  <a:cubicBezTo>
                    <a:pt x="25" y="185"/>
                    <a:pt x="39" y="199"/>
                    <a:pt x="56" y="209"/>
                  </a:cubicBezTo>
                  <a:cubicBezTo>
                    <a:pt x="73" y="219"/>
                    <a:pt x="92" y="224"/>
                    <a:pt x="112" y="224"/>
                  </a:cubicBezTo>
                  <a:close/>
                </a:path>
              </a:pathLst>
            </a:custGeom>
            <a:solidFill>
              <a:srgbClr val="f8b621"/>
            </a:solidFill>
            <a:ln w="0">
              <a:noFill/>
            </a:ln>
          </p:spPr>
          <p:txBody>
            <a:bodyPr lIns="90000" rIns="90000" tIns="35640" bIns="3564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58" name=""/>
            <p:cNvSpPr/>
            <p:nvPr/>
          </p:nvSpPr>
          <p:spPr>
            <a:xfrm>
              <a:off x="9758160" y="2505600"/>
              <a:ext cx="80640" cy="80640"/>
            </a:xfrm>
            <a:custGeom>
              <a:avLst/>
              <a:gdLst/>
              <a:ahLst/>
              <a:rect l="0" t="0" r="r" b="b"/>
              <a:pathLst>
                <a:path w="224" h="224">
                  <a:moveTo>
                    <a:pt x="112" y="224"/>
                  </a:moveTo>
                  <a:cubicBezTo>
                    <a:pt x="131" y="224"/>
                    <a:pt x="151" y="218"/>
                    <a:pt x="168" y="209"/>
                  </a:cubicBezTo>
                  <a:cubicBezTo>
                    <a:pt x="185" y="199"/>
                    <a:pt x="199" y="185"/>
                    <a:pt x="209" y="168"/>
                  </a:cubicBezTo>
                  <a:cubicBezTo>
                    <a:pt x="218" y="151"/>
                    <a:pt x="224" y="131"/>
                    <a:pt x="224" y="112"/>
                  </a:cubicBezTo>
                  <a:cubicBezTo>
                    <a:pt x="224" y="92"/>
                    <a:pt x="218" y="73"/>
                    <a:pt x="209" y="56"/>
                  </a:cubicBezTo>
                  <a:cubicBezTo>
                    <a:pt x="199" y="39"/>
                    <a:pt x="185" y="25"/>
                    <a:pt x="168" y="15"/>
                  </a:cubicBezTo>
                  <a:cubicBezTo>
                    <a:pt x="151" y="5"/>
                    <a:pt x="131" y="0"/>
                    <a:pt x="112" y="0"/>
                  </a:cubicBezTo>
                  <a:cubicBezTo>
                    <a:pt x="92" y="0"/>
                    <a:pt x="73" y="5"/>
                    <a:pt x="56" y="15"/>
                  </a:cubicBezTo>
                  <a:cubicBezTo>
                    <a:pt x="39" y="24"/>
                    <a:pt x="25" y="39"/>
                    <a:pt x="15" y="56"/>
                  </a:cubicBezTo>
                  <a:cubicBezTo>
                    <a:pt x="5" y="73"/>
                    <a:pt x="0" y="92"/>
                    <a:pt x="0" y="112"/>
                  </a:cubicBezTo>
                  <a:cubicBezTo>
                    <a:pt x="0" y="131"/>
                    <a:pt x="5" y="151"/>
                    <a:pt x="15" y="168"/>
                  </a:cubicBezTo>
                  <a:cubicBezTo>
                    <a:pt x="25" y="185"/>
                    <a:pt x="39" y="199"/>
                    <a:pt x="56" y="209"/>
                  </a:cubicBezTo>
                  <a:cubicBezTo>
                    <a:pt x="73" y="218"/>
                    <a:pt x="92" y="224"/>
                    <a:pt x="112" y="224"/>
                  </a:cubicBezTo>
                  <a:close/>
                </a:path>
              </a:pathLst>
            </a:custGeom>
            <a:solidFill>
              <a:srgbClr val="7f59ae"/>
            </a:solidFill>
            <a:ln w="0">
              <a:noFill/>
            </a:ln>
          </p:spPr>
          <p:txBody>
            <a:bodyPr lIns="90000" rIns="90000" tIns="35640" bIns="3564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159" name=""/>
            <p:cNvSpPr/>
            <p:nvPr/>
          </p:nvSpPr>
          <p:spPr>
            <a:xfrm>
              <a:off x="9758160" y="2696760"/>
              <a:ext cx="80640" cy="80640"/>
            </a:xfrm>
            <a:custGeom>
              <a:avLst/>
              <a:gdLst/>
              <a:ahLst/>
              <a:rect l="0" t="0" r="r" b="b"/>
              <a:pathLst>
                <a:path w="224" h="224">
                  <a:moveTo>
                    <a:pt x="112" y="224"/>
                  </a:moveTo>
                  <a:cubicBezTo>
                    <a:pt x="131" y="224"/>
                    <a:pt x="151" y="219"/>
                    <a:pt x="168" y="209"/>
                  </a:cubicBezTo>
                  <a:cubicBezTo>
                    <a:pt x="185" y="199"/>
                    <a:pt x="199" y="185"/>
                    <a:pt x="209" y="168"/>
                  </a:cubicBezTo>
                  <a:cubicBezTo>
                    <a:pt x="218" y="151"/>
                    <a:pt x="224" y="131"/>
                    <a:pt x="224" y="112"/>
                  </a:cubicBezTo>
                  <a:cubicBezTo>
                    <a:pt x="224" y="92"/>
                    <a:pt x="218" y="73"/>
                    <a:pt x="209" y="56"/>
                  </a:cubicBezTo>
                  <a:cubicBezTo>
                    <a:pt x="199" y="39"/>
                    <a:pt x="185" y="25"/>
                    <a:pt x="168" y="15"/>
                  </a:cubicBezTo>
                  <a:cubicBezTo>
                    <a:pt x="151" y="5"/>
                    <a:pt x="131" y="0"/>
                    <a:pt x="112" y="0"/>
                  </a:cubicBezTo>
                  <a:cubicBezTo>
                    <a:pt x="92" y="0"/>
                    <a:pt x="73" y="6"/>
                    <a:pt x="56" y="15"/>
                  </a:cubicBezTo>
                  <a:cubicBezTo>
                    <a:pt x="39" y="25"/>
                    <a:pt x="25" y="39"/>
                    <a:pt x="15" y="56"/>
                  </a:cubicBezTo>
                  <a:cubicBezTo>
                    <a:pt x="5" y="73"/>
                    <a:pt x="0" y="93"/>
                    <a:pt x="0" y="112"/>
                  </a:cubicBezTo>
                  <a:cubicBezTo>
                    <a:pt x="0" y="132"/>
                    <a:pt x="5" y="151"/>
                    <a:pt x="15" y="168"/>
                  </a:cubicBezTo>
                  <a:cubicBezTo>
                    <a:pt x="25" y="185"/>
                    <a:pt x="39" y="199"/>
                    <a:pt x="56" y="209"/>
                  </a:cubicBezTo>
                  <a:cubicBezTo>
                    <a:pt x="73" y="219"/>
                    <a:pt x="92" y="224"/>
                    <a:pt x="112" y="224"/>
                  </a:cubicBezTo>
                  <a:close/>
                </a:path>
              </a:pathLst>
            </a:custGeom>
            <a:solidFill>
              <a:srgbClr val="60c4e4"/>
            </a:solidFill>
            <a:ln w="0">
              <a:noFill/>
            </a:ln>
          </p:spPr>
          <p:txBody>
            <a:bodyPr lIns="90000" rIns="90000" tIns="35640" bIns="3564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60" name=""/>
            <p:cNvSpPr/>
            <p:nvPr/>
          </p:nvSpPr>
          <p:spPr>
            <a:xfrm>
              <a:off x="9798480" y="3124800"/>
              <a:ext cx="0" cy="2334600"/>
            </a:xfrm>
            <a:custGeom>
              <a:avLst/>
              <a:gdLst/>
              <a:ahLst/>
              <a:rect l="0" t="0" r="r" b="b"/>
              <a:pathLst>
                <a:path fill="none" w="0" h="6485">
                  <a:moveTo>
                    <a:pt x="0" y="0"/>
                  </a:moveTo>
                  <a:cubicBezTo>
                    <a:pt x="0" y="2162"/>
                    <a:pt x="0" y="4323"/>
                    <a:pt x="0" y="6485"/>
                  </a:cubicBezTo>
                </a:path>
              </a:pathLst>
            </a:custGeom>
            <a:ln cap="rnd" w="10440">
              <a:solidFill>
                <a:srgbClr val="f8b621"/>
              </a:solidFill>
              <a:round/>
            </a:ln>
          </p:spPr>
          <p:txBody>
            <a:bodyPr lIns="95040" rIns="95040" tIns="50040" bIns="5004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61" name=""/>
            <p:cNvSpPr/>
            <p:nvPr/>
          </p:nvSpPr>
          <p:spPr>
            <a:xfrm>
              <a:off x="9798480" y="210960"/>
              <a:ext cx="0" cy="2334960"/>
            </a:xfrm>
            <a:custGeom>
              <a:avLst/>
              <a:gdLst/>
              <a:ahLst/>
              <a:rect l="0" t="0" r="r" b="b"/>
              <a:pathLst>
                <a:path fill="none" w="0" h="6486">
                  <a:moveTo>
                    <a:pt x="0" y="0"/>
                  </a:moveTo>
                  <a:cubicBezTo>
                    <a:pt x="0" y="2162"/>
                    <a:pt x="0" y="4324"/>
                    <a:pt x="0" y="6486"/>
                  </a:cubicBezTo>
                </a:path>
              </a:pathLst>
            </a:custGeom>
            <a:ln cap="rnd" w="10440">
              <a:solidFill>
                <a:srgbClr val="7f59ae"/>
              </a:solidFill>
              <a:round/>
            </a:ln>
          </p:spPr>
          <p:txBody>
            <a:bodyPr lIns="95040" rIns="95040" tIns="50040" bIns="5004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</p:grpSp>
      <p:pic>
        <p:nvPicPr>
          <p:cNvPr id="162" name="" descr=""/>
          <p:cNvPicPr/>
          <p:nvPr/>
        </p:nvPicPr>
        <p:blipFill>
          <a:blip r:embed="rId2"/>
          <a:stretch/>
        </p:blipFill>
        <p:spPr>
          <a:xfrm>
            <a:off x="720" y="5465880"/>
            <a:ext cx="10079640" cy="20916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3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Noto Sans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6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Noto Sans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Noto San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Noto Sans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Noto San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Noto Sans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Noto San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Noto Sans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Noto San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Noto Sans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Noto San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Noto Sans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Noto San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Noto Sans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65" name="PlaceHolder 3"/>
          <p:cNvSpPr>
            <a:spLocks noGrp="1"/>
          </p:cNvSpPr>
          <p:nvPr>
            <p:ph type="dt" idx="16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ans"/>
              </a:rPr>
              <a:t>&lt;date/time&gt;</a:t>
            </a:r>
            <a:r>
              <a:rPr b="0" lang="en-US" sz="1400" spc="-1" strike="noStrike">
                <a:solidFill>
                  <a:srgbClr val="000000"/>
                </a:solidFill>
                <a:latin typeface="Noto Sans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66" name="PlaceHolder 4"/>
          <p:cNvSpPr>
            <a:spLocks noGrp="1"/>
          </p:cNvSpPr>
          <p:nvPr>
            <p:ph type="ftr" idx="17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ans"/>
              </a:rPr>
              <a:t>&lt;footer&gt;</a:t>
            </a:r>
            <a:r>
              <a:rPr b="0" lang="en-US" sz="1400" spc="-1" strike="noStrike">
                <a:solidFill>
                  <a:srgbClr val="000000"/>
                </a:solidFill>
                <a:latin typeface="Noto Sans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67" name="PlaceHolder 5"/>
          <p:cNvSpPr>
            <a:spLocks noGrp="1"/>
          </p:cNvSpPr>
          <p:nvPr>
            <p:ph type="sldNum" idx="18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r">
              <a:buNone/>
            </a:pPr>
            <a:fld id="{E9636DD4-7930-41A6-9D0A-596899ADBD20}" type="slidenum">
              <a:rPr b="0" lang="en-US" sz="1400" spc="-1" strike="noStrike">
                <a:solidFill>
                  <a:srgbClr val="000000"/>
                </a:solidFill>
                <a:latin typeface="Noto Sans"/>
              </a:rPr>
              <a:t>&lt;number&gt;</a:t>
            </a:fld>
            <a:r>
              <a:rPr b="0" lang="en-US" sz="1400" spc="-1" strike="noStrike">
                <a:solidFill>
                  <a:srgbClr val="000000"/>
                </a:solidFill>
                <a:latin typeface="Noto Sans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Noto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0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"/>
          <p:cNvSpPr/>
          <p:nvPr/>
        </p:nvSpPr>
        <p:spPr>
          <a:xfrm>
            <a:off x="1075320" y="4382280"/>
            <a:ext cx="1404720" cy="314640"/>
          </a:xfrm>
          <a:custGeom>
            <a:avLst/>
            <a:gdLst/>
            <a:ahLst/>
            <a:rect l="0" t="0" r="r" b="b"/>
            <a:pathLst>
              <a:path w="3902" h="874">
                <a:moveTo>
                  <a:pt x="1951" y="874"/>
                </a:moveTo>
                <a:lnTo>
                  <a:pt x="3527" y="874"/>
                </a:lnTo>
                <a:lnTo>
                  <a:pt x="3565" y="872"/>
                </a:lnTo>
                <a:lnTo>
                  <a:pt x="3602" y="866"/>
                </a:lnTo>
                <a:lnTo>
                  <a:pt x="3638" y="857"/>
                </a:lnTo>
                <a:lnTo>
                  <a:pt x="3673" y="844"/>
                </a:lnTo>
                <a:lnTo>
                  <a:pt x="3706" y="829"/>
                </a:lnTo>
                <a:lnTo>
                  <a:pt x="3736" y="810"/>
                </a:lnTo>
                <a:lnTo>
                  <a:pt x="3765" y="788"/>
                </a:lnTo>
                <a:lnTo>
                  <a:pt x="3792" y="764"/>
                </a:lnTo>
                <a:lnTo>
                  <a:pt x="3816" y="737"/>
                </a:lnTo>
                <a:lnTo>
                  <a:pt x="3838" y="709"/>
                </a:lnTo>
                <a:lnTo>
                  <a:pt x="3857" y="678"/>
                </a:lnTo>
                <a:lnTo>
                  <a:pt x="3872" y="645"/>
                </a:lnTo>
                <a:lnTo>
                  <a:pt x="3885" y="610"/>
                </a:lnTo>
                <a:lnTo>
                  <a:pt x="3894" y="575"/>
                </a:lnTo>
                <a:lnTo>
                  <a:pt x="3900" y="537"/>
                </a:lnTo>
                <a:lnTo>
                  <a:pt x="3902" y="499"/>
                </a:lnTo>
                <a:lnTo>
                  <a:pt x="3902" y="375"/>
                </a:lnTo>
                <a:lnTo>
                  <a:pt x="3900" y="337"/>
                </a:lnTo>
                <a:lnTo>
                  <a:pt x="3894" y="299"/>
                </a:lnTo>
                <a:lnTo>
                  <a:pt x="3885" y="264"/>
                </a:lnTo>
                <a:lnTo>
                  <a:pt x="3872" y="229"/>
                </a:lnTo>
                <a:lnTo>
                  <a:pt x="3857" y="196"/>
                </a:lnTo>
                <a:lnTo>
                  <a:pt x="3838" y="165"/>
                </a:lnTo>
                <a:lnTo>
                  <a:pt x="3816" y="137"/>
                </a:lnTo>
                <a:lnTo>
                  <a:pt x="3792" y="110"/>
                </a:lnTo>
                <a:lnTo>
                  <a:pt x="3765" y="86"/>
                </a:lnTo>
                <a:lnTo>
                  <a:pt x="3736" y="64"/>
                </a:lnTo>
                <a:lnTo>
                  <a:pt x="3706" y="45"/>
                </a:lnTo>
                <a:lnTo>
                  <a:pt x="3673" y="29"/>
                </a:lnTo>
                <a:lnTo>
                  <a:pt x="3638" y="17"/>
                </a:lnTo>
                <a:lnTo>
                  <a:pt x="3602" y="8"/>
                </a:lnTo>
                <a:lnTo>
                  <a:pt x="3565" y="2"/>
                </a:lnTo>
                <a:lnTo>
                  <a:pt x="3527" y="0"/>
                </a:lnTo>
                <a:lnTo>
                  <a:pt x="375" y="0"/>
                </a:lnTo>
                <a:lnTo>
                  <a:pt x="337" y="2"/>
                </a:lnTo>
                <a:lnTo>
                  <a:pt x="299" y="8"/>
                </a:lnTo>
                <a:lnTo>
                  <a:pt x="264" y="17"/>
                </a:lnTo>
                <a:lnTo>
                  <a:pt x="229" y="29"/>
                </a:lnTo>
                <a:lnTo>
                  <a:pt x="196" y="45"/>
                </a:lnTo>
                <a:lnTo>
                  <a:pt x="165" y="64"/>
                </a:lnTo>
                <a:lnTo>
                  <a:pt x="137" y="86"/>
                </a:lnTo>
                <a:lnTo>
                  <a:pt x="110" y="110"/>
                </a:lnTo>
                <a:lnTo>
                  <a:pt x="86" y="137"/>
                </a:lnTo>
                <a:lnTo>
                  <a:pt x="64" y="165"/>
                </a:lnTo>
                <a:lnTo>
                  <a:pt x="45" y="196"/>
                </a:lnTo>
                <a:lnTo>
                  <a:pt x="29" y="229"/>
                </a:lnTo>
                <a:lnTo>
                  <a:pt x="17" y="264"/>
                </a:lnTo>
                <a:lnTo>
                  <a:pt x="8" y="299"/>
                </a:lnTo>
                <a:lnTo>
                  <a:pt x="2" y="337"/>
                </a:lnTo>
                <a:lnTo>
                  <a:pt x="0" y="375"/>
                </a:lnTo>
                <a:lnTo>
                  <a:pt x="0" y="499"/>
                </a:lnTo>
                <a:lnTo>
                  <a:pt x="2" y="537"/>
                </a:lnTo>
                <a:lnTo>
                  <a:pt x="8" y="575"/>
                </a:lnTo>
                <a:lnTo>
                  <a:pt x="17" y="610"/>
                </a:lnTo>
                <a:lnTo>
                  <a:pt x="29" y="645"/>
                </a:lnTo>
                <a:lnTo>
                  <a:pt x="45" y="678"/>
                </a:lnTo>
                <a:lnTo>
                  <a:pt x="64" y="709"/>
                </a:lnTo>
                <a:lnTo>
                  <a:pt x="86" y="737"/>
                </a:lnTo>
                <a:lnTo>
                  <a:pt x="110" y="764"/>
                </a:lnTo>
                <a:lnTo>
                  <a:pt x="137" y="788"/>
                </a:lnTo>
                <a:lnTo>
                  <a:pt x="165" y="810"/>
                </a:lnTo>
                <a:lnTo>
                  <a:pt x="196" y="829"/>
                </a:lnTo>
                <a:lnTo>
                  <a:pt x="229" y="844"/>
                </a:lnTo>
                <a:lnTo>
                  <a:pt x="264" y="857"/>
                </a:lnTo>
                <a:lnTo>
                  <a:pt x="299" y="866"/>
                </a:lnTo>
                <a:lnTo>
                  <a:pt x="337" y="872"/>
                </a:lnTo>
                <a:lnTo>
                  <a:pt x="375" y="874"/>
                </a:lnTo>
                <a:lnTo>
                  <a:pt x="1951" y="874"/>
                </a:lnTo>
                <a:close/>
              </a:path>
            </a:pathLst>
          </a:custGeom>
          <a:solidFill>
            <a:srgbClr val="60c4e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pPr algn="ctr"/>
            <a:r>
              <a:rPr b="0" lang="zxx" sz="1500" spc="-1" strike="noStrike">
                <a:solidFill>
                  <a:srgbClr val="ffffff"/>
                </a:solidFill>
                <a:latin typeface="Noto Sans"/>
              </a:rPr>
              <a:t>Lorem Ipsum</a:t>
            </a:r>
            <a:endParaRPr b="0" lang="en-US" sz="15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69" name=""/>
          <p:cNvSpPr/>
          <p:nvPr/>
        </p:nvSpPr>
        <p:spPr>
          <a:xfrm>
            <a:off x="1075320" y="4382280"/>
            <a:ext cx="1404720" cy="314640"/>
          </a:xfrm>
          <a:custGeom>
            <a:avLst/>
            <a:gdLst/>
            <a:ahLst/>
            <a:rect l="0" t="0" r="r" b="b"/>
            <a:pathLst>
              <a:path w="3902" h="874">
                <a:moveTo>
                  <a:pt x="1951" y="874"/>
                </a:moveTo>
                <a:lnTo>
                  <a:pt x="3527" y="874"/>
                </a:lnTo>
                <a:lnTo>
                  <a:pt x="3565" y="872"/>
                </a:lnTo>
                <a:lnTo>
                  <a:pt x="3602" y="866"/>
                </a:lnTo>
                <a:lnTo>
                  <a:pt x="3638" y="857"/>
                </a:lnTo>
                <a:lnTo>
                  <a:pt x="3673" y="844"/>
                </a:lnTo>
                <a:lnTo>
                  <a:pt x="3706" y="829"/>
                </a:lnTo>
                <a:lnTo>
                  <a:pt x="3736" y="810"/>
                </a:lnTo>
                <a:lnTo>
                  <a:pt x="3765" y="788"/>
                </a:lnTo>
                <a:lnTo>
                  <a:pt x="3792" y="764"/>
                </a:lnTo>
                <a:lnTo>
                  <a:pt x="3816" y="737"/>
                </a:lnTo>
                <a:lnTo>
                  <a:pt x="3838" y="709"/>
                </a:lnTo>
                <a:lnTo>
                  <a:pt x="3857" y="678"/>
                </a:lnTo>
                <a:lnTo>
                  <a:pt x="3872" y="645"/>
                </a:lnTo>
                <a:lnTo>
                  <a:pt x="3885" y="610"/>
                </a:lnTo>
                <a:lnTo>
                  <a:pt x="3894" y="575"/>
                </a:lnTo>
                <a:lnTo>
                  <a:pt x="3900" y="537"/>
                </a:lnTo>
                <a:lnTo>
                  <a:pt x="3902" y="499"/>
                </a:lnTo>
                <a:lnTo>
                  <a:pt x="3902" y="375"/>
                </a:lnTo>
                <a:lnTo>
                  <a:pt x="3900" y="337"/>
                </a:lnTo>
                <a:lnTo>
                  <a:pt x="3894" y="299"/>
                </a:lnTo>
                <a:lnTo>
                  <a:pt x="3885" y="264"/>
                </a:lnTo>
                <a:lnTo>
                  <a:pt x="3872" y="229"/>
                </a:lnTo>
                <a:lnTo>
                  <a:pt x="3857" y="196"/>
                </a:lnTo>
                <a:lnTo>
                  <a:pt x="3838" y="165"/>
                </a:lnTo>
                <a:lnTo>
                  <a:pt x="3816" y="137"/>
                </a:lnTo>
                <a:lnTo>
                  <a:pt x="3792" y="110"/>
                </a:lnTo>
                <a:lnTo>
                  <a:pt x="3765" y="86"/>
                </a:lnTo>
                <a:lnTo>
                  <a:pt x="3736" y="64"/>
                </a:lnTo>
                <a:lnTo>
                  <a:pt x="3706" y="45"/>
                </a:lnTo>
                <a:lnTo>
                  <a:pt x="3673" y="29"/>
                </a:lnTo>
                <a:lnTo>
                  <a:pt x="3638" y="17"/>
                </a:lnTo>
                <a:lnTo>
                  <a:pt x="3602" y="8"/>
                </a:lnTo>
                <a:lnTo>
                  <a:pt x="3565" y="2"/>
                </a:lnTo>
                <a:lnTo>
                  <a:pt x="3527" y="0"/>
                </a:lnTo>
                <a:lnTo>
                  <a:pt x="375" y="0"/>
                </a:lnTo>
                <a:lnTo>
                  <a:pt x="337" y="2"/>
                </a:lnTo>
                <a:lnTo>
                  <a:pt x="299" y="8"/>
                </a:lnTo>
                <a:lnTo>
                  <a:pt x="264" y="17"/>
                </a:lnTo>
                <a:lnTo>
                  <a:pt x="229" y="29"/>
                </a:lnTo>
                <a:lnTo>
                  <a:pt x="196" y="45"/>
                </a:lnTo>
                <a:lnTo>
                  <a:pt x="165" y="64"/>
                </a:lnTo>
                <a:lnTo>
                  <a:pt x="137" y="86"/>
                </a:lnTo>
                <a:lnTo>
                  <a:pt x="110" y="110"/>
                </a:lnTo>
                <a:lnTo>
                  <a:pt x="86" y="137"/>
                </a:lnTo>
                <a:lnTo>
                  <a:pt x="64" y="165"/>
                </a:lnTo>
                <a:lnTo>
                  <a:pt x="45" y="196"/>
                </a:lnTo>
                <a:lnTo>
                  <a:pt x="29" y="229"/>
                </a:lnTo>
                <a:lnTo>
                  <a:pt x="17" y="264"/>
                </a:lnTo>
                <a:lnTo>
                  <a:pt x="8" y="299"/>
                </a:lnTo>
                <a:lnTo>
                  <a:pt x="2" y="337"/>
                </a:lnTo>
                <a:lnTo>
                  <a:pt x="0" y="375"/>
                </a:lnTo>
                <a:lnTo>
                  <a:pt x="0" y="499"/>
                </a:lnTo>
                <a:lnTo>
                  <a:pt x="2" y="537"/>
                </a:lnTo>
                <a:lnTo>
                  <a:pt x="8" y="575"/>
                </a:lnTo>
                <a:lnTo>
                  <a:pt x="17" y="610"/>
                </a:lnTo>
                <a:lnTo>
                  <a:pt x="29" y="645"/>
                </a:lnTo>
                <a:lnTo>
                  <a:pt x="45" y="678"/>
                </a:lnTo>
                <a:lnTo>
                  <a:pt x="64" y="709"/>
                </a:lnTo>
                <a:lnTo>
                  <a:pt x="86" y="737"/>
                </a:lnTo>
                <a:lnTo>
                  <a:pt x="110" y="764"/>
                </a:lnTo>
                <a:lnTo>
                  <a:pt x="137" y="788"/>
                </a:lnTo>
                <a:lnTo>
                  <a:pt x="165" y="810"/>
                </a:lnTo>
                <a:lnTo>
                  <a:pt x="196" y="829"/>
                </a:lnTo>
                <a:lnTo>
                  <a:pt x="229" y="844"/>
                </a:lnTo>
                <a:lnTo>
                  <a:pt x="264" y="857"/>
                </a:lnTo>
                <a:lnTo>
                  <a:pt x="299" y="866"/>
                </a:lnTo>
                <a:lnTo>
                  <a:pt x="337" y="872"/>
                </a:lnTo>
                <a:lnTo>
                  <a:pt x="375" y="874"/>
                </a:lnTo>
                <a:lnTo>
                  <a:pt x="1951" y="874"/>
                </a:lnTo>
                <a:close/>
              </a:path>
            </a:pathLst>
          </a:custGeom>
          <a:noFill/>
          <a:ln cap="rnd" w="12600">
            <a:solidFill>
              <a:srgbClr val="ffffff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zxx" sz="1800" spc="-1" strike="noStrike">
              <a:solidFill>
                <a:srgbClr val="000000"/>
              </a:solidFill>
              <a:latin typeface="Noto Sans"/>
            </a:endParaRPr>
          </a:p>
        </p:txBody>
      </p:sp>
      <p:grpSp>
        <p:nvGrpSpPr>
          <p:cNvPr id="170" name=""/>
          <p:cNvGrpSpPr/>
          <p:nvPr/>
        </p:nvGrpSpPr>
        <p:grpSpPr>
          <a:xfrm>
            <a:off x="1451160" y="4767480"/>
            <a:ext cx="652680" cy="79920"/>
            <a:chOff x="1451160" y="4767480"/>
            <a:chExt cx="652680" cy="79920"/>
          </a:xfrm>
        </p:grpSpPr>
        <p:sp>
          <p:nvSpPr>
            <p:cNvPr id="171" name=""/>
            <p:cNvSpPr/>
            <p:nvPr/>
          </p:nvSpPr>
          <p:spPr>
            <a:xfrm>
              <a:off x="1640520" y="4767480"/>
              <a:ext cx="79920" cy="79920"/>
            </a:xfrm>
            <a:custGeom>
              <a:avLst/>
              <a:gdLst/>
              <a:ahLst/>
              <a:rect l="0" t="0" r="r" b="b"/>
              <a:pathLst>
                <a:path w="222" h="222">
                  <a:moveTo>
                    <a:pt x="0" y="111"/>
                  </a:moveTo>
                  <a:lnTo>
                    <a:pt x="0" y="104"/>
                  </a:lnTo>
                  <a:lnTo>
                    <a:pt x="1" y="96"/>
                  </a:lnTo>
                  <a:lnTo>
                    <a:pt x="2" y="89"/>
                  </a:lnTo>
                  <a:lnTo>
                    <a:pt x="4" y="82"/>
                  </a:lnTo>
                  <a:lnTo>
                    <a:pt x="6" y="75"/>
                  </a:lnTo>
                  <a:lnTo>
                    <a:pt x="8" y="69"/>
                  </a:lnTo>
                  <a:lnTo>
                    <a:pt x="11" y="62"/>
                  </a:lnTo>
                  <a:lnTo>
                    <a:pt x="15" y="56"/>
                  </a:lnTo>
                  <a:lnTo>
                    <a:pt x="19" y="50"/>
                  </a:lnTo>
                  <a:lnTo>
                    <a:pt x="23" y="44"/>
                  </a:lnTo>
                  <a:lnTo>
                    <a:pt x="28" y="38"/>
                  </a:lnTo>
                  <a:lnTo>
                    <a:pt x="33" y="33"/>
                  </a:lnTo>
                  <a:lnTo>
                    <a:pt x="38" y="28"/>
                  </a:lnTo>
                  <a:lnTo>
                    <a:pt x="44" y="23"/>
                  </a:lnTo>
                  <a:lnTo>
                    <a:pt x="50" y="19"/>
                  </a:lnTo>
                  <a:lnTo>
                    <a:pt x="56" y="15"/>
                  </a:lnTo>
                  <a:lnTo>
                    <a:pt x="62" y="11"/>
                  </a:lnTo>
                  <a:lnTo>
                    <a:pt x="69" y="8"/>
                  </a:lnTo>
                  <a:lnTo>
                    <a:pt x="76" y="6"/>
                  </a:lnTo>
                  <a:lnTo>
                    <a:pt x="83" y="4"/>
                  </a:lnTo>
                  <a:lnTo>
                    <a:pt x="90" y="2"/>
                  </a:lnTo>
                  <a:lnTo>
                    <a:pt x="97" y="1"/>
                  </a:lnTo>
                  <a:lnTo>
                    <a:pt x="104" y="0"/>
                  </a:lnTo>
                  <a:lnTo>
                    <a:pt x="111" y="0"/>
                  </a:lnTo>
                  <a:lnTo>
                    <a:pt x="118" y="0"/>
                  </a:lnTo>
                  <a:lnTo>
                    <a:pt x="125" y="1"/>
                  </a:lnTo>
                  <a:lnTo>
                    <a:pt x="132" y="2"/>
                  </a:lnTo>
                  <a:lnTo>
                    <a:pt x="139" y="4"/>
                  </a:lnTo>
                  <a:lnTo>
                    <a:pt x="146" y="6"/>
                  </a:lnTo>
                  <a:lnTo>
                    <a:pt x="153" y="8"/>
                  </a:lnTo>
                  <a:lnTo>
                    <a:pt x="160" y="11"/>
                  </a:lnTo>
                  <a:lnTo>
                    <a:pt x="166" y="15"/>
                  </a:lnTo>
                  <a:lnTo>
                    <a:pt x="172" y="19"/>
                  </a:lnTo>
                  <a:lnTo>
                    <a:pt x="178" y="23"/>
                  </a:lnTo>
                  <a:lnTo>
                    <a:pt x="184" y="28"/>
                  </a:lnTo>
                  <a:lnTo>
                    <a:pt x="189" y="33"/>
                  </a:lnTo>
                  <a:lnTo>
                    <a:pt x="194" y="38"/>
                  </a:lnTo>
                  <a:lnTo>
                    <a:pt x="199" y="44"/>
                  </a:lnTo>
                  <a:lnTo>
                    <a:pt x="203" y="50"/>
                  </a:lnTo>
                  <a:lnTo>
                    <a:pt x="207" y="56"/>
                  </a:lnTo>
                  <a:lnTo>
                    <a:pt x="211" y="62"/>
                  </a:lnTo>
                  <a:lnTo>
                    <a:pt x="214" y="69"/>
                  </a:lnTo>
                  <a:lnTo>
                    <a:pt x="216" y="75"/>
                  </a:lnTo>
                  <a:lnTo>
                    <a:pt x="218" y="82"/>
                  </a:lnTo>
                  <a:lnTo>
                    <a:pt x="220" y="89"/>
                  </a:lnTo>
                  <a:lnTo>
                    <a:pt x="221" y="96"/>
                  </a:lnTo>
                  <a:lnTo>
                    <a:pt x="222" y="104"/>
                  </a:lnTo>
                  <a:lnTo>
                    <a:pt x="222" y="111"/>
                  </a:lnTo>
                  <a:lnTo>
                    <a:pt x="222" y="118"/>
                  </a:lnTo>
                  <a:lnTo>
                    <a:pt x="221" y="125"/>
                  </a:lnTo>
                  <a:lnTo>
                    <a:pt x="220" y="132"/>
                  </a:lnTo>
                  <a:lnTo>
                    <a:pt x="218" y="139"/>
                  </a:lnTo>
                  <a:lnTo>
                    <a:pt x="216" y="146"/>
                  </a:lnTo>
                  <a:lnTo>
                    <a:pt x="214" y="153"/>
                  </a:lnTo>
                  <a:lnTo>
                    <a:pt x="211" y="160"/>
                  </a:lnTo>
                  <a:lnTo>
                    <a:pt x="207" y="166"/>
                  </a:lnTo>
                  <a:lnTo>
                    <a:pt x="203" y="172"/>
                  </a:lnTo>
                  <a:lnTo>
                    <a:pt x="199" y="178"/>
                  </a:lnTo>
                  <a:lnTo>
                    <a:pt x="194" y="184"/>
                  </a:lnTo>
                  <a:lnTo>
                    <a:pt x="189" y="189"/>
                  </a:lnTo>
                  <a:lnTo>
                    <a:pt x="184" y="194"/>
                  </a:lnTo>
                  <a:lnTo>
                    <a:pt x="178" y="199"/>
                  </a:lnTo>
                  <a:lnTo>
                    <a:pt x="172" y="203"/>
                  </a:lnTo>
                  <a:lnTo>
                    <a:pt x="166" y="207"/>
                  </a:lnTo>
                  <a:lnTo>
                    <a:pt x="160" y="211"/>
                  </a:lnTo>
                  <a:lnTo>
                    <a:pt x="153" y="214"/>
                  </a:lnTo>
                  <a:lnTo>
                    <a:pt x="146" y="216"/>
                  </a:lnTo>
                  <a:lnTo>
                    <a:pt x="139" y="218"/>
                  </a:lnTo>
                  <a:lnTo>
                    <a:pt x="132" y="220"/>
                  </a:lnTo>
                  <a:lnTo>
                    <a:pt x="125" y="221"/>
                  </a:lnTo>
                  <a:lnTo>
                    <a:pt x="118" y="222"/>
                  </a:lnTo>
                  <a:lnTo>
                    <a:pt x="111" y="222"/>
                  </a:lnTo>
                  <a:lnTo>
                    <a:pt x="104" y="222"/>
                  </a:lnTo>
                  <a:lnTo>
                    <a:pt x="97" y="221"/>
                  </a:lnTo>
                  <a:lnTo>
                    <a:pt x="90" y="220"/>
                  </a:lnTo>
                  <a:lnTo>
                    <a:pt x="83" y="218"/>
                  </a:lnTo>
                  <a:lnTo>
                    <a:pt x="76" y="216"/>
                  </a:lnTo>
                  <a:lnTo>
                    <a:pt x="69" y="214"/>
                  </a:lnTo>
                  <a:lnTo>
                    <a:pt x="62" y="211"/>
                  </a:lnTo>
                  <a:lnTo>
                    <a:pt x="56" y="207"/>
                  </a:lnTo>
                  <a:lnTo>
                    <a:pt x="50" y="203"/>
                  </a:lnTo>
                  <a:lnTo>
                    <a:pt x="44" y="199"/>
                  </a:lnTo>
                  <a:lnTo>
                    <a:pt x="38" y="194"/>
                  </a:lnTo>
                  <a:lnTo>
                    <a:pt x="33" y="189"/>
                  </a:lnTo>
                  <a:lnTo>
                    <a:pt x="28" y="184"/>
                  </a:lnTo>
                  <a:lnTo>
                    <a:pt x="23" y="178"/>
                  </a:lnTo>
                  <a:lnTo>
                    <a:pt x="19" y="172"/>
                  </a:lnTo>
                  <a:lnTo>
                    <a:pt x="15" y="166"/>
                  </a:lnTo>
                  <a:lnTo>
                    <a:pt x="11" y="160"/>
                  </a:lnTo>
                  <a:lnTo>
                    <a:pt x="8" y="153"/>
                  </a:lnTo>
                  <a:lnTo>
                    <a:pt x="6" y="146"/>
                  </a:lnTo>
                  <a:lnTo>
                    <a:pt x="4" y="139"/>
                  </a:lnTo>
                  <a:lnTo>
                    <a:pt x="2" y="132"/>
                  </a:lnTo>
                  <a:lnTo>
                    <a:pt x="1" y="125"/>
                  </a:lnTo>
                  <a:lnTo>
                    <a:pt x="0" y="118"/>
                  </a:lnTo>
                  <a:lnTo>
                    <a:pt x="0" y="111"/>
                  </a:lnTo>
                  <a:close/>
                </a:path>
              </a:pathLst>
            </a:custGeom>
            <a:solidFill>
              <a:srgbClr val="60c4e4"/>
            </a:solidFill>
            <a:ln w="0">
              <a:noFill/>
            </a:ln>
          </p:spPr>
          <p:txBody>
            <a:bodyPr lIns="90000" rIns="90000" tIns="34920" bIns="34920" anchor="ctr" anchorCtr="1">
              <a:noAutofit/>
            </a:bodyPr>
            <a:p>
              <a:endParaRPr b="0" lang="zxx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72" name=""/>
            <p:cNvSpPr/>
            <p:nvPr/>
          </p:nvSpPr>
          <p:spPr>
            <a:xfrm>
              <a:off x="1451160" y="4767480"/>
              <a:ext cx="79920" cy="79920"/>
            </a:xfrm>
            <a:custGeom>
              <a:avLst/>
              <a:gdLst/>
              <a:ahLst/>
              <a:rect l="0" t="0" r="r" b="b"/>
              <a:pathLst>
                <a:path w="222" h="222">
                  <a:moveTo>
                    <a:pt x="0" y="111"/>
                  </a:moveTo>
                  <a:lnTo>
                    <a:pt x="0" y="104"/>
                  </a:lnTo>
                  <a:lnTo>
                    <a:pt x="1" y="96"/>
                  </a:lnTo>
                  <a:lnTo>
                    <a:pt x="2" y="89"/>
                  </a:lnTo>
                  <a:lnTo>
                    <a:pt x="4" y="82"/>
                  </a:lnTo>
                  <a:lnTo>
                    <a:pt x="6" y="75"/>
                  </a:lnTo>
                  <a:lnTo>
                    <a:pt x="8" y="69"/>
                  </a:lnTo>
                  <a:lnTo>
                    <a:pt x="11" y="62"/>
                  </a:lnTo>
                  <a:lnTo>
                    <a:pt x="15" y="56"/>
                  </a:lnTo>
                  <a:lnTo>
                    <a:pt x="19" y="50"/>
                  </a:lnTo>
                  <a:lnTo>
                    <a:pt x="23" y="44"/>
                  </a:lnTo>
                  <a:lnTo>
                    <a:pt x="28" y="38"/>
                  </a:lnTo>
                  <a:lnTo>
                    <a:pt x="33" y="33"/>
                  </a:lnTo>
                  <a:lnTo>
                    <a:pt x="38" y="28"/>
                  </a:lnTo>
                  <a:lnTo>
                    <a:pt x="44" y="23"/>
                  </a:lnTo>
                  <a:lnTo>
                    <a:pt x="50" y="19"/>
                  </a:lnTo>
                  <a:lnTo>
                    <a:pt x="56" y="15"/>
                  </a:lnTo>
                  <a:lnTo>
                    <a:pt x="62" y="11"/>
                  </a:lnTo>
                  <a:lnTo>
                    <a:pt x="69" y="8"/>
                  </a:lnTo>
                  <a:lnTo>
                    <a:pt x="76" y="6"/>
                  </a:lnTo>
                  <a:lnTo>
                    <a:pt x="83" y="4"/>
                  </a:lnTo>
                  <a:lnTo>
                    <a:pt x="90" y="2"/>
                  </a:lnTo>
                  <a:lnTo>
                    <a:pt x="97" y="1"/>
                  </a:lnTo>
                  <a:lnTo>
                    <a:pt x="104" y="0"/>
                  </a:lnTo>
                  <a:lnTo>
                    <a:pt x="111" y="0"/>
                  </a:lnTo>
                  <a:lnTo>
                    <a:pt x="118" y="0"/>
                  </a:lnTo>
                  <a:lnTo>
                    <a:pt x="125" y="1"/>
                  </a:lnTo>
                  <a:lnTo>
                    <a:pt x="132" y="2"/>
                  </a:lnTo>
                  <a:lnTo>
                    <a:pt x="139" y="4"/>
                  </a:lnTo>
                  <a:lnTo>
                    <a:pt x="146" y="6"/>
                  </a:lnTo>
                  <a:lnTo>
                    <a:pt x="153" y="8"/>
                  </a:lnTo>
                  <a:lnTo>
                    <a:pt x="160" y="11"/>
                  </a:lnTo>
                  <a:lnTo>
                    <a:pt x="166" y="15"/>
                  </a:lnTo>
                  <a:lnTo>
                    <a:pt x="172" y="19"/>
                  </a:lnTo>
                  <a:lnTo>
                    <a:pt x="178" y="23"/>
                  </a:lnTo>
                  <a:lnTo>
                    <a:pt x="184" y="28"/>
                  </a:lnTo>
                  <a:lnTo>
                    <a:pt x="189" y="33"/>
                  </a:lnTo>
                  <a:lnTo>
                    <a:pt x="194" y="38"/>
                  </a:lnTo>
                  <a:lnTo>
                    <a:pt x="199" y="44"/>
                  </a:lnTo>
                  <a:lnTo>
                    <a:pt x="203" y="50"/>
                  </a:lnTo>
                  <a:lnTo>
                    <a:pt x="207" y="56"/>
                  </a:lnTo>
                  <a:lnTo>
                    <a:pt x="211" y="62"/>
                  </a:lnTo>
                  <a:lnTo>
                    <a:pt x="214" y="69"/>
                  </a:lnTo>
                  <a:lnTo>
                    <a:pt x="216" y="75"/>
                  </a:lnTo>
                  <a:lnTo>
                    <a:pt x="218" y="82"/>
                  </a:lnTo>
                  <a:lnTo>
                    <a:pt x="220" y="89"/>
                  </a:lnTo>
                  <a:lnTo>
                    <a:pt x="221" y="96"/>
                  </a:lnTo>
                  <a:lnTo>
                    <a:pt x="222" y="104"/>
                  </a:lnTo>
                  <a:lnTo>
                    <a:pt x="222" y="111"/>
                  </a:lnTo>
                  <a:lnTo>
                    <a:pt x="222" y="118"/>
                  </a:lnTo>
                  <a:lnTo>
                    <a:pt x="221" y="125"/>
                  </a:lnTo>
                  <a:lnTo>
                    <a:pt x="220" y="132"/>
                  </a:lnTo>
                  <a:lnTo>
                    <a:pt x="218" y="139"/>
                  </a:lnTo>
                  <a:lnTo>
                    <a:pt x="216" y="146"/>
                  </a:lnTo>
                  <a:lnTo>
                    <a:pt x="214" y="153"/>
                  </a:lnTo>
                  <a:lnTo>
                    <a:pt x="211" y="160"/>
                  </a:lnTo>
                  <a:lnTo>
                    <a:pt x="207" y="166"/>
                  </a:lnTo>
                  <a:lnTo>
                    <a:pt x="203" y="172"/>
                  </a:lnTo>
                  <a:lnTo>
                    <a:pt x="199" y="178"/>
                  </a:lnTo>
                  <a:lnTo>
                    <a:pt x="194" y="184"/>
                  </a:lnTo>
                  <a:lnTo>
                    <a:pt x="189" y="189"/>
                  </a:lnTo>
                  <a:lnTo>
                    <a:pt x="184" y="194"/>
                  </a:lnTo>
                  <a:lnTo>
                    <a:pt x="178" y="199"/>
                  </a:lnTo>
                  <a:lnTo>
                    <a:pt x="172" y="203"/>
                  </a:lnTo>
                  <a:lnTo>
                    <a:pt x="166" y="207"/>
                  </a:lnTo>
                  <a:lnTo>
                    <a:pt x="160" y="211"/>
                  </a:lnTo>
                  <a:lnTo>
                    <a:pt x="153" y="214"/>
                  </a:lnTo>
                  <a:lnTo>
                    <a:pt x="146" y="216"/>
                  </a:lnTo>
                  <a:lnTo>
                    <a:pt x="139" y="218"/>
                  </a:lnTo>
                  <a:lnTo>
                    <a:pt x="132" y="220"/>
                  </a:lnTo>
                  <a:lnTo>
                    <a:pt x="125" y="221"/>
                  </a:lnTo>
                  <a:lnTo>
                    <a:pt x="118" y="222"/>
                  </a:lnTo>
                  <a:lnTo>
                    <a:pt x="111" y="222"/>
                  </a:lnTo>
                  <a:lnTo>
                    <a:pt x="104" y="222"/>
                  </a:lnTo>
                  <a:lnTo>
                    <a:pt x="97" y="221"/>
                  </a:lnTo>
                  <a:lnTo>
                    <a:pt x="90" y="220"/>
                  </a:lnTo>
                  <a:lnTo>
                    <a:pt x="83" y="218"/>
                  </a:lnTo>
                  <a:lnTo>
                    <a:pt x="76" y="216"/>
                  </a:lnTo>
                  <a:lnTo>
                    <a:pt x="69" y="214"/>
                  </a:lnTo>
                  <a:lnTo>
                    <a:pt x="62" y="211"/>
                  </a:lnTo>
                  <a:lnTo>
                    <a:pt x="56" y="207"/>
                  </a:lnTo>
                  <a:lnTo>
                    <a:pt x="50" y="203"/>
                  </a:lnTo>
                  <a:lnTo>
                    <a:pt x="44" y="199"/>
                  </a:lnTo>
                  <a:lnTo>
                    <a:pt x="38" y="194"/>
                  </a:lnTo>
                  <a:lnTo>
                    <a:pt x="33" y="189"/>
                  </a:lnTo>
                  <a:lnTo>
                    <a:pt x="28" y="184"/>
                  </a:lnTo>
                  <a:lnTo>
                    <a:pt x="23" y="178"/>
                  </a:lnTo>
                  <a:lnTo>
                    <a:pt x="19" y="172"/>
                  </a:lnTo>
                  <a:lnTo>
                    <a:pt x="15" y="166"/>
                  </a:lnTo>
                  <a:lnTo>
                    <a:pt x="11" y="160"/>
                  </a:lnTo>
                  <a:lnTo>
                    <a:pt x="8" y="153"/>
                  </a:lnTo>
                  <a:lnTo>
                    <a:pt x="6" y="146"/>
                  </a:lnTo>
                  <a:lnTo>
                    <a:pt x="4" y="139"/>
                  </a:lnTo>
                  <a:lnTo>
                    <a:pt x="2" y="132"/>
                  </a:lnTo>
                  <a:lnTo>
                    <a:pt x="1" y="125"/>
                  </a:lnTo>
                  <a:lnTo>
                    <a:pt x="0" y="118"/>
                  </a:lnTo>
                  <a:lnTo>
                    <a:pt x="0" y="111"/>
                  </a:lnTo>
                  <a:close/>
                </a:path>
              </a:pathLst>
            </a:custGeom>
            <a:solidFill>
              <a:srgbClr val="60c4e4"/>
            </a:solidFill>
            <a:ln w="0">
              <a:noFill/>
            </a:ln>
          </p:spPr>
          <p:txBody>
            <a:bodyPr lIns="90000" rIns="90000" tIns="34920" bIns="34920" anchor="ctr" anchorCtr="1">
              <a:noAutofit/>
            </a:bodyPr>
            <a:p>
              <a:endParaRPr b="0" lang="zxx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73" name=""/>
            <p:cNvSpPr/>
            <p:nvPr/>
          </p:nvSpPr>
          <p:spPr>
            <a:xfrm>
              <a:off x="2024280" y="4767480"/>
              <a:ext cx="79560" cy="79920"/>
            </a:xfrm>
            <a:custGeom>
              <a:avLst/>
              <a:gdLst/>
              <a:ahLst/>
              <a:rect l="0" t="0" r="r" b="b"/>
              <a:pathLst>
                <a:path w="221" h="222">
                  <a:moveTo>
                    <a:pt x="0" y="111"/>
                  </a:moveTo>
                  <a:lnTo>
                    <a:pt x="0" y="104"/>
                  </a:lnTo>
                  <a:lnTo>
                    <a:pt x="1" y="96"/>
                  </a:lnTo>
                  <a:lnTo>
                    <a:pt x="2" y="89"/>
                  </a:lnTo>
                  <a:lnTo>
                    <a:pt x="4" y="82"/>
                  </a:lnTo>
                  <a:lnTo>
                    <a:pt x="6" y="75"/>
                  </a:lnTo>
                  <a:lnTo>
                    <a:pt x="8" y="69"/>
                  </a:lnTo>
                  <a:lnTo>
                    <a:pt x="11" y="62"/>
                  </a:lnTo>
                  <a:lnTo>
                    <a:pt x="15" y="56"/>
                  </a:lnTo>
                  <a:lnTo>
                    <a:pt x="19" y="50"/>
                  </a:lnTo>
                  <a:lnTo>
                    <a:pt x="23" y="44"/>
                  </a:lnTo>
                  <a:lnTo>
                    <a:pt x="28" y="38"/>
                  </a:lnTo>
                  <a:lnTo>
                    <a:pt x="33" y="33"/>
                  </a:lnTo>
                  <a:lnTo>
                    <a:pt x="38" y="28"/>
                  </a:lnTo>
                  <a:lnTo>
                    <a:pt x="43" y="23"/>
                  </a:lnTo>
                  <a:lnTo>
                    <a:pt x="49" y="19"/>
                  </a:lnTo>
                  <a:lnTo>
                    <a:pt x="55" y="15"/>
                  </a:lnTo>
                  <a:lnTo>
                    <a:pt x="61" y="11"/>
                  </a:lnTo>
                  <a:lnTo>
                    <a:pt x="68" y="8"/>
                  </a:lnTo>
                  <a:lnTo>
                    <a:pt x="75" y="6"/>
                  </a:lnTo>
                  <a:lnTo>
                    <a:pt x="82" y="4"/>
                  </a:lnTo>
                  <a:lnTo>
                    <a:pt x="89" y="2"/>
                  </a:lnTo>
                  <a:lnTo>
                    <a:pt x="96" y="1"/>
                  </a:lnTo>
                  <a:lnTo>
                    <a:pt x="104" y="0"/>
                  </a:lnTo>
                  <a:lnTo>
                    <a:pt x="111" y="0"/>
                  </a:lnTo>
                  <a:lnTo>
                    <a:pt x="118" y="0"/>
                  </a:lnTo>
                  <a:lnTo>
                    <a:pt x="125" y="1"/>
                  </a:lnTo>
                  <a:lnTo>
                    <a:pt x="132" y="2"/>
                  </a:lnTo>
                  <a:lnTo>
                    <a:pt x="139" y="4"/>
                  </a:lnTo>
                  <a:lnTo>
                    <a:pt x="146" y="6"/>
                  </a:lnTo>
                  <a:lnTo>
                    <a:pt x="153" y="8"/>
                  </a:lnTo>
                  <a:lnTo>
                    <a:pt x="160" y="11"/>
                  </a:lnTo>
                  <a:lnTo>
                    <a:pt x="166" y="15"/>
                  </a:lnTo>
                  <a:lnTo>
                    <a:pt x="172" y="19"/>
                  </a:lnTo>
                  <a:lnTo>
                    <a:pt x="178" y="23"/>
                  </a:lnTo>
                  <a:lnTo>
                    <a:pt x="184" y="28"/>
                  </a:lnTo>
                  <a:lnTo>
                    <a:pt x="189" y="33"/>
                  </a:lnTo>
                  <a:lnTo>
                    <a:pt x="194" y="38"/>
                  </a:lnTo>
                  <a:lnTo>
                    <a:pt x="199" y="44"/>
                  </a:lnTo>
                  <a:lnTo>
                    <a:pt x="203" y="50"/>
                  </a:lnTo>
                  <a:lnTo>
                    <a:pt x="207" y="56"/>
                  </a:lnTo>
                  <a:lnTo>
                    <a:pt x="210" y="62"/>
                  </a:lnTo>
                  <a:lnTo>
                    <a:pt x="213" y="69"/>
                  </a:lnTo>
                  <a:lnTo>
                    <a:pt x="216" y="75"/>
                  </a:lnTo>
                  <a:lnTo>
                    <a:pt x="218" y="82"/>
                  </a:lnTo>
                  <a:lnTo>
                    <a:pt x="219" y="89"/>
                  </a:lnTo>
                  <a:lnTo>
                    <a:pt x="220" y="96"/>
                  </a:lnTo>
                  <a:lnTo>
                    <a:pt x="221" y="104"/>
                  </a:lnTo>
                  <a:lnTo>
                    <a:pt x="221" y="111"/>
                  </a:lnTo>
                  <a:lnTo>
                    <a:pt x="221" y="118"/>
                  </a:lnTo>
                  <a:lnTo>
                    <a:pt x="220" y="125"/>
                  </a:lnTo>
                  <a:lnTo>
                    <a:pt x="219" y="132"/>
                  </a:lnTo>
                  <a:lnTo>
                    <a:pt x="217" y="139"/>
                  </a:lnTo>
                  <a:lnTo>
                    <a:pt x="215" y="146"/>
                  </a:lnTo>
                  <a:lnTo>
                    <a:pt x="213" y="153"/>
                  </a:lnTo>
                  <a:lnTo>
                    <a:pt x="210" y="160"/>
                  </a:lnTo>
                  <a:lnTo>
                    <a:pt x="207" y="166"/>
                  </a:lnTo>
                  <a:lnTo>
                    <a:pt x="203" y="172"/>
                  </a:lnTo>
                  <a:lnTo>
                    <a:pt x="199" y="178"/>
                  </a:lnTo>
                  <a:lnTo>
                    <a:pt x="194" y="184"/>
                  </a:lnTo>
                  <a:lnTo>
                    <a:pt x="189" y="189"/>
                  </a:lnTo>
                  <a:lnTo>
                    <a:pt x="184" y="194"/>
                  </a:lnTo>
                  <a:lnTo>
                    <a:pt x="178" y="199"/>
                  </a:lnTo>
                  <a:lnTo>
                    <a:pt x="172" y="203"/>
                  </a:lnTo>
                  <a:lnTo>
                    <a:pt x="166" y="207"/>
                  </a:lnTo>
                  <a:lnTo>
                    <a:pt x="160" y="211"/>
                  </a:lnTo>
                  <a:lnTo>
                    <a:pt x="153" y="214"/>
                  </a:lnTo>
                  <a:lnTo>
                    <a:pt x="146" y="216"/>
                  </a:lnTo>
                  <a:lnTo>
                    <a:pt x="139" y="218"/>
                  </a:lnTo>
                  <a:lnTo>
                    <a:pt x="132" y="220"/>
                  </a:lnTo>
                  <a:lnTo>
                    <a:pt x="125" y="221"/>
                  </a:lnTo>
                  <a:lnTo>
                    <a:pt x="118" y="222"/>
                  </a:lnTo>
                  <a:lnTo>
                    <a:pt x="111" y="222"/>
                  </a:lnTo>
                  <a:lnTo>
                    <a:pt x="104" y="222"/>
                  </a:lnTo>
                  <a:lnTo>
                    <a:pt x="96" y="221"/>
                  </a:lnTo>
                  <a:lnTo>
                    <a:pt x="89" y="220"/>
                  </a:lnTo>
                  <a:lnTo>
                    <a:pt x="82" y="218"/>
                  </a:lnTo>
                  <a:lnTo>
                    <a:pt x="75" y="216"/>
                  </a:lnTo>
                  <a:lnTo>
                    <a:pt x="68" y="214"/>
                  </a:lnTo>
                  <a:lnTo>
                    <a:pt x="61" y="211"/>
                  </a:lnTo>
                  <a:lnTo>
                    <a:pt x="55" y="207"/>
                  </a:lnTo>
                  <a:lnTo>
                    <a:pt x="49" y="203"/>
                  </a:lnTo>
                  <a:lnTo>
                    <a:pt x="43" y="199"/>
                  </a:lnTo>
                  <a:lnTo>
                    <a:pt x="38" y="194"/>
                  </a:lnTo>
                  <a:lnTo>
                    <a:pt x="33" y="189"/>
                  </a:lnTo>
                  <a:lnTo>
                    <a:pt x="28" y="184"/>
                  </a:lnTo>
                  <a:lnTo>
                    <a:pt x="23" y="178"/>
                  </a:lnTo>
                  <a:lnTo>
                    <a:pt x="19" y="172"/>
                  </a:lnTo>
                  <a:lnTo>
                    <a:pt x="15" y="166"/>
                  </a:lnTo>
                  <a:lnTo>
                    <a:pt x="11" y="160"/>
                  </a:lnTo>
                  <a:lnTo>
                    <a:pt x="8" y="153"/>
                  </a:lnTo>
                  <a:lnTo>
                    <a:pt x="6" y="146"/>
                  </a:lnTo>
                  <a:lnTo>
                    <a:pt x="4" y="139"/>
                  </a:lnTo>
                  <a:lnTo>
                    <a:pt x="2" y="132"/>
                  </a:lnTo>
                  <a:lnTo>
                    <a:pt x="1" y="125"/>
                  </a:lnTo>
                  <a:lnTo>
                    <a:pt x="0" y="118"/>
                  </a:lnTo>
                  <a:lnTo>
                    <a:pt x="0" y="111"/>
                  </a:lnTo>
                  <a:close/>
                </a:path>
              </a:pathLst>
            </a:custGeom>
            <a:solidFill>
              <a:srgbClr val="60c4e4"/>
            </a:solidFill>
            <a:ln w="0">
              <a:noFill/>
            </a:ln>
          </p:spPr>
          <p:txBody>
            <a:bodyPr lIns="90000" rIns="90000" tIns="34920" bIns="34920" anchor="ctr" anchorCtr="1">
              <a:noAutofit/>
            </a:bodyPr>
            <a:p>
              <a:endParaRPr b="0" lang="zxx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74" name=""/>
            <p:cNvSpPr/>
            <p:nvPr/>
          </p:nvSpPr>
          <p:spPr>
            <a:xfrm>
              <a:off x="1834920" y="4767480"/>
              <a:ext cx="79920" cy="79920"/>
            </a:xfrm>
            <a:custGeom>
              <a:avLst/>
              <a:gdLst/>
              <a:ahLst/>
              <a:rect l="0" t="0" r="r" b="b"/>
              <a:pathLst>
                <a:path w="222" h="222">
                  <a:moveTo>
                    <a:pt x="0" y="111"/>
                  </a:moveTo>
                  <a:lnTo>
                    <a:pt x="0" y="104"/>
                  </a:lnTo>
                  <a:lnTo>
                    <a:pt x="1" y="96"/>
                  </a:lnTo>
                  <a:lnTo>
                    <a:pt x="2" y="89"/>
                  </a:lnTo>
                  <a:lnTo>
                    <a:pt x="4" y="82"/>
                  </a:lnTo>
                  <a:lnTo>
                    <a:pt x="6" y="75"/>
                  </a:lnTo>
                  <a:lnTo>
                    <a:pt x="8" y="69"/>
                  </a:lnTo>
                  <a:lnTo>
                    <a:pt x="11" y="62"/>
                  </a:lnTo>
                  <a:lnTo>
                    <a:pt x="15" y="56"/>
                  </a:lnTo>
                  <a:lnTo>
                    <a:pt x="19" y="50"/>
                  </a:lnTo>
                  <a:lnTo>
                    <a:pt x="23" y="44"/>
                  </a:lnTo>
                  <a:lnTo>
                    <a:pt x="28" y="38"/>
                  </a:lnTo>
                  <a:lnTo>
                    <a:pt x="33" y="33"/>
                  </a:lnTo>
                  <a:lnTo>
                    <a:pt x="38" y="28"/>
                  </a:lnTo>
                  <a:lnTo>
                    <a:pt x="43" y="23"/>
                  </a:lnTo>
                  <a:lnTo>
                    <a:pt x="49" y="19"/>
                  </a:lnTo>
                  <a:lnTo>
                    <a:pt x="55" y="15"/>
                  </a:lnTo>
                  <a:lnTo>
                    <a:pt x="61" y="11"/>
                  </a:lnTo>
                  <a:lnTo>
                    <a:pt x="68" y="8"/>
                  </a:lnTo>
                  <a:lnTo>
                    <a:pt x="75" y="6"/>
                  </a:lnTo>
                  <a:lnTo>
                    <a:pt x="82" y="4"/>
                  </a:lnTo>
                  <a:lnTo>
                    <a:pt x="89" y="2"/>
                  </a:lnTo>
                  <a:lnTo>
                    <a:pt x="96" y="1"/>
                  </a:lnTo>
                  <a:lnTo>
                    <a:pt x="104" y="0"/>
                  </a:lnTo>
                  <a:lnTo>
                    <a:pt x="111" y="0"/>
                  </a:lnTo>
                  <a:lnTo>
                    <a:pt x="118" y="0"/>
                  </a:lnTo>
                  <a:lnTo>
                    <a:pt x="125" y="1"/>
                  </a:lnTo>
                  <a:lnTo>
                    <a:pt x="132" y="2"/>
                  </a:lnTo>
                  <a:lnTo>
                    <a:pt x="139" y="4"/>
                  </a:lnTo>
                  <a:lnTo>
                    <a:pt x="146" y="6"/>
                  </a:lnTo>
                  <a:lnTo>
                    <a:pt x="153" y="8"/>
                  </a:lnTo>
                  <a:lnTo>
                    <a:pt x="160" y="11"/>
                  </a:lnTo>
                  <a:lnTo>
                    <a:pt x="166" y="15"/>
                  </a:lnTo>
                  <a:lnTo>
                    <a:pt x="172" y="19"/>
                  </a:lnTo>
                  <a:lnTo>
                    <a:pt x="178" y="23"/>
                  </a:lnTo>
                  <a:lnTo>
                    <a:pt x="184" y="28"/>
                  </a:lnTo>
                  <a:lnTo>
                    <a:pt x="189" y="33"/>
                  </a:lnTo>
                  <a:lnTo>
                    <a:pt x="194" y="38"/>
                  </a:lnTo>
                  <a:lnTo>
                    <a:pt x="199" y="44"/>
                  </a:lnTo>
                  <a:lnTo>
                    <a:pt x="203" y="50"/>
                  </a:lnTo>
                  <a:lnTo>
                    <a:pt x="207" y="56"/>
                  </a:lnTo>
                  <a:lnTo>
                    <a:pt x="210" y="62"/>
                  </a:lnTo>
                  <a:lnTo>
                    <a:pt x="213" y="69"/>
                  </a:lnTo>
                  <a:lnTo>
                    <a:pt x="216" y="75"/>
                  </a:lnTo>
                  <a:lnTo>
                    <a:pt x="218" y="82"/>
                  </a:lnTo>
                  <a:lnTo>
                    <a:pt x="220" y="89"/>
                  </a:lnTo>
                  <a:lnTo>
                    <a:pt x="221" y="96"/>
                  </a:lnTo>
                  <a:lnTo>
                    <a:pt x="222" y="104"/>
                  </a:lnTo>
                  <a:lnTo>
                    <a:pt x="222" y="111"/>
                  </a:lnTo>
                  <a:lnTo>
                    <a:pt x="222" y="118"/>
                  </a:lnTo>
                  <a:lnTo>
                    <a:pt x="221" y="125"/>
                  </a:lnTo>
                  <a:lnTo>
                    <a:pt x="220" y="132"/>
                  </a:lnTo>
                  <a:lnTo>
                    <a:pt x="218" y="139"/>
                  </a:lnTo>
                  <a:lnTo>
                    <a:pt x="216" y="146"/>
                  </a:lnTo>
                  <a:lnTo>
                    <a:pt x="213" y="153"/>
                  </a:lnTo>
                  <a:lnTo>
                    <a:pt x="210" y="160"/>
                  </a:lnTo>
                  <a:lnTo>
                    <a:pt x="207" y="166"/>
                  </a:lnTo>
                  <a:lnTo>
                    <a:pt x="203" y="172"/>
                  </a:lnTo>
                  <a:lnTo>
                    <a:pt x="199" y="178"/>
                  </a:lnTo>
                  <a:lnTo>
                    <a:pt x="194" y="184"/>
                  </a:lnTo>
                  <a:lnTo>
                    <a:pt x="189" y="189"/>
                  </a:lnTo>
                  <a:lnTo>
                    <a:pt x="184" y="194"/>
                  </a:lnTo>
                  <a:lnTo>
                    <a:pt x="178" y="199"/>
                  </a:lnTo>
                  <a:lnTo>
                    <a:pt x="172" y="203"/>
                  </a:lnTo>
                  <a:lnTo>
                    <a:pt x="166" y="207"/>
                  </a:lnTo>
                  <a:lnTo>
                    <a:pt x="160" y="211"/>
                  </a:lnTo>
                  <a:lnTo>
                    <a:pt x="153" y="214"/>
                  </a:lnTo>
                  <a:lnTo>
                    <a:pt x="146" y="216"/>
                  </a:lnTo>
                  <a:lnTo>
                    <a:pt x="139" y="218"/>
                  </a:lnTo>
                  <a:lnTo>
                    <a:pt x="132" y="220"/>
                  </a:lnTo>
                  <a:lnTo>
                    <a:pt x="125" y="221"/>
                  </a:lnTo>
                  <a:lnTo>
                    <a:pt x="118" y="222"/>
                  </a:lnTo>
                  <a:lnTo>
                    <a:pt x="111" y="222"/>
                  </a:lnTo>
                  <a:lnTo>
                    <a:pt x="104" y="222"/>
                  </a:lnTo>
                  <a:lnTo>
                    <a:pt x="96" y="221"/>
                  </a:lnTo>
                  <a:lnTo>
                    <a:pt x="89" y="220"/>
                  </a:lnTo>
                  <a:lnTo>
                    <a:pt x="82" y="218"/>
                  </a:lnTo>
                  <a:lnTo>
                    <a:pt x="75" y="216"/>
                  </a:lnTo>
                  <a:lnTo>
                    <a:pt x="68" y="214"/>
                  </a:lnTo>
                  <a:lnTo>
                    <a:pt x="61" y="211"/>
                  </a:lnTo>
                  <a:lnTo>
                    <a:pt x="55" y="207"/>
                  </a:lnTo>
                  <a:lnTo>
                    <a:pt x="49" y="203"/>
                  </a:lnTo>
                  <a:lnTo>
                    <a:pt x="43" y="199"/>
                  </a:lnTo>
                  <a:lnTo>
                    <a:pt x="38" y="194"/>
                  </a:lnTo>
                  <a:lnTo>
                    <a:pt x="33" y="189"/>
                  </a:lnTo>
                  <a:lnTo>
                    <a:pt x="28" y="184"/>
                  </a:lnTo>
                  <a:lnTo>
                    <a:pt x="23" y="178"/>
                  </a:lnTo>
                  <a:lnTo>
                    <a:pt x="19" y="172"/>
                  </a:lnTo>
                  <a:lnTo>
                    <a:pt x="15" y="166"/>
                  </a:lnTo>
                  <a:lnTo>
                    <a:pt x="11" y="160"/>
                  </a:lnTo>
                  <a:lnTo>
                    <a:pt x="8" y="153"/>
                  </a:lnTo>
                  <a:lnTo>
                    <a:pt x="6" y="146"/>
                  </a:lnTo>
                  <a:lnTo>
                    <a:pt x="4" y="139"/>
                  </a:lnTo>
                  <a:lnTo>
                    <a:pt x="2" y="132"/>
                  </a:lnTo>
                  <a:lnTo>
                    <a:pt x="1" y="125"/>
                  </a:lnTo>
                  <a:lnTo>
                    <a:pt x="0" y="118"/>
                  </a:lnTo>
                  <a:lnTo>
                    <a:pt x="0" y="111"/>
                  </a:lnTo>
                  <a:close/>
                </a:path>
              </a:pathLst>
            </a:custGeom>
            <a:solidFill>
              <a:srgbClr val="60c4e4"/>
            </a:solidFill>
            <a:ln w="0">
              <a:noFill/>
            </a:ln>
          </p:spPr>
          <p:txBody>
            <a:bodyPr lIns="90000" rIns="90000" tIns="34920" bIns="34920" anchor="ctr" anchorCtr="1">
              <a:noAutofit/>
            </a:bodyPr>
            <a:p>
              <a:endParaRPr b="0" lang="zxx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</p:grpSp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936000" y="2750760"/>
            <a:ext cx="2962080" cy="10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br>
              <a:rPr sz="1200"/>
            </a:br>
            <a:r>
              <a:rPr b="0" lang="zxx" sz="1200" spc="-1" strike="noStrike">
                <a:solidFill>
                  <a:srgbClr val="000000"/>
                </a:solidFill>
                <a:latin typeface="Noto Sans"/>
              </a:rPr>
              <a:t>Lorem ipsum dolor sit amet, consectetuer adipiscing elit. Aliquam imperdiet lobortis metus. Phasellus nisi metus, tempes ac, porta nec, felis.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PlaceHolder 2"/>
          <p:cNvSpPr>
            <a:spLocks noGrp="1"/>
          </p:cNvSpPr>
          <p:nvPr>
            <p:ph type="title"/>
          </p:nvPr>
        </p:nvSpPr>
        <p:spPr>
          <a:xfrm>
            <a:off x="792000" y="1142280"/>
            <a:ext cx="3384000" cy="115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1" lang="zxx" sz="6700" spc="-1" strike="noStrike">
                <a:solidFill>
                  <a:srgbClr val="ffffff"/>
                </a:solidFill>
                <a:latin typeface="Noto Sans"/>
              </a:rPr>
              <a:t>CANDY</a:t>
            </a:r>
            <a:endParaRPr b="0" lang="en-US" sz="6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PlaceHolder 3"/>
          <p:cNvSpPr>
            <a:spLocks noGrp="1"/>
          </p:cNvSpPr>
          <p:nvPr>
            <p:ph type="title"/>
          </p:nvPr>
        </p:nvSpPr>
        <p:spPr>
          <a:xfrm>
            <a:off x="828000" y="1981080"/>
            <a:ext cx="3672000" cy="76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1" lang="zxx" sz="4400" spc="-1" strike="noStrike">
                <a:solidFill>
                  <a:srgbClr val="fe7130"/>
                </a:solidFill>
                <a:latin typeface="Noto Sans"/>
              </a:rPr>
              <a:t>TEMPLATE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8" name=""/>
          <p:cNvGrpSpPr/>
          <p:nvPr/>
        </p:nvGrpSpPr>
        <p:grpSpPr>
          <a:xfrm>
            <a:off x="3610800" y="1656360"/>
            <a:ext cx="3361320" cy="504360"/>
            <a:chOff x="3610800" y="1656360"/>
            <a:chExt cx="3361320" cy="504360"/>
          </a:xfrm>
        </p:grpSpPr>
        <p:sp>
          <p:nvSpPr>
            <p:cNvPr id="179" name=""/>
            <p:cNvSpPr/>
            <p:nvPr/>
          </p:nvSpPr>
          <p:spPr>
            <a:xfrm>
              <a:off x="6480360" y="1656360"/>
              <a:ext cx="491760" cy="491400"/>
            </a:xfrm>
            <a:custGeom>
              <a:avLst/>
              <a:gdLst/>
              <a:ahLst/>
              <a:rect l="0" t="0" r="r" b="b"/>
              <a:pathLst>
                <a:path w="1366" h="1365">
                  <a:moveTo>
                    <a:pt x="1366" y="683"/>
                  </a:moveTo>
                  <a:lnTo>
                    <a:pt x="1365" y="728"/>
                  </a:lnTo>
                  <a:lnTo>
                    <a:pt x="1361" y="772"/>
                  </a:lnTo>
                  <a:lnTo>
                    <a:pt x="1354" y="816"/>
                  </a:lnTo>
                  <a:lnTo>
                    <a:pt x="1343" y="860"/>
                  </a:lnTo>
                  <a:lnTo>
                    <a:pt x="1331" y="901"/>
                  </a:lnTo>
                  <a:lnTo>
                    <a:pt x="1314" y="944"/>
                  </a:lnTo>
                  <a:lnTo>
                    <a:pt x="1296" y="985"/>
                  </a:lnTo>
                  <a:lnTo>
                    <a:pt x="1275" y="1024"/>
                  </a:lnTo>
                  <a:lnTo>
                    <a:pt x="1252" y="1062"/>
                  </a:lnTo>
                  <a:lnTo>
                    <a:pt x="1225" y="1098"/>
                  </a:lnTo>
                  <a:lnTo>
                    <a:pt x="1197" y="1133"/>
                  </a:lnTo>
                  <a:lnTo>
                    <a:pt x="1166" y="1165"/>
                  </a:lnTo>
                  <a:lnTo>
                    <a:pt x="1134" y="1195"/>
                  </a:lnTo>
                  <a:lnTo>
                    <a:pt x="1099" y="1224"/>
                  </a:lnTo>
                  <a:lnTo>
                    <a:pt x="1063" y="1250"/>
                  </a:lnTo>
                  <a:lnTo>
                    <a:pt x="1025" y="1274"/>
                  </a:lnTo>
                  <a:lnTo>
                    <a:pt x="986" y="1295"/>
                  </a:lnTo>
                  <a:lnTo>
                    <a:pt x="945" y="1313"/>
                  </a:lnTo>
                  <a:lnTo>
                    <a:pt x="904" y="1329"/>
                  </a:lnTo>
                  <a:lnTo>
                    <a:pt x="861" y="1342"/>
                  </a:lnTo>
                  <a:lnTo>
                    <a:pt x="817" y="1352"/>
                  </a:lnTo>
                  <a:lnTo>
                    <a:pt x="773" y="1359"/>
                  </a:lnTo>
                  <a:lnTo>
                    <a:pt x="729" y="1364"/>
                  </a:lnTo>
                  <a:lnTo>
                    <a:pt x="684" y="1365"/>
                  </a:lnTo>
                  <a:lnTo>
                    <a:pt x="639" y="1364"/>
                  </a:lnTo>
                  <a:lnTo>
                    <a:pt x="595" y="1359"/>
                  </a:lnTo>
                  <a:lnTo>
                    <a:pt x="550" y="1352"/>
                  </a:lnTo>
                  <a:lnTo>
                    <a:pt x="507" y="1342"/>
                  </a:lnTo>
                  <a:lnTo>
                    <a:pt x="464" y="1329"/>
                  </a:lnTo>
                  <a:lnTo>
                    <a:pt x="421" y="1313"/>
                  </a:lnTo>
                  <a:lnTo>
                    <a:pt x="381" y="1295"/>
                  </a:lnTo>
                  <a:lnTo>
                    <a:pt x="341" y="1274"/>
                  </a:lnTo>
                  <a:lnTo>
                    <a:pt x="303" y="1250"/>
                  </a:lnTo>
                  <a:lnTo>
                    <a:pt x="267" y="1224"/>
                  </a:lnTo>
                  <a:lnTo>
                    <a:pt x="233" y="1195"/>
                  </a:lnTo>
                  <a:lnTo>
                    <a:pt x="200" y="1165"/>
                  </a:lnTo>
                  <a:lnTo>
                    <a:pt x="169" y="1133"/>
                  </a:lnTo>
                  <a:lnTo>
                    <a:pt x="141" y="1098"/>
                  </a:lnTo>
                  <a:lnTo>
                    <a:pt x="115" y="1062"/>
                  </a:lnTo>
                  <a:lnTo>
                    <a:pt x="91" y="1024"/>
                  </a:lnTo>
                  <a:lnTo>
                    <a:pt x="71" y="985"/>
                  </a:lnTo>
                  <a:lnTo>
                    <a:pt x="52" y="944"/>
                  </a:lnTo>
                  <a:lnTo>
                    <a:pt x="36" y="901"/>
                  </a:lnTo>
                  <a:lnTo>
                    <a:pt x="23" y="860"/>
                  </a:lnTo>
                  <a:lnTo>
                    <a:pt x="13" y="816"/>
                  </a:lnTo>
                  <a:lnTo>
                    <a:pt x="6" y="772"/>
                  </a:lnTo>
                  <a:lnTo>
                    <a:pt x="1" y="728"/>
                  </a:lnTo>
                  <a:lnTo>
                    <a:pt x="0" y="683"/>
                  </a:lnTo>
                  <a:lnTo>
                    <a:pt x="1" y="637"/>
                  </a:lnTo>
                  <a:lnTo>
                    <a:pt x="6" y="594"/>
                  </a:lnTo>
                  <a:lnTo>
                    <a:pt x="14" y="550"/>
                  </a:lnTo>
                  <a:lnTo>
                    <a:pt x="23" y="507"/>
                  </a:lnTo>
                  <a:lnTo>
                    <a:pt x="37" y="464"/>
                  </a:lnTo>
                  <a:lnTo>
                    <a:pt x="52" y="422"/>
                  </a:lnTo>
                  <a:lnTo>
                    <a:pt x="71" y="381"/>
                  </a:lnTo>
                  <a:lnTo>
                    <a:pt x="91" y="341"/>
                  </a:lnTo>
                  <a:lnTo>
                    <a:pt x="116" y="303"/>
                  </a:lnTo>
                  <a:lnTo>
                    <a:pt x="141" y="267"/>
                  </a:lnTo>
                  <a:lnTo>
                    <a:pt x="170" y="233"/>
                  </a:lnTo>
                  <a:lnTo>
                    <a:pt x="200" y="200"/>
                  </a:lnTo>
                  <a:lnTo>
                    <a:pt x="233" y="169"/>
                  </a:lnTo>
                  <a:lnTo>
                    <a:pt x="267" y="141"/>
                  </a:lnTo>
                  <a:lnTo>
                    <a:pt x="303" y="116"/>
                  </a:lnTo>
                  <a:lnTo>
                    <a:pt x="341" y="91"/>
                  </a:lnTo>
                  <a:lnTo>
                    <a:pt x="381" y="71"/>
                  </a:lnTo>
                  <a:lnTo>
                    <a:pt x="421" y="52"/>
                  </a:lnTo>
                  <a:lnTo>
                    <a:pt x="464" y="36"/>
                  </a:lnTo>
                  <a:lnTo>
                    <a:pt x="507" y="23"/>
                  </a:lnTo>
                  <a:lnTo>
                    <a:pt x="550" y="13"/>
                  </a:lnTo>
                  <a:lnTo>
                    <a:pt x="594" y="6"/>
                  </a:lnTo>
                  <a:lnTo>
                    <a:pt x="639" y="1"/>
                  </a:lnTo>
                  <a:lnTo>
                    <a:pt x="684" y="0"/>
                  </a:lnTo>
                  <a:lnTo>
                    <a:pt x="729" y="1"/>
                  </a:lnTo>
                  <a:lnTo>
                    <a:pt x="773" y="6"/>
                  </a:lnTo>
                  <a:lnTo>
                    <a:pt x="817" y="13"/>
                  </a:lnTo>
                  <a:lnTo>
                    <a:pt x="861" y="23"/>
                  </a:lnTo>
                  <a:lnTo>
                    <a:pt x="902" y="36"/>
                  </a:lnTo>
                  <a:lnTo>
                    <a:pt x="945" y="52"/>
                  </a:lnTo>
                  <a:lnTo>
                    <a:pt x="986" y="71"/>
                  </a:lnTo>
                  <a:lnTo>
                    <a:pt x="1025" y="91"/>
                  </a:lnTo>
                  <a:lnTo>
                    <a:pt x="1063" y="116"/>
                  </a:lnTo>
                  <a:lnTo>
                    <a:pt x="1099" y="141"/>
                  </a:lnTo>
                  <a:lnTo>
                    <a:pt x="1134" y="169"/>
                  </a:lnTo>
                  <a:lnTo>
                    <a:pt x="1166" y="200"/>
                  </a:lnTo>
                  <a:lnTo>
                    <a:pt x="1196" y="233"/>
                  </a:lnTo>
                  <a:lnTo>
                    <a:pt x="1225" y="267"/>
                  </a:lnTo>
                  <a:lnTo>
                    <a:pt x="1251" y="303"/>
                  </a:lnTo>
                  <a:lnTo>
                    <a:pt x="1275" y="341"/>
                  </a:lnTo>
                  <a:lnTo>
                    <a:pt x="1296" y="381"/>
                  </a:lnTo>
                  <a:lnTo>
                    <a:pt x="1314" y="422"/>
                  </a:lnTo>
                  <a:lnTo>
                    <a:pt x="1329" y="464"/>
                  </a:lnTo>
                  <a:lnTo>
                    <a:pt x="1343" y="507"/>
                  </a:lnTo>
                  <a:lnTo>
                    <a:pt x="1352" y="550"/>
                  </a:lnTo>
                  <a:lnTo>
                    <a:pt x="1361" y="594"/>
                  </a:lnTo>
                  <a:lnTo>
                    <a:pt x="1365" y="637"/>
                  </a:lnTo>
                  <a:lnTo>
                    <a:pt x="1366" y="683"/>
                  </a:lnTo>
                  <a:close/>
                </a:path>
              </a:pathLst>
            </a:custGeom>
            <a:solidFill>
              <a:srgbClr val="60c4e4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pPr algn="ctr"/>
              <a:r>
                <a:rPr b="1" lang="en-US" sz="1800" spc="-1" strike="noStrike">
                  <a:solidFill>
                    <a:srgbClr val="ffffff"/>
                  </a:solidFill>
                  <a:latin typeface="Noto Sans"/>
                </a:rPr>
                <a:t>2</a:t>
              </a:r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80" name=""/>
            <p:cNvSpPr/>
            <p:nvPr/>
          </p:nvSpPr>
          <p:spPr>
            <a:xfrm>
              <a:off x="3651840" y="2129760"/>
              <a:ext cx="3021120" cy="0"/>
            </a:xfrm>
            <a:prstGeom prst="line">
              <a:avLst/>
            </a:prstGeom>
            <a:ln cap="rnd" w="10440">
              <a:solidFill>
                <a:srgbClr val="60c4e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5040" rIns="95040" tIns="-50040" bIns="-5004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81" name=""/>
            <p:cNvSpPr/>
            <p:nvPr/>
          </p:nvSpPr>
          <p:spPr>
            <a:xfrm>
              <a:off x="3610800" y="2099160"/>
              <a:ext cx="61560" cy="61560"/>
            </a:xfrm>
            <a:custGeom>
              <a:avLst/>
              <a:gdLst/>
              <a:ahLst/>
              <a:rect l="0" t="0" r="r" b="b"/>
              <a:pathLst>
                <a:path w="171" h="171">
                  <a:moveTo>
                    <a:pt x="85" y="171"/>
                  </a:moveTo>
                  <a:lnTo>
                    <a:pt x="90" y="171"/>
                  </a:lnTo>
                  <a:lnTo>
                    <a:pt x="96" y="170"/>
                  </a:lnTo>
                  <a:lnTo>
                    <a:pt x="102" y="169"/>
                  </a:lnTo>
                  <a:lnTo>
                    <a:pt x="107" y="168"/>
                  </a:lnTo>
                  <a:lnTo>
                    <a:pt x="112" y="166"/>
                  </a:lnTo>
                  <a:lnTo>
                    <a:pt x="118" y="164"/>
                  </a:lnTo>
                  <a:lnTo>
                    <a:pt x="123" y="162"/>
                  </a:lnTo>
                  <a:lnTo>
                    <a:pt x="127" y="159"/>
                  </a:lnTo>
                  <a:lnTo>
                    <a:pt x="132" y="156"/>
                  </a:lnTo>
                  <a:lnTo>
                    <a:pt x="137" y="153"/>
                  </a:lnTo>
                  <a:lnTo>
                    <a:pt x="141" y="150"/>
                  </a:lnTo>
                  <a:lnTo>
                    <a:pt x="145" y="146"/>
                  </a:lnTo>
                  <a:lnTo>
                    <a:pt x="149" y="141"/>
                  </a:lnTo>
                  <a:lnTo>
                    <a:pt x="153" y="138"/>
                  </a:lnTo>
                  <a:lnTo>
                    <a:pt x="156" y="133"/>
                  </a:lnTo>
                  <a:lnTo>
                    <a:pt x="159" y="128"/>
                  </a:lnTo>
                  <a:lnTo>
                    <a:pt x="162" y="123"/>
                  </a:lnTo>
                  <a:lnTo>
                    <a:pt x="164" y="118"/>
                  </a:lnTo>
                  <a:lnTo>
                    <a:pt x="166" y="113"/>
                  </a:lnTo>
                  <a:lnTo>
                    <a:pt x="168" y="107"/>
                  </a:lnTo>
                  <a:lnTo>
                    <a:pt x="169" y="102"/>
                  </a:lnTo>
                  <a:lnTo>
                    <a:pt x="170" y="96"/>
                  </a:lnTo>
                  <a:lnTo>
                    <a:pt x="171" y="90"/>
                  </a:lnTo>
                  <a:lnTo>
                    <a:pt x="171" y="85"/>
                  </a:lnTo>
                  <a:lnTo>
                    <a:pt x="171" y="79"/>
                  </a:lnTo>
                  <a:lnTo>
                    <a:pt x="170" y="74"/>
                  </a:lnTo>
                  <a:lnTo>
                    <a:pt x="169" y="68"/>
                  </a:lnTo>
                  <a:lnTo>
                    <a:pt x="168" y="63"/>
                  </a:lnTo>
                  <a:lnTo>
                    <a:pt x="166" y="58"/>
                  </a:lnTo>
                  <a:lnTo>
                    <a:pt x="164" y="53"/>
                  </a:lnTo>
                  <a:lnTo>
                    <a:pt x="162" y="47"/>
                  </a:lnTo>
                  <a:lnTo>
                    <a:pt x="159" y="42"/>
                  </a:lnTo>
                  <a:lnTo>
                    <a:pt x="156" y="38"/>
                  </a:lnTo>
                  <a:lnTo>
                    <a:pt x="153" y="33"/>
                  </a:lnTo>
                  <a:lnTo>
                    <a:pt x="149" y="29"/>
                  </a:lnTo>
                  <a:lnTo>
                    <a:pt x="145" y="25"/>
                  </a:lnTo>
                  <a:lnTo>
                    <a:pt x="141" y="21"/>
                  </a:lnTo>
                  <a:lnTo>
                    <a:pt x="137" y="18"/>
                  </a:lnTo>
                  <a:lnTo>
                    <a:pt x="132" y="14"/>
                  </a:lnTo>
                  <a:lnTo>
                    <a:pt x="127" y="11"/>
                  </a:lnTo>
                  <a:lnTo>
                    <a:pt x="123" y="8"/>
                  </a:lnTo>
                  <a:lnTo>
                    <a:pt x="118" y="7"/>
                  </a:lnTo>
                  <a:lnTo>
                    <a:pt x="112" y="5"/>
                  </a:lnTo>
                  <a:lnTo>
                    <a:pt x="107" y="3"/>
                  </a:lnTo>
                  <a:lnTo>
                    <a:pt x="102" y="2"/>
                  </a:lnTo>
                  <a:lnTo>
                    <a:pt x="96" y="1"/>
                  </a:lnTo>
                  <a:lnTo>
                    <a:pt x="90" y="0"/>
                  </a:lnTo>
                  <a:lnTo>
                    <a:pt x="85" y="0"/>
                  </a:lnTo>
                  <a:lnTo>
                    <a:pt x="79" y="0"/>
                  </a:lnTo>
                  <a:lnTo>
                    <a:pt x="74" y="1"/>
                  </a:lnTo>
                  <a:lnTo>
                    <a:pt x="68" y="2"/>
                  </a:lnTo>
                  <a:lnTo>
                    <a:pt x="63" y="3"/>
                  </a:lnTo>
                  <a:lnTo>
                    <a:pt x="58" y="5"/>
                  </a:lnTo>
                  <a:lnTo>
                    <a:pt x="53" y="7"/>
                  </a:lnTo>
                  <a:lnTo>
                    <a:pt x="47" y="8"/>
                  </a:lnTo>
                  <a:lnTo>
                    <a:pt x="42" y="11"/>
                  </a:lnTo>
                  <a:lnTo>
                    <a:pt x="38" y="14"/>
                  </a:lnTo>
                  <a:lnTo>
                    <a:pt x="33" y="18"/>
                  </a:lnTo>
                  <a:lnTo>
                    <a:pt x="29" y="21"/>
                  </a:lnTo>
                  <a:lnTo>
                    <a:pt x="25" y="25"/>
                  </a:lnTo>
                  <a:lnTo>
                    <a:pt x="21" y="29"/>
                  </a:lnTo>
                  <a:lnTo>
                    <a:pt x="18" y="33"/>
                  </a:lnTo>
                  <a:lnTo>
                    <a:pt x="14" y="38"/>
                  </a:lnTo>
                  <a:lnTo>
                    <a:pt x="11" y="42"/>
                  </a:lnTo>
                  <a:lnTo>
                    <a:pt x="8" y="47"/>
                  </a:lnTo>
                  <a:lnTo>
                    <a:pt x="7" y="53"/>
                  </a:lnTo>
                  <a:lnTo>
                    <a:pt x="5" y="58"/>
                  </a:lnTo>
                  <a:lnTo>
                    <a:pt x="3" y="63"/>
                  </a:lnTo>
                  <a:lnTo>
                    <a:pt x="2" y="68"/>
                  </a:lnTo>
                  <a:lnTo>
                    <a:pt x="1" y="74"/>
                  </a:lnTo>
                  <a:lnTo>
                    <a:pt x="0" y="79"/>
                  </a:lnTo>
                  <a:lnTo>
                    <a:pt x="0" y="85"/>
                  </a:lnTo>
                  <a:lnTo>
                    <a:pt x="0" y="90"/>
                  </a:lnTo>
                  <a:lnTo>
                    <a:pt x="1" y="96"/>
                  </a:lnTo>
                  <a:lnTo>
                    <a:pt x="2" y="102"/>
                  </a:lnTo>
                  <a:lnTo>
                    <a:pt x="3" y="107"/>
                  </a:lnTo>
                  <a:lnTo>
                    <a:pt x="5" y="113"/>
                  </a:lnTo>
                  <a:lnTo>
                    <a:pt x="7" y="118"/>
                  </a:lnTo>
                  <a:lnTo>
                    <a:pt x="8" y="123"/>
                  </a:lnTo>
                  <a:lnTo>
                    <a:pt x="11" y="128"/>
                  </a:lnTo>
                  <a:lnTo>
                    <a:pt x="14" y="133"/>
                  </a:lnTo>
                  <a:lnTo>
                    <a:pt x="18" y="138"/>
                  </a:lnTo>
                  <a:lnTo>
                    <a:pt x="21" y="141"/>
                  </a:lnTo>
                  <a:lnTo>
                    <a:pt x="25" y="146"/>
                  </a:lnTo>
                  <a:lnTo>
                    <a:pt x="29" y="150"/>
                  </a:lnTo>
                  <a:lnTo>
                    <a:pt x="33" y="153"/>
                  </a:lnTo>
                  <a:lnTo>
                    <a:pt x="38" y="156"/>
                  </a:lnTo>
                  <a:lnTo>
                    <a:pt x="42" y="159"/>
                  </a:lnTo>
                  <a:lnTo>
                    <a:pt x="47" y="162"/>
                  </a:lnTo>
                  <a:lnTo>
                    <a:pt x="53" y="164"/>
                  </a:lnTo>
                  <a:lnTo>
                    <a:pt x="58" y="166"/>
                  </a:lnTo>
                  <a:lnTo>
                    <a:pt x="63" y="168"/>
                  </a:lnTo>
                  <a:lnTo>
                    <a:pt x="68" y="169"/>
                  </a:lnTo>
                  <a:lnTo>
                    <a:pt x="74" y="170"/>
                  </a:lnTo>
                  <a:lnTo>
                    <a:pt x="79" y="171"/>
                  </a:lnTo>
                  <a:lnTo>
                    <a:pt x="85" y="171"/>
                  </a:lnTo>
                  <a:close/>
                </a:path>
              </a:pathLst>
            </a:custGeom>
            <a:solidFill>
              <a:srgbClr val="60c4e4"/>
            </a:solidFill>
            <a:ln w="0">
              <a:noFill/>
            </a:ln>
          </p:spPr>
          <p:txBody>
            <a:bodyPr lIns="90000" rIns="90000" tIns="16560" bIns="1656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</p:grpSp>
      <p:sp>
        <p:nvSpPr>
          <p:cNvPr id="182" name="PlaceHolder 1"/>
          <p:cNvSpPr>
            <a:spLocks noGrp="1"/>
          </p:cNvSpPr>
          <p:nvPr>
            <p:ph type="title"/>
          </p:nvPr>
        </p:nvSpPr>
        <p:spPr>
          <a:xfrm>
            <a:off x="5051520" y="517320"/>
            <a:ext cx="2400840" cy="65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1" lang="en-US" sz="2200" spc="-1" strike="noStrike">
                <a:solidFill>
                  <a:srgbClr val="7f59ae"/>
                </a:solidFill>
                <a:latin typeface="Noto Sans"/>
              </a:rPr>
              <a:t>Lorem</a:t>
            </a:r>
            <a:endParaRPr b="0" lang="en-US" sz="2200" spc="-1" strike="noStrike">
              <a:solidFill>
                <a:srgbClr val="000000"/>
              </a:solidFill>
              <a:latin typeface="Noto Sans"/>
            </a:endParaRPr>
          </a:p>
        </p:txBody>
      </p:sp>
      <p:grpSp>
        <p:nvGrpSpPr>
          <p:cNvPr id="183" name=""/>
          <p:cNvGrpSpPr/>
          <p:nvPr/>
        </p:nvGrpSpPr>
        <p:grpSpPr>
          <a:xfrm>
            <a:off x="4440600" y="2638440"/>
            <a:ext cx="3287160" cy="510120"/>
            <a:chOff x="4440600" y="2638440"/>
            <a:chExt cx="3287160" cy="510120"/>
          </a:xfrm>
        </p:grpSpPr>
        <p:sp>
          <p:nvSpPr>
            <p:cNvPr id="184" name=""/>
            <p:cNvSpPr/>
            <p:nvPr/>
          </p:nvSpPr>
          <p:spPr>
            <a:xfrm>
              <a:off x="4440600" y="2638440"/>
              <a:ext cx="491760" cy="491400"/>
            </a:xfrm>
            <a:custGeom>
              <a:avLst/>
              <a:gdLst/>
              <a:ahLst/>
              <a:rect l="0" t="0" r="r" b="b"/>
              <a:pathLst>
                <a:path w="1366" h="1365">
                  <a:moveTo>
                    <a:pt x="1366" y="683"/>
                  </a:moveTo>
                  <a:lnTo>
                    <a:pt x="1365" y="728"/>
                  </a:lnTo>
                  <a:lnTo>
                    <a:pt x="1361" y="772"/>
                  </a:lnTo>
                  <a:lnTo>
                    <a:pt x="1354" y="816"/>
                  </a:lnTo>
                  <a:lnTo>
                    <a:pt x="1343" y="860"/>
                  </a:lnTo>
                  <a:lnTo>
                    <a:pt x="1331" y="901"/>
                  </a:lnTo>
                  <a:lnTo>
                    <a:pt x="1314" y="944"/>
                  </a:lnTo>
                  <a:lnTo>
                    <a:pt x="1296" y="985"/>
                  </a:lnTo>
                  <a:lnTo>
                    <a:pt x="1275" y="1024"/>
                  </a:lnTo>
                  <a:lnTo>
                    <a:pt x="1252" y="1062"/>
                  </a:lnTo>
                  <a:lnTo>
                    <a:pt x="1225" y="1098"/>
                  </a:lnTo>
                  <a:lnTo>
                    <a:pt x="1197" y="1133"/>
                  </a:lnTo>
                  <a:lnTo>
                    <a:pt x="1166" y="1165"/>
                  </a:lnTo>
                  <a:lnTo>
                    <a:pt x="1134" y="1195"/>
                  </a:lnTo>
                  <a:lnTo>
                    <a:pt x="1099" y="1224"/>
                  </a:lnTo>
                  <a:lnTo>
                    <a:pt x="1063" y="1250"/>
                  </a:lnTo>
                  <a:lnTo>
                    <a:pt x="1025" y="1274"/>
                  </a:lnTo>
                  <a:lnTo>
                    <a:pt x="986" y="1295"/>
                  </a:lnTo>
                  <a:lnTo>
                    <a:pt x="945" y="1313"/>
                  </a:lnTo>
                  <a:lnTo>
                    <a:pt x="904" y="1329"/>
                  </a:lnTo>
                  <a:lnTo>
                    <a:pt x="861" y="1342"/>
                  </a:lnTo>
                  <a:lnTo>
                    <a:pt x="817" y="1352"/>
                  </a:lnTo>
                  <a:lnTo>
                    <a:pt x="773" y="1359"/>
                  </a:lnTo>
                  <a:lnTo>
                    <a:pt x="729" y="1364"/>
                  </a:lnTo>
                  <a:lnTo>
                    <a:pt x="684" y="1365"/>
                  </a:lnTo>
                  <a:lnTo>
                    <a:pt x="639" y="1364"/>
                  </a:lnTo>
                  <a:lnTo>
                    <a:pt x="595" y="1359"/>
                  </a:lnTo>
                  <a:lnTo>
                    <a:pt x="550" y="1352"/>
                  </a:lnTo>
                  <a:lnTo>
                    <a:pt x="507" y="1342"/>
                  </a:lnTo>
                  <a:lnTo>
                    <a:pt x="464" y="1329"/>
                  </a:lnTo>
                  <a:lnTo>
                    <a:pt x="421" y="1313"/>
                  </a:lnTo>
                  <a:lnTo>
                    <a:pt x="381" y="1295"/>
                  </a:lnTo>
                  <a:lnTo>
                    <a:pt x="341" y="1274"/>
                  </a:lnTo>
                  <a:lnTo>
                    <a:pt x="303" y="1250"/>
                  </a:lnTo>
                  <a:lnTo>
                    <a:pt x="267" y="1224"/>
                  </a:lnTo>
                  <a:lnTo>
                    <a:pt x="233" y="1195"/>
                  </a:lnTo>
                  <a:lnTo>
                    <a:pt x="200" y="1165"/>
                  </a:lnTo>
                  <a:lnTo>
                    <a:pt x="169" y="1133"/>
                  </a:lnTo>
                  <a:lnTo>
                    <a:pt x="141" y="1098"/>
                  </a:lnTo>
                  <a:lnTo>
                    <a:pt x="115" y="1062"/>
                  </a:lnTo>
                  <a:lnTo>
                    <a:pt x="91" y="1024"/>
                  </a:lnTo>
                  <a:lnTo>
                    <a:pt x="71" y="985"/>
                  </a:lnTo>
                  <a:lnTo>
                    <a:pt x="52" y="944"/>
                  </a:lnTo>
                  <a:lnTo>
                    <a:pt x="36" y="901"/>
                  </a:lnTo>
                  <a:lnTo>
                    <a:pt x="23" y="860"/>
                  </a:lnTo>
                  <a:lnTo>
                    <a:pt x="13" y="816"/>
                  </a:lnTo>
                  <a:lnTo>
                    <a:pt x="6" y="772"/>
                  </a:lnTo>
                  <a:lnTo>
                    <a:pt x="1" y="728"/>
                  </a:lnTo>
                  <a:lnTo>
                    <a:pt x="0" y="683"/>
                  </a:lnTo>
                  <a:lnTo>
                    <a:pt x="1" y="637"/>
                  </a:lnTo>
                  <a:lnTo>
                    <a:pt x="6" y="594"/>
                  </a:lnTo>
                  <a:lnTo>
                    <a:pt x="14" y="550"/>
                  </a:lnTo>
                  <a:lnTo>
                    <a:pt x="23" y="507"/>
                  </a:lnTo>
                  <a:lnTo>
                    <a:pt x="37" y="464"/>
                  </a:lnTo>
                  <a:lnTo>
                    <a:pt x="52" y="422"/>
                  </a:lnTo>
                  <a:lnTo>
                    <a:pt x="71" y="381"/>
                  </a:lnTo>
                  <a:lnTo>
                    <a:pt x="91" y="341"/>
                  </a:lnTo>
                  <a:lnTo>
                    <a:pt x="116" y="303"/>
                  </a:lnTo>
                  <a:lnTo>
                    <a:pt x="141" y="267"/>
                  </a:lnTo>
                  <a:lnTo>
                    <a:pt x="170" y="233"/>
                  </a:lnTo>
                  <a:lnTo>
                    <a:pt x="200" y="200"/>
                  </a:lnTo>
                  <a:lnTo>
                    <a:pt x="233" y="169"/>
                  </a:lnTo>
                  <a:lnTo>
                    <a:pt x="267" y="141"/>
                  </a:lnTo>
                  <a:lnTo>
                    <a:pt x="303" y="116"/>
                  </a:lnTo>
                  <a:lnTo>
                    <a:pt x="341" y="91"/>
                  </a:lnTo>
                  <a:lnTo>
                    <a:pt x="381" y="71"/>
                  </a:lnTo>
                  <a:lnTo>
                    <a:pt x="421" y="52"/>
                  </a:lnTo>
                  <a:lnTo>
                    <a:pt x="464" y="36"/>
                  </a:lnTo>
                  <a:lnTo>
                    <a:pt x="507" y="23"/>
                  </a:lnTo>
                  <a:lnTo>
                    <a:pt x="550" y="13"/>
                  </a:lnTo>
                  <a:lnTo>
                    <a:pt x="594" y="6"/>
                  </a:lnTo>
                  <a:lnTo>
                    <a:pt x="639" y="1"/>
                  </a:lnTo>
                  <a:lnTo>
                    <a:pt x="684" y="0"/>
                  </a:lnTo>
                  <a:lnTo>
                    <a:pt x="729" y="1"/>
                  </a:lnTo>
                  <a:lnTo>
                    <a:pt x="773" y="6"/>
                  </a:lnTo>
                  <a:lnTo>
                    <a:pt x="817" y="13"/>
                  </a:lnTo>
                  <a:lnTo>
                    <a:pt x="861" y="23"/>
                  </a:lnTo>
                  <a:lnTo>
                    <a:pt x="902" y="36"/>
                  </a:lnTo>
                  <a:lnTo>
                    <a:pt x="945" y="52"/>
                  </a:lnTo>
                  <a:lnTo>
                    <a:pt x="986" y="71"/>
                  </a:lnTo>
                  <a:lnTo>
                    <a:pt x="1025" y="91"/>
                  </a:lnTo>
                  <a:lnTo>
                    <a:pt x="1063" y="116"/>
                  </a:lnTo>
                  <a:lnTo>
                    <a:pt x="1099" y="141"/>
                  </a:lnTo>
                  <a:lnTo>
                    <a:pt x="1134" y="169"/>
                  </a:lnTo>
                  <a:lnTo>
                    <a:pt x="1166" y="200"/>
                  </a:lnTo>
                  <a:lnTo>
                    <a:pt x="1196" y="233"/>
                  </a:lnTo>
                  <a:lnTo>
                    <a:pt x="1225" y="267"/>
                  </a:lnTo>
                  <a:lnTo>
                    <a:pt x="1251" y="303"/>
                  </a:lnTo>
                  <a:lnTo>
                    <a:pt x="1275" y="341"/>
                  </a:lnTo>
                  <a:lnTo>
                    <a:pt x="1296" y="381"/>
                  </a:lnTo>
                  <a:lnTo>
                    <a:pt x="1314" y="422"/>
                  </a:lnTo>
                  <a:lnTo>
                    <a:pt x="1329" y="464"/>
                  </a:lnTo>
                  <a:lnTo>
                    <a:pt x="1343" y="507"/>
                  </a:lnTo>
                  <a:lnTo>
                    <a:pt x="1352" y="550"/>
                  </a:lnTo>
                  <a:lnTo>
                    <a:pt x="1361" y="594"/>
                  </a:lnTo>
                  <a:lnTo>
                    <a:pt x="1365" y="637"/>
                  </a:lnTo>
                  <a:lnTo>
                    <a:pt x="1366" y="683"/>
                  </a:lnTo>
                  <a:close/>
                </a:path>
              </a:pathLst>
            </a:custGeom>
            <a:solidFill>
              <a:srgbClr val="e54b89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pPr algn="ctr"/>
              <a:r>
                <a:rPr b="1" lang="en-US" sz="1800" spc="-1" strike="noStrike">
                  <a:solidFill>
                    <a:srgbClr val="ffffff"/>
                  </a:solidFill>
                  <a:latin typeface="Noto Sans"/>
                </a:rPr>
                <a:t>3</a:t>
              </a:r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185" name=""/>
            <p:cNvSpPr/>
            <p:nvPr/>
          </p:nvSpPr>
          <p:spPr>
            <a:xfrm flipH="1">
              <a:off x="4677120" y="3117600"/>
              <a:ext cx="3020760" cy="0"/>
            </a:xfrm>
            <a:prstGeom prst="line">
              <a:avLst/>
            </a:prstGeom>
            <a:ln cap="rnd" w="10440">
              <a:solidFill>
                <a:srgbClr val="e54b8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5040" rIns="95040" tIns="-50040" bIns="-5004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86" name=""/>
            <p:cNvSpPr/>
            <p:nvPr/>
          </p:nvSpPr>
          <p:spPr>
            <a:xfrm>
              <a:off x="7666200" y="3087000"/>
              <a:ext cx="61560" cy="61560"/>
            </a:xfrm>
            <a:custGeom>
              <a:avLst/>
              <a:gdLst/>
              <a:ahLst/>
              <a:rect l="0" t="0" r="r" b="b"/>
              <a:pathLst>
                <a:path w="171" h="171">
                  <a:moveTo>
                    <a:pt x="85" y="171"/>
                  </a:moveTo>
                  <a:lnTo>
                    <a:pt x="90" y="171"/>
                  </a:lnTo>
                  <a:lnTo>
                    <a:pt x="96" y="170"/>
                  </a:lnTo>
                  <a:lnTo>
                    <a:pt x="102" y="169"/>
                  </a:lnTo>
                  <a:lnTo>
                    <a:pt x="107" y="168"/>
                  </a:lnTo>
                  <a:lnTo>
                    <a:pt x="112" y="166"/>
                  </a:lnTo>
                  <a:lnTo>
                    <a:pt x="118" y="164"/>
                  </a:lnTo>
                  <a:lnTo>
                    <a:pt x="123" y="162"/>
                  </a:lnTo>
                  <a:lnTo>
                    <a:pt x="127" y="159"/>
                  </a:lnTo>
                  <a:lnTo>
                    <a:pt x="132" y="156"/>
                  </a:lnTo>
                  <a:lnTo>
                    <a:pt x="137" y="153"/>
                  </a:lnTo>
                  <a:lnTo>
                    <a:pt x="141" y="150"/>
                  </a:lnTo>
                  <a:lnTo>
                    <a:pt x="145" y="146"/>
                  </a:lnTo>
                  <a:lnTo>
                    <a:pt x="149" y="141"/>
                  </a:lnTo>
                  <a:lnTo>
                    <a:pt x="153" y="138"/>
                  </a:lnTo>
                  <a:lnTo>
                    <a:pt x="156" y="133"/>
                  </a:lnTo>
                  <a:lnTo>
                    <a:pt x="159" y="128"/>
                  </a:lnTo>
                  <a:lnTo>
                    <a:pt x="162" y="123"/>
                  </a:lnTo>
                  <a:lnTo>
                    <a:pt x="164" y="118"/>
                  </a:lnTo>
                  <a:lnTo>
                    <a:pt x="166" y="113"/>
                  </a:lnTo>
                  <a:lnTo>
                    <a:pt x="168" y="107"/>
                  </a:lnTo>
                  <a:lnTo>
                    <a:pt x="169" y="102"/>
                  </a:lnTo>
                  <a:lnTo>
                    <a:pt x="170" y="96"/>
                  </a:lnTo>
                  <a:lnTo>
                    <a:pt x="171" y="90"/>
                  </a:lnTo>
                  <a:lnTo>
                    <a:pt x="171" y="85"/>
                  </a:lnTo>
                  <a:lnTo>
                    <a:pt x="171" y="79"/>
                  </a:lnTo>
                  <a:lnTo>
                    <a:pt x="170" y="74"/>
                  </a:lnTo>
                  <a:lnTo>
                    <a:pt x="169" y="68"/>
                  </a:lnTo>
                  <a:lnTo>
                    <a:pt x="168" y="63"/>
                  </a:lnTo>
                  <a:lnTo>
                    <a:pt x="166" y="58"/>
                  </a:lnTo>
                  <a:lnTo>
                    <a:pt x="164" y="53"/>
                  </a:lnTo>
                  <a:lnTo>
                    <a:pt x="162" y="47"/>
                  </a:lnTo>
                  <a:lnTo>
                    <a:pt x="159" y="42"/>
                  </a:lnTo>
                  <a:lnTo>
                    <a:pt x="156" y="38"/>
                  </a:lnTo>
                  <a:lnTo>
                    <a:pt x="153" y="33"/>
                  </a:lnTo>
                  <a:lnTo>
                    <a:pt x="149" y="29"/>
                  </a:lnTo>
                  <a:lnTo>
                    <a:pt x="145" y="25"/>
                  </a:lnTo>
                  <a:lnTo>
                    <a:pt x="141" y="21"/>
                  </a:lnTo>
                  <a:lnTo>
                    <a:pt x="137" y="18"/>
                  </a:lnTo>
                  <a:lnTo>
                    <a:pt x="132" y="14"/>
                  </a:lnTo>
                  <a:lnTo>
                    <a:pt x="127" y="11"/>
                  </a:lnTo>
                  <a:lnTo>
                    <a:pt x="123" y="8"/>
                  </a:lnTo>
                  <a:lnTo>
                    <a:pt x="118" y="7"/>
                  </a:lnTo>
                  <a:lnTo>
                    <a:pt x="112" y="5"/>
                  </a:lnTo>
                  <a:lnTo>
                    <a:pt x="107" y="3"/>
                  </a:lnTo>
                  <a:lnTo>
                    <a:pt x="102" y="2"/>
                  </a:lnTo>
                  <a:lnTo>
                    <a:pt x="96" y="1"/>
                  </a:lnTo>
                  <a:lnTo>
                    <a:pt x="90" y="0"/>
                  </a:lnTo>
                  <a:lnTo>
                    <a:pt x="85" y="0"/>
                  </a:lnTo>
                  <a:lnTo>
                    <a:pt x="79" y="0"/>
                  </a:lnTo>
                  <a:lnTo>
                    <a:pt x="74" y="1"/>
                  </a:lnTo>
                  <a:lnTo>
                    <a:pt x="68" y="2"/>
                  </a:lnTo>
                  <a:lnTo>
                    <a:pt x="63" y="3"/>
                  </a:lnTo>
                  <a:lnTo>
                    <a:pt x="58" y="5"/>
                  </a:lnTo>
                  <a:lnTo>
                    <a:pt x="53" y="7"/>
                  </a:lnTo>
                  <a:lnTo>
                    <a:pt x="47" y="8"/>
                  </a:lnTo>
                  <a:lnTo>
                    <a:pt x="42" y="11"/>
                  </a:lnTo>
                  <a:lnTo>
                    <a:pt x="38" y="14"/>
                  </a:lnTo>
                  <a:lnTo>
                    <a:pt x="33" y="18"/>
                  </a:lnTo>
                  <a:lnTo>
                    <a:pt x="29" y="21"/>
                  </a:lnTo>
                  <a:lnTo>
                    <a:pt x="25" y="25"/>
                  </a:lnTo>
                  <a:lnTo>
                    <a:pt x="21" y="29"/>
                  </a:lnTo>
                  <a:lnTo>
                    <a:pt x="18" y="33"/>
                  </a:lnTo>
                  <a:lnTo>
                    <a:pt x="14" y="38"/>
                  </a:lnTo>
                  <a:lnTo>
                    <a:pt x="11" y="42"/>
                  </a:lnTo>
                  <a:lnTo>
                    <a:pt x="8" y="47"/>
                  </a:lnTo>
                  <a:lnTo>
                    <a:pt x="7" y="53"/>
                  </a:lnTo>
                  <a:lnTo>
                    <a:pt x="5" y="58"/>
                  </a:lnTo>
                  <a:lnTo>
                    <a:pt x="3" y="63"/>
                  </a:lnTo>
                  <a:lnTo>
                    <a:pt x="2" y="68"/>
                  </a:lnTo>
                  <a:lnTo>
                    <a:pt x="1" y="74"/>
                  </a:lnTo>
                  <a:lnTo>
                    <a:pt x="0" y="79"/>
                  </a:lnTo>
                  <a:lnTo>
                    <a:pt x="0" y="85"/>
                  </a:lnTo>
                  <a:lnTo>
                    <a:pt x="0" y="90"/>
                  </a:lnTo>
                  <a:lnTo>
                    <a:pt x="1" y="96"/>
                  </a:lnTo>
                  <a:lnTo>
                    <a:pt x="2" y="102"/>
                  </a:lnTo>
                  <a:lnTo>
                    <a:pt x="3" y="107"/>
                  </a:lnTo>
                  <a:lnTo>
                    <a:pt x="5" y="113"/>
                  </a:lnTo>
                  <a:lnTo>
                    <a:pt x="7" y="118"/>
                  </a:lnTo>
                  <a:lnTo>
                    <a:pt x="8" y="123"/>
                  </a:lnTo>
                  <a:lnTo>
                    <a:pt x="11" y="128"/>
                  </a:lnTo>
                  <a:lnTo>
                    <a:pt x="14" y="133"/>
                  </a:lnTo>
                  <a:lnTo>
                    <a:pt x="18" y="138"/>
                  </a:lnTo>
                  <a:lnTo>
                    <a:pt x="21" y="141"/>
                  </a:lnTo>
                  <a:lnTo>
                    <a:pt x="25" y="146"/>
                  </a:lnTo>
                  <a:lnTo>
                    <a:pt x="29" y="150"/>
                  </a:lnTo>
                  <a:lnTo>
                    <a:pt x="33" y="153"/>
                  </a:lnTo>
                  <a:lnTo>
                    <a:pt x="38" y="156"/>
                  </a:lnTo>
                  <a:lnTo>
                    <a:pt x="42" y="159"/>
                  </a:lnTo>
                  <a:lnTo>
                    <a:pt x="47" y="162"/>
                  </a:lnTo>
                  <a:lnTo>
                    <a:pt x="53" y="164"/>
                  </a:lnTo>
                  <a:lnTo>
                    <a:pt x="58" y="166"/>
                  </a:lnTo>
                  <a:lnTo>
                    <a:pt x="63" y="168"/>
                  </a:lnTo>
                  <a:lnTo>
                    <a:pt x="68" y="169"/>
                  </a:lnTo>
                  <a:lnTo>
                    <a:pt x="74" y="170"/>
                  </a:lnTo>
                  <a:lnTo>
                    <a:pt x="79" y="171"/>
                  </a:lnTo>
                  <a:lnTo>
                    <a:pt x="85" y="171"/>
                  </a:lnTo>
                  <a:close/>
                </a:path>
              </a:pathLst>
            </a:custGeom>
            <a:solidFill>
              <a:srgbClr val="e54b87"/>
            </a:solidFill>
            <a:ln w="0">
              <a:noFill/>
            </a:ln>
          </p:spPr>
          <p:txBody>
            <a:bodyPr lIns="90000" rIns="90000" tIns="16560" bIns="1656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</p:grpSp>
      <p:grpSp>
        <p:nvGrpSpPr>
          <p:cNvPr id="187" name=""/>
          <p:cNvGrpSpPr/>
          <p:nvPr/>
        </p:nvGrpSpPr>
        <p:grpSpPr>
          <a:xfrm>
            <a:off x="3560400" y="3672360"/>
            <a:ext cx="3411720" cy="491400"/>
            <a:chOff x="3560400" y="3672360"/>
            <a:chExt cx="3411720" cy="491400"/>
          </a:xfrm>
        </p:grpSpPr>
        <p:sp>
          <p:nvSpPr>
            <p:cNvPr id="188" name=""/>
            <p:cNvSpPr/>
            <p:nvPr/>
          </p:nvSpPr>
          <p:spPr>
            <a:xfrm>
              <a:off x="6480360" y="3672360"/>
              <a:ext cx="491760" cy="491400"/>
            </a:xfrm>
            <a:custGeom>
              <a:avLst/>
              <a:gdLst/>
              <a:ahLst/>
              <a:rect l="0" t="0" r="r" b="b"/>
              <a:pathLst>
                <a:path w="1366" h="1365">
                  <a:moveTo>
                    <a:pt x="1366" y="683"/>
                  </a:moveTo>
                  <a:lnTo>
                    <a:pt x="1365" y="728"/>
                  </a:lnTo>
                  <a:lnTo>
                    <a:pt x="1361" y="772"/>
                  </a:lnTo>
                  <a:lnTo>
                    <a:pt x="1354" y="816"/>
                  </a:lnTo>
                  <a:lnTo>
                    <a:pt x="1343" y="860"/>
                  </a:lnTo>
                  <a:lnTo>
                    <a:pt x="1331" y="901"/>
                  </a:lnTo>
                  <a:lnTo>
                    <a:pt x="1314" y="944"/>
                  </a:lnTo>
                  <a:lnTo>
                    <a:pt x="1296" y="985"/>
                  </a:lnTo>
                  <a:lnTo>
                    <a:pt x="1275" y="1024"/>
                  </a:lnTo>
                  <a:lnTo>
                    <a:pt x="1252" y="1062"/>
                  </a:lnTo>
                  <a:lnTo>
                    <a:pt x="1225" y="1098"/>
                  </a:lnTo>
                  <a:lnTo>
                    <a:pt x="1197" y="1133"/>
                  </a:lnTo>
                  <a:lnTo>
                    <a:pt x="1166" y="1165"/>
                  </a:lnTo>
                  <a:lnTo>
                    <a:pt x="1134" y="1195"/>
                  </a:lnTo>
                  <a:lnTo>
                    <a:pt x="1099" y="1224"/>
                  </a:lnTo>
                  <a:lnTo>
                    <a:pt x="1063" y="1250"/>
                  </a:lnTo>
                  <a:lnTo>
                    <a:pt x="1025" y="1274"/>
                  </a:lnTo>
                  <a:lnTo>
                    <a:pt x="986" y="1295"/>
                  </a:lnTo>
                  <a:lnTo>
                    <a:pt x="945" y="1313"/>
                  </a:lnTo>
                  <a:lnTo>
                    <a:pt x="904" y="1329"/>
                  </a:lnTo>
                  <a:lnTo>
                    <a:pt x="861" y="1342"/>
                  </a:lnTo>
                  <a:lnTo>
                    <a:pt x="817" y="1352"/>
                  </a:lnTo>
                  <a:lnTo>
                    <a:pt x="773" y="1359"/>
                  </a:lnTo>
                  <a:lnTo>
                    <a:pt x="729" y="1364"/>
                  </a:lnTo>
                  <a:lnTo>
                    <a:pt x="684" y="1365"/>
                  </a:lnTo>
                  <a:lnTo>
                    <a:pt x="639" y="1364"/>
                  </a:lnTo>
                  <a:lnTo>
                    <a:pt x="595" y="1359"/>
                  </a:lnTo>
                  <a:lnTo>
                    <a:pt x="550" y="1352"/>
                  </a:lnTo>
                  <a:lnTo>
                    <a:pt x="507" y="1342"/>
                  </a:lnTo>
                  <a:lnTo>
                    <a:pt x="464" y="1329"/>
                  </a:lnTo>
                  <a:lnTo>
                    <a:pt x="421" y="1313"/>
                  </a:lnTo>
                  <a:lnTo>
                    <a:pt x="381" y="1295"/>
                  </a:lnTo>
                  <a:lnTo>
                    <a:pt x="341" y="1274"/>
                  </a:lnTo>
                  <a:lnTo>
                    <a:pt x="303" y="1250"/>
                  </a:lnTo>
                  <a:lnTo>
                    <a:pt x="267" y="1224"/>
                  </a:lnTo>
                  <a:lnTo>
                    <a:pt x="233" y="1195"/>
                  </a:lnTo>
                  <a:lnTo>
                    <a:pt x="200" y="1165"/>
                  </a:lnTo>
                  <a:lnTo>
                    <a:pt x="169" y="1133"/>
                  </a:lnTo>
                  <a:lnTo>
                    <a:pt x="141" y="1098"/>
                  </a:lnTo>
                  <a:lnTo>
                    <a:pt x="115" y="1062"/>
                  </a:lnTo>
                  <a:lnTo>
                    <a:pt x="91" y="1024"/>
                  </a:lnTo>
                  <a:lnTo>
                    <a:pt x="71" y="985"/>
                  </a:lnTo>
                  <a:lnTo>
                    <a:pt x="52" y="944"/>
                  </a:lnTo>
                  <a:lnTo>
                    <a:pt x="36" y="901"/>
                  </a:lnTo>
                  <a:lnTo>
                    <a:pt x="23" y="860"/>
                  </a:lnTo>
                  <a:lnTo>
                    <a:pt x="13" y="816"/>
                  </a:lnTo>
                  <a:lnTo>
                    <a:pt x="6" y="772"/>
                  </a:lnTo>
                  <a:lnTo>
                    <a:pt x="1" y="728"/>
                  </a:lnTo>
                  <a:lnTo>
                    <a:pt x="0" y="683"/>
                  </a:lnTo>
                  <a:lnTo>
                    <a:pt x="1" y="637"/>
                  </a:lnTo>
                  <a:lnTo>
                    <a:pt x="6" y="594"/>
                  </a:lnTo>
                  <a:lnTo>
                    <a:pt x="14" y="550"/>
                  </a:lnTo>
                  <a:lnTo>
                    <a:pt x="23" y="507"/>
                  </a:lnTo>
                  <a:lnTo>
                    <a:pt x="37" y="464"/>
                  </a:lnTo>
                  <a:lnTo>
                    <a:pt x="52" y="422"/>
                  </a:lnTo>
                  <a:lnTo>
                    <a:pt x="71" y="381"/>
                  </a:lnTo>
                  <a:lnTo>
                    <a:pt x="91" y="341"/>
                  </a:lnTo>
                  <a:lnTo>
                    <a:pt x="116" y="303"/>
                  </a:lnTo>
                  <a:lnTo>
                    <a:pt x="141" y="267"/>
                  </a:lnTo>
                  <a:lnTo>
                    <a:pt x="170" y="233"/>
                  </a:lnTo>
                  <a:lnTo>
                    <a:pt x="200" y="200"/>
                  </a:lnTo>
                  <a:lnTo>
                    <a:pt x="233" y="169"/>
                  </a:lnTo>
                  <a:lnTo>
                    <a:pt x="267" y="141"/>
                  </a:lnTo>
                  <a:lnTo>
                    <a:pt x="303" y="116"/>
                  </a:lnTo>
                  <a:lnTo>
                    <a:pt x="341" y="91"/>
                  </a:lnTo>
                  <a:lnTo>
                    <a:pt x="381" y="71"/>
                  </a:lnTo>
                  <a:lnTo>
                    <a:pt x="421" y="52"/>
                  </a:lnTo>
                  <a:lnTo>
                    <a:pt x="464" y="36"/>
                  </a:lnTo>
                  <a:lnTo>
                    <a:pt x="507" y="23"/>
                  </a:lnTo>
                  <a:lnTo>
                    <a:pt x="550" y="13"/>
                  </a:lnTo>
                  <a:lnTo>
                    <a:pt x="594" y="6"/>
                  </a:lnTo>
                  <a:lnTo>
                    <a:pt x="639" y="1"/>
                  </a:lnTo>
                  <a:lnTo>
                    <a:pt x="684" y="0"/>
                  </a:lnTo>
                  <a:lnTo>
                    <a:pt x="729" y="1"/>
                  </a:lnTo>
                  <a:lnTo>
                    <a:pt x="773" y="6"/>
                  </a:lnTo>
                  <a:lnTo>
                    <a:pt x="817" y="13"/>
                  </a:lnTo>
                  <a:lnTo>
                    <a:pt x="861" y="23"/>
                  </a:lnTo>
                  <a:lnTo>
                    <a:pt x="902" y="36"/>
                  </a:lnTo>
                  <a:lnTo>
                    <a:pt x="945" y="52"/>
                  </a:lnTo>
                  <a:lnTo>
                    <a:pt x="986" y="71"/>
                  </a:lnTo>
                  <a:lnTo>
                    <a:pt x="1025" y="91"/>
                  </a:lnTo>
                  <a:lnTo>
                    <a:pt x="1063" y="116"/>
                  </a:lnTo>
                  <a:lnTo>
                    <a:pt x="1099" y="141"/>
                  </a:lnTo>
                  <a:lnTo>
                    <a:pt x="1134" y="169"/>
                  </a:lnTo>
                  <a:lnTo>
                    <a:pt x="1166" y="200"/>
                  </a:lnTo>
                  <a:lnTo>
                    <a:pt x="1196" y="233"/>
                  </a:lnTo>
                  <a:lnTo>
                    <a:pt x="1225" y="267"/>
                  </a:lnTo>
                  <a:lnTo>
                    <a:pt x="1251" y="303"/>
                  </a:lnTo>
                  <a:lnTo>
                    <a:pt x="1275" y="341"/>
                  </a:lnTo>
                  <a:lnTo>
                    <a:pt x="1296" y="381"/>
                  </a:lnTo>
                  <a:lnTo>
                    <a:pt x="1314" y="422"/>
                  </a:lnTo>
                  <a:lnTo>
                    <a:pt x="1329" y="464"/>
                  </a:lnTo>
                  <a:lnTo>
                    <a:pt x="1343" y="507"/>
                  </a:lnTo>
                  <a:lnTo>
                    <a:pt x="1352" y="550"/>
                  </a:lnTo>
                  <a:lnTo>
                    <a:pt x="1361" y="594"/>
                  </a:lnTo>
                  <a:lnTo>
                    <a:pt x="1365" y="637"/>
                  </a:lnTo>
                  <a:lnTo>
                    <a:pt x="1366" y="683"/>
                  </a:lnTo>
                  <a:close/>
                </a:path>
              </a:pathLst>
            </a:custGeom>
            <a:solidFill>
              <a:srgbClr val="f8b622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pPr algn="ctr"/>
              <a:r>
                <a:rPr b="1" lang="en-US" sz="1800" spc="-1" strike="noStrike">
                  <a:solidFill>
                    <a:srgbClr val="000000"/>
                  </a:solidFill>
                  <a:latin typeface="Noto Sans"/>
                </a:rPr>
                <a:t>4</a:t>
              </a:r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89" name=""/>
            <p:cNvSpPr/>
            <p:nvPr/>
          </p:nvSpPr>
          <p:spPr>
            <a:xfrm>
              <a:off x="3590280" y="4100400"/>
              <a:ext cx="3021120" cy="0"/>
            </a:xfrm>
            <a:prstGeom prst="line">
              <a:avLst/>
            </a:prstGeom>
            <a:ln cap="rnd" w="1044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5040" rIns="95040" tIns="-50040" bIns="-5004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90" name=""/>
            <p:cNvSpPr/>
            <p:nvPr/>
          </p:nvSpPr>
          <p:spPr>
            <a:xfrm>
              <a:off x="3560400" y="4069800"/>
              <a:ext cx="61560" cy="61560"/>
            </a:xfrm>
            <a:custGeom>
              <a:avLst/>
              <a:gdLst/>
              <a:ahLst/>
              <a:rect l="0" t="0" r="r" b="b"/>
              <a:pathLst>
                <a:path w="171" h="171">
                  <a:moveTo>
                    <a:pt x="85" y="171"/>
                  </a:moveTo>
                  <a:lnTo>
                    <a:pt x="79" y="171"/>
                  </a:lnTo>
                  <a:lnTo>
                    <a:pt x="74" y="170"/>
                  </a:lnTo>
                  <a:lnTo>
                    <a:pt x="68" y="169"/>
                  </a:lnTo>
                  <a:lnTo>
                    <a:pt x="63" y="168"/>
                  </a:lnTo>
                  <a:lnTo>
                    <a:pt x="58" y="166"/>
                  </a:lnTo>
                  <a:lnTo>
                    <a:pt x="53" y="164"/>
                  </a:lnTo>
                  <a:lnTo>
                    <a:pt x="47" y="162"/>
                  </a:lnTo>
                  <a:lnTo>
                    <a:pt x="42" y="159"/>
                  </a:lnTo>
                  <a:lnTo>
                    <a:pt x="38" y="156"/>
                  </a:lnTo>
                  <a:lnTo>
                    <a:pt x="33" y="153"/>
                  </a:lnTo>
                  <a:lnTo>
                    <a:pt x="29" y="150"/>
                  </a:lnTo>
                  <a:lnTo>
                    <a:pt x="25" y="146"/>
                  </a:lnTo>
                  <a:lnTo>
                    <a:pt x="21" y="141"/>
                  </a:lnTo>
                  <a:lnTo>
                    <a:pt x="18" y="138"/>
                  </a:lnTo>
                  <a:lnTo>
                    <a:pt x="14" y="133"/>
                  </a:lnTo>
                  <a:lnTo>
                    <a:pt x="11" y="128"/>
                  </a:lnTo>
                  <a:lnTo>
                    <a:pt x="8" y="123"/>
                  </a:lnTo>
                  <a:lnTo>
                    <a:pt x="7" y="118"/>
                  </a:lnTo>
                  <a:lnTo>
                    <a:pt x="5" y="113"/>
                  </a:lnTo>
                  <a:lnTo>
                    <a:pt x="3" y="107"/>
                  </a:lnTo>
                  <a:lnTo>
                    <a:pt x="2" y="102"/>
                  </a:lnTo>
                  <a:lnTo>
                    <a:pt x="1" y="96"/>
                  </a:lnTo>
                  <a:lnTo>
                    <a:pt x="0" y="90"/>
                  </a:lnTo>
                  <a:lnTo>
                    <a:pt x="0" y="85"/>
                  </a:lnTo>
                  <a:lnTo>
                    <a:pt x="0" y="79"/>
                  </a:lnTo>
                  <a:lnTo>
                    <a:pt x="1" y="74"/>
                  </a:lnTo>
                  <a:lnTo>
                    <a:pt x="2" y="68"/>
                  </a:lnTo>
                  <a:lnTo>
                    <a:pt x="3" y="63"/>
                  </a:lnTo>
                  <a:lnTo>
                    <a:pt x="5" y="58"/>
                  </a:lnTo>
                  <a:lnTo>
                    <a:pt x="7" y="53"/>
                  </a:lnTo>
                  <a:lnTo>
                    <a:pt x="8" y="47"/>
                  </a:lnTo>
                  <a:lnTo>
                    <a:pt x="11" y="42"/>
                  </a:lnTo>
                  <a:lnTo>
                    <a:pt x="14" y="38"/>
                  </a:lnTo>
                  <a:lnTo>
                    <a:pt x="18" y="33"/>
                  </a:lnTo>
                  <a:lnTo>
                    <a:pt x="21" y="29"/>
                  </a:lnTo>
                  <a:lnTo>
                    <a:pt x="25" y="25"/>
                  </a:lnTo>
                  <a:lnTo>
                    <a:pt x="29" y="21"/>
                  </a:lnTo>
                  <a:lnTo>
                    <a:pt x="33" y="18"/>
                  </a:lnTo>
                  <a:lnTo>
                    <a:pt x="38" y="14"/>
                  </a:lnTo>
                  <a:lnTo>
                    <a:pt x="42" y="11"/>
                  </a:lnTo>
                  <a:lnTo>
                    <a:pt x="47" y="8"/>
                  </a:lnTo>
                  <a:lnTo>
                    <a:pt x="53" y="7"/>
                  </a:lnTo>
                  <a:lnTo>
                    <a:pt x="58" y="5"/>
                  </a:lnTo>
                  <a:lnTo>
                    <a:pt x="63" y="3"/>
                  </a:lnTo>
                  <a:lnTo>
                    <a:pt x="68" y="2"/>
                  </a:lnTo>
                  <a:lnTo>
                    <a:pt x="74" y="1"/>
                  </a:lnTo>
                  <a:lnTo>
                    <a:pt x="79" y="0"/>
                  </a:lnTo>
                  <a:lnTo>
                    <a:pt x="85" y="0"/>
                  </a:lnTo>
                  <a:lnTo>
                    <a:pt x="90" y="0"/>
                  </a:lnTo>
                  <a:lnTo>
                    <a:pt x="96" y="1"/>
                  </a:lnTo>
                  <a:lnTo>
                    <a:pt x="102" y="2"/>
                  </a:lnTo>
                  <a:lnTo>
                    <a:pt x="107" y="3"/>
                  </a:lnTo>
                  <a:lnTo>
                    <a:pt x="112" y="5"/>
                  </a:lnTo>
                  <a:lnTo>
                    <a:pt x="118" y="7"/>
                  </a:lnTo>
                  <a:lnTo>
                    <a:pt x="123" y="8"/>
                  </a:lnTo>
                  <a:lnTo>
                    <a:pt x="127" y="11"/>
                  </a:lnTo>
                  <a:lnTo>
                    <a:pt x="132" y="14"/>
                  </a:lnTo>
                  <a:lnTo>
                    <a:pt x="137" y="18"/>
                  </a:lnTo>
                  <a:lnTo>
                    <a:pt x="141" y="21"/>
                  </a:lnTo>
                  <a:lnTo>
                    <a:pt x="145" y="25"/>
                  </a:lnTo>
                  <a:lnTo>
                    <a:pt x="149" y="29"/>
                  </a:lnTo>
                  <a:lnTo>
                    <a:pt x="153" y="33"/>
                  </a:lnTo>
                  <a:lnTo>
                    <a:pt x="156" y="38"/>
                  </a:lnTo>
                  <a:lnTo>
                    <a:pt x="159" y="42"/>
                  </a:lnTo>
                  <a:lnTo>
                    <a:pt x="162" y="47"/>
                  </a:lnTo>
                  <a:lnTo>
                    <a:pt x="164" y="53"/>
                  </a:lnTo>
                  <a:lnTo>
                    <a:pt x="166" y="58"/>
                  </a:lnTo>
                  <a:lnTo>
                    <a:pt x="168" y="63"/>
                  </a:lnTo>
                  <a:lnTo>
                    <a:pt x="169" y="68"/>
                  </a:lnTo>
                  <a:lnTo>
                    <a:pt x="170" y="74"/>
                  </a:lnTo>
                  <a:lnTo>
                    <a:pt x="171" y="79"/>
                  </a:lnTo>
                  <a:lnTo>
                    <a:pt x="171" y="85"/>
                  </a:lnTo>
                  <a:lnTo>
                    <a:pt x="171" y="90"/>
                  </a:lnTo>
                  <a:lnTo>
                    <a:pt x="170" y="96"/>
                  </a:lnTo>
                  <a:lnTo>
                    <a:pt x="169" y="102"/>
                  </a:lnTo>
                  <a:lnTo>
                    <a:pt x="168" y="107"/>
                  </a:lnTo>
                  <a:lnTo>
                    <a:pt x="166" y="113"/>
                  </a:lnTo>
                  <a:lnTo>
                    <a:pt x="164" y="118"/>
                  </a:lnTo>
                  <a:lnTo>
                    <a:pt x="162" y="123"/>
                  </a:lnTo>
                  <a:lnTo>
                    <a:pt x="159" y="128"/>
                  </a:lnTo>
                  <a:lnTo>
                    <a:pt x="156" y="133"/>
                  </a:lnTo>
                  <a:lnTo>
                    <a:pt x="153" y="138"/>
                  </a:lnTo>
                  <a:lnTo>
                    <a:pt x="149" y="141"/>
                  </a:lnTo>
                  <a:lnTo>
                    <a:pt x="145" y="146"/>
                  </a:lnTo>
                  <a:lnTo>
                    <a:pt x="141" y="150"/>
                  </a:lnTo>
                  <a:lnTo>
                    <a:pt x="137" y="153"/>
                  </a:lnTo>
                  <a:lnTo>
                    <a:pt x="132" y="156"/>
                  </a:lnTo>
                  <a:lnTo>
                    <a:pt x="127" y="159"/>
                  </a:lnTo>
                  <a:lnTo>
                    <a:pt x="123" y="162"/>
                  </a:lnTo>
                  <a:lnTo>
                    <a:pt x="118" y="164"/>
                  </a:lnTo>
                  <a:lnTo>
                    <a:pt x="112" y="166"/>
                  </a:lnTo>
                  <a:lnTo>
                    <a:pt x="107" y="168"/>
                  </a:lnTo>
                  <a:lnTo>
                    <a:pt x="102" y="169"/>
                  </a:lnTo>
                  <a:lnTo>
                    <a:pt x="96" y="170"/>
                  </a:lnTo>
                  <a:lnTo>
                    <a:pt x="90" y="171"/>
                  </a:lnTo>
                  <a:lnTo>
                    <a:pt x="85" y="171"/>
                  </a:lnTo>
                  <a:close/>
                </a:path>
              </a:pathLst>
            </a:custGeom>
            <a:solidFill>
              <a:srgbClr val="f8b621"/>
            </a:solidFill>
            <a:ln w="0">
              <a:noFill/>
            </a:ln>
          </p:spPr>
          <p:txBody>
            <a:bodyPr lIns="90000" rIns="90000" tIns="16560" bIns="1656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</p:grpSp>
      <p:grpSp>
        <p:nvGrpSpPr>
          <p:cNvPr id="191" name=""/>
          <p:cNvGrpSpPr/>
          <p:nvPr/>
        </p:nvGrpSpPr>
        <p:grpSpPr>
          <a:xfrm>
            <a:off x="4440600" y="619560"/>
            <a:ext cx="3288240" cy="504360"/>
            <a:chOff x="4440600" y="619560"/>
            <a:chExt cx="3288240" cy="504360"/>
          </a:xfrm>
        </p:grpSpPr>
        <p:sp>
          <p:nvSpPr>
            <p:cNvPr id="192" name=""/>
            <p:cNvSpPr/>
            <p:nvPr/>
          </p:nvSpPr>
          <p:spPr>
            <a:xfrm flipH="1">
              <a:off x="4678200" y="1092960"/>
              <a:ext cx="3020760" cy="0"/>
            </a:xfrm>
            <a:prstGeom prst="line">
              <a:avLst/>
            </a:prstGeom>
            <a:ln cap="rnd" w="1044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5040" rIns="95040" tIns="-50040" bIns="-50040" anchor="ctr" anchorCtr="1">
              <a:noAutofit/>
            </a:bodyPr>
            <a:p>
              <a:endParaRPr b="0" lang="en-US" sz="1800" spc="-1" strike="noStrike">
                <a:solidFill>
                  <a:srgbClr val="7f59ae"/>
                </a:solidFill>
                <a:latin typeface="Noto Sans"/>
              </a:endParaRPr>
            </a:p>
          </p:txBody>
        </p:sp>
        <p:sp>
          <p:nvSpPr>
            <p:cNvPr id="193" name=""/>
            <p:cNvSpPr/>
            <p:nvPr/>
          </p:nvSpPr>
          <p:spPr>
            <a:xfrm>
              <a:off x="7667280" y="1062360"/>
              <a:ext cx="61560" cy="61560"/>
            </a:xfrm>
            <a:custGeom>
              <a:avLst/>
              <a:gdLst/>
              <a:ahLst/>
              <a:rect l="0" t="0" r="r" b="b"/>
              <a:pathLst>
                <a:path w="171" h="171">
                  <a:moveTo>
                    <a:pt x="85" y="171"/>
                  </a:moveTo>
                  <a:lnTo>
                    <a:pt x="90" y="171"/>
                  </a:lnTo>
                  <a:lnTo>
                    <a:pt x="96" y="170"/>
                  </a:lnTo>
                  <a:lnTo>
                    <a:pt x="102" y="169"/>
                  </a:lnTo>
                  <a:lnTo>
                    <a:pt x="107" y="168"/>
                  </a:lnTo>
                  <a:lnTo>
                    <a:pt x="112" y="166"/>
                  </a:lnTo>
                  <a:lnTo>
                    <a:pt x="118" y="164"/>
                  </a:lnTo>
                  <a:lnTo>
                    <a:pt x="123" y="162"/>
                  </a:lnTo>
                  <a:lnTo>
                    <a:pt x="127" y="159"/>
                  </a:lnTo>
                  <a:lnTo>
                    <a:pt x="132" y="156"/>
                  </a:lnTo>
                  <a:lnTo>
                    <a:pt x="137" y="153"/>
                  </a:lnTo>
                  <a:lnTo>
                    <a:pt x="141" y="150"/>
                  </a:lnTo>
                  <a:lnTo>
                    <a:pt x="145" y="146"/>
                  </a:lnTo>
                  <a:lnTo>
                    <a:pt x="149" y="141"/>
                  </a:lnTo>
                  <a:lnTo>
                    <a:pt x="153" y="138"/>
                  </a:lnTo>
                  <a:lnTo>
                    <a:pt x="156" y="133"/>
                  </a:lnTo>
                  <a:lnTo>
                    <a:pt x="159" y="128"/>
                  </a:lnTo>
                  <a:lnTo>
                    <a:pt x="162" y="123"/>
                  </a:lnTo>
                  <a:lnTo>
                    <a:pt x="164" y="118"/>
                  </a:lnTo>
                  <a:lnTo>
                    <a:pt x="166" y="113"/>
                  </a:lnTo>
                  <a:lnTo>
                    <a:pt x="168" y="107"/>
                  </a:lnTo>
                  <a:lnTo>
                    <a:pt x="169" y="102"/>
                  </a:lnTo>
                  <a:lnTo>
                    <a:pt x="170" y="96"/>
                  </a:lnTo>
                  <a:lnTo>
                    <a:pt x="171" y="90"/>
                  </a:lnTo>
                  <a:lnTo>
                    <a:pt x="171" y="85"/>
                  </a:lnTo>
                  <a:lnTo>
                    <a:pt x="171" y="79"/>
                  </a:lnTo>
                  <a:lnTo>
                    <a:pt x="170" y="74"/>
                  </a:lnTo>
                  <a:lnTo>
                    <a:pt x="169" y="68"/>
                  </a:lnTo>
                  <a:lnTo>
                    <a:pt x="168" y="63"/>
                  </a:lnTo>
                  <a:lnTo>
                    <a:pt x="166" y="58"/>
                  </a:lnTo>
                  <a:lnTo>
                    <a:pt x="164" y="53"/>
                  </a:lnTo>
                  <a:lnTo>
                    <a:pt x="162" y="47"/>
                  </a:lnTo>
                  <a:lnTo>
                    <a:pt x="159" y="42"/>
                  </a:lnTo>
                  <a:lnTo>
                    <a:pt x="156" y="38"/>
                  </a:lnTo>
                  <a:lnTo>
                    <a:pt x="153" y="33"/>
                  </a:lnTo>
                  <a:lnTo>
                    <a:pt x="149" y="29"/>
                  </a:lnTo>
                  <a:lnTo>
                    <a:pt x="145" y="25"/>
                  </a:lnTo>
                  <a:lnTo>
                    <a:pt x="141" y="21"/>
                  </a:lnTo>
                  <a:lnTo>
                    <a:pt x="137" y="18"/>
                  </a:lnTo>
                  <a:lnTo>
                    <a:pt x="132" y="14"/>
                  </a:lnTo>
                  <a:lnTo>
                    <a:pt x="127" y="11"/>
                  </a:lnTo>
                  <a:lnTo>
                    <a:pt x="123" y="8"/>
                  </a:lnTo>
                  <a:lnTo>
                    <a:pt x="118" y="7"/>
                  </a:lnTo>
                  <a:lnTo>
                    <a:pt x="112" y="5"/>
                  </a:lnTo>
                  <a:lnTo>
                    <a:pt x="107" y="3"/>
                  </a:lnTo>
                  <a:lnTo>
                    <a:pt x="102" y="2"/>
                  </a:lnTo>
                  <a:lnTo>
                    <a:pt x="96" y="1"/>
                  </a:lnTo>
                  <a:lnTo>
                    <a:pt x="90" y="0"/>
                  </a:lnTo>
                  <a:lnTo>
                    <a:pt x="85" y="0"/>
                  </a:lnTo>
                  <a:lnTo>
                    <a:pt x="79" y="0"/>
                  </a:lnTo>
                  <a:lnTo>
                    <a:pt x="74" y="1"/>
                  </a:lnTo>
                  <a:lnTo>
                    <a:pt x="68" y="2"/>
                  </a:lnTo>
                  <a:lnTo>
                    <a:pt x="63" y="3"/>
                  </a:lnTo>
                  <a:lnTo>
                    <a:pt x="58" y="5"/>
                  </a:lnTo>
                  <a:lnTo>
                    <a:pt x="53" y="7"/>
                  </a:lnTo>
                  <a:lnTo>
                    <a:pt x="47" y="8"/>
                  </a:lnTo>
                  <a:lnTo>
                    <a:pt x="42" y="11"/>
                  </a:lnTo>
                  <a:lnTo>
                    <a:pt x="38" y="14"/>
                  </a:lnTo>
                  <a:lnTo>
                    <a:pt x="33" y="18"/>
                  </a:lnTo>
                  <a:lnTo>
                    <a:pt x="29" y="21"/>
                  </a:lnTo>
                  <a:lnTo>
                    <a:pt x="25" y="25"/>
                  </a:lnTo>
                  <a:lnTo>
                    <a:pt x="21" y="29"/>
                  </a:lnTo>
                  <a:lnTo>
                    <a:pt x="18" y="33"/>
                  </a:lnTo>
                  <a:lnTo>
                    <a:pt x="14" y="38"/>
                  </a:lnTo>
                  <a:lnTo>
                    <a:pt x="11" y="42"/>
                  </a:lnTo>
                  <a:lnTo>
                    <a:pt x="8" y="47"/>
                  </a:lnTo>
                  <a:lnTo>
                    <a:pt x="7" y="53"/>
                  </a:lnTo>
                  <a:lnTo>
                    <a:pt x="5" y="58"/>
                  </a:lnTo>
                  <a:lnTo>
                    <a:pt x="3" y="63"/>
                  </a:lnTo>
                  <a:lnTo>
                    <a:pt x="2" y="68"/>
                  </a:lnTo>
                  <a:lnTo>
                    <a:pt x="1" y="74"/>
                  </a:lnTo>
                  <a:lnTo>
                    <a:pt x="0" y="79"/>
                  </a:lnTo>
                  <a:lnTo>
                    <a:pt x="0" y="85"/>
                  </a:lnTo>
                  <a:lnTo>
                    <a:pt x="0" y="90"/>
                  </a:lnTo>
                  <a:lnTo>
                    <a:pt x="1" y="96"/>
                  </a:lnTo>
                  <a:lnTo>
                    <a:pt x="2" y="102"/>
                  </a:lnTo>
                  <a:lnTo>
                    <a:pt x="3" y="107"/>
                  </a:lnTo>
                  <a:lnTo>
                    <a:pt x="5" y="113"/>
                  </a:lnTo>
                  <a:lnTo>
                    <a:pt x="7" y="118"/>
                  </a:lnTo>
                  <a:lnTo>
                    <a:pt x="8" y="123"/>
                  </a:lnTo>
                  <a:lnTo>
                    <a:pt x="11" y="128"/>
                  </a:lnTo>
                  <a:lnTo>
                    <a:pt x="14" y="133"/>
                  </a:lnTo>
                  <a:lnTo>
                    <a:pt x="18" y="138"/>
                  </a:lnTo>
                  <a:lnTo>
                    <a:pt x="21" y="141"/>
                  </a:lnTo>
                  <a:lnTo>
                    <a:pt x="25" y="146"/>
                  </a:lnTo>
                  <a:lnTo>
                    <a:pt x="29" y="150"/>
                  </a:lnTo>
                  <a:lnTo>
                    <a:pt x="33" y="153"/>
                  </a:lnTo>
                  <a:lnTo>
                    <a:pt x="38" y="156"/>
                  </a:lnTo>
                  <a:lnTo>
                    <a:pt x="42" y="159"/>
                  </a:lnTo>
                  <a:lnTo>
                    <a:pt x="47" y="162"/>
                  </a:lnTo>
                  <a:lnTo>
                    <a:pt x="53" y="164"/>
                  </a:lnTo>
                  <a:lnTo>
                    <a:pt x="58" y="166"/>
                  </a:lnTo>
                  <a:lnTo>
                    <a:pt x="63" y="168"/>
                  </a:lnTo>
                  <a:lnTo>
                    <a:pt x="68" y="169"/>
                  </a:lnTo>
                  <a:lnTo>
                    <a:pt x="74" y="170"/>
                  </a:lnTo>
                  <a:lnTo>
                    <a:pt x="79" y="171"/>
                  </a:lnTo>
                  <a:lnTo>
                    <a:pt x="85" y="171"/>
                  </a:lnTo>
                  <a:close/>
                </a:path>
              </a:pathLst>
            </a:custGeom>
            <a:solidFill>
              <a:srgbClr val="7f59ae"/>
            </a:solidFill>
            <a:ln w="0">
              <a:noFill/>
            </a:ln>
          </p:spPr>
          <p:txBody>
            <a:bodyPr lIns="90000" rIns="90000" tIns="16560" bIns="16560" anchor="ctr" anchorCtr="1">
              <a:noAutofit/>
            </a:bodyPr>
            <a:p>
              <a:endParaRPr b="0" lang="en-US" sz="1800" spc="-1" strike="noStrike">
                <a:solidFill>
                  <a:srgbClr val="7f59ae"/>
                </a:solidFill>
                <a:latin typeface="Noto Sans"/>
              </a:endParaRPr>
            </a:p>
          </p:txBody>
        </p:sp>
        <p:sp>
          <p:nvSpPr>
            <p:cNvPr id="194" name=""/>
            <p:cNvSpPr/>
            <p:nvPr/>
          </p:nvSpPr>
          <p:spPr>
            <a:xfrm>
              <a:off x="4440600" y="619560"/>
              <a:ext cx="491760" cy="491400"/>
            </a:xfrm>
            <a:custGeom>
              <a:avLst/>
              <a:gdLst/>
              <a:ahLst/>
              <a:rect l="0" t="0" r="r" b="b"/>
              <a:pathLst>
                <a:path w="1366" h="1365">
                  <a:moveTo>
                    <a:pt x="1366" y="683"/>
                  </a:moveTo>
                  <a:lnTo>
                    <a:pt x="1365" y="728"/>
                  </a:lnTo>
                  <a:lnTo>
                    <a:pt x="1361" y="772"/>
                  </a:lnTo>
                  <a:lnTo>
                    <a:pt x="1354" y="816"/>
                  </a:lnTo>
                  <a:lnTo>
                    <a:pt x="1343" y="860"/>
                  </a:lnTo>
                  <a:lnTo>
                    <a:pt x="1331" y="901"/>
                  </a:lnTo>
                  <a:lnTo>
                    <a:pt x="1314" y="944"/>
                  </a:lnTo>
                  <a:lnTo>
                    <a:pt x="1296" y="985"/>
                  </a:lnTo>
                  <a:lnTo>
                    <a:pt x="1275" y="1024"/>
                  </a:lnTo>
                  <a:lnTo>
                    <a:pt x="1252" y="1062"/>
                  </a:lnTo>
                  <a:lnTo>
                    <a:pt x="1225" y="1098"/>
                  </a:lnTo>
                  <a:lnTo>
                    <a:pt x="1197" y="1133"/>
                  </a:lnTo>
                  <a:lnTo>
                    <a:pt x="1166" y="1165"/>
                  </a:lnTo>
                  <a:lnTo>
                    <a:pt x="1134" y="1195"/>
                  </a:lnTo>
                  <a:lnTo>
                    <a:pt x="1099" y="1224"/>
                  </a:lnTo>
                  <a:lnTo>
                    <a:pt x="1063" y="1250"/>
                  </a:lnTo>
                  <a:lnTo>
                    <a:pt x="1025" y="1274"/>
                  </a:lnTo>
                  <a:lnTo>
                    <a:pt x="986" y="1295"/>
                  </a:lnTo>
                  <a:lnTo>
                    <a:pt x="945" y="1313"/>
                  </a:lnTo>
                  <a:lnTo>
                    <a:pt x="904" y="1329"/>
                  </a:lnTo>
                  <a:lnTo>
                    <a:pt x="861" y="1342"/>
                  </a:lnTo>
                  <a:lnTo>
                    <a:pt x="817" y="1352"/>
                  </a:lnTo>
                  <a:lnTo>
                    <a:pt x="773" y="1359"/>
                  </a:lnTo>
                  <a:lnTo>
                    <a:pt x="729" y="1364"/>
                  </a:lnTo>
                  <a:lnTo>
                    <a:pt x="684" y="1365"/>
                  </a:lnTo>
                  <a:lnTo>
                    <a:pt x="639" y="1364"/>
                  </a:lnTo>
                  <a:lnTo>
                    <a:pt x="595" y="1359"/>
                  </a:lnTo>
                  <a:lnTo>
                    <a:pt x="550" y="1352"/>
                  </a:lnTo>
                  <a:lnTo>
                    <a:pt x="507" y="1342"/>
                  </a:lnTo>
                  <a:lnTo>
                    <a:pt x="464" y="1329"/>
                  </a:lnTo>
                  <a:lnTo>
                    <a:pt x="421" y="1313"/>
                  </a:lnTo>
                  <a:lnTo>
                    <a:pt x="381" y="1295"/>
                  </a:lnTo>
                  <a:lnTo>
                    <a:pt x="341" y="1274"/>
                  </a:lnTo>
                  <a:lnTo>
                    <a:pt x="303" y="1250"/>
                  </a:lnTo>
                  <a:lnTo>
                    <a:pt x="267" y="1224"/>
                  </a:lnTo>
                  <a:lnTo>
                    <a:pt x="233" y="1195"/>
                  </a:lnTo>
                  <a:lnTo>
                    <a:pt x="200" y="1165"/>
                  </a:lnTo>
                  <a:lnTo>
                    <a:pt x="169" y="1133"/>
                  </a:lnTo>
                  <a:lnTo>
                    <a:pt x="141" y="1098"/>
                  </a:lnTo>
                  <a:lnTo>
                    <a:pt x="115" y="1062"/>
                  </a:lnTo>
                  <a:lnTo>
                    <a:pt x="91" y="1024"/>
                  </a:lnTo>
                  <a:lnTo>
                    <a:pt x="71" y="985"/>
                  </a:lnTo>
                  <a:lnTo>
                    <a:pt x="52" y="944"/>
                  </a:lnTo>
                  <a:lnTo>
                    <a:pt x="36" y="901"/>
                  </a:lnTo>
                  <a:lnTo>
                    <a:pt x="23" y="860"/>
                  </a:lnTo>
                  <a:lnTo>
                    <a:pt x="13" y="816"/>
                  </a:lnTo>
                  <a:lnTo>
                    <a:pt x="6" y="772"/>
                  </a:lnTo>
                  <a:lnTo>
                    <a:pt x="1" y="728"/>
                  </a:lnTo>
                  <a:lnTo>
                    <a:pt x="0" y="683"/>
                  </a:lnTo>
                  <a:lnTo>
                    <a:pt x="1" y="637"/>
                  </a:lnTo>
                  <a:lnTo>
                    <a:pt x="6" y="594"/>
                  </a:lnTo>
                  <a:lnTo>
                    <a:pt x="14" y="550"/>
                  </a:lnTo>
                  <a:lnTo>
                    <a:pt x="23" y="507"/>
                  </a:lnTo>
                  <a:lnTo>
                    <a:pt x="37" y="464"/>
                  </a:lnTo>
                  <a:lnTo>
                    <a:pt x="52" y="422"/>
                  </a:lnTo>
                  <a:lnTo>
                    <a:pt x="71" y="381"/>
                  </a:lnTo>
                  <a:lnTo>
                    <a:pt x="91" y="341"/>
                  </a:lnTo>
                  <a:lnTo>
                    <a:pt x="116" y="303"/>
                  </a:lnTo>
                  <a:lnTo>
                    <a:pt x="141" y="267"/>
                  </a:lnTo>
                  <a:lnTo>
                    <a:pt x="170" y="233"/>
                  </a:lnTo>
                  <a:lnTo>
                    <a:pt x="200" y="200"/>
                  </a:lnTo>
                  <a:lnTo>
                    <a:pt x="233" y="169"/>
                  </a:lnTo>
                  <a:lnTo>
                    <a:pt x="267" y="141"/>
                  </a:lnTo>
                  <a:lnTo>
                    <a:pt x="303" y="116"/>
                  </a:lnTo>
                  <a:lnTo>
                    <a:pt x="341" y="91"/>
                  </a:lnTo>
                  <a:lnTo>
                    <a:pt x="381" y="71"/>
                  </a:lnTo>
                  <a:lnTo>
                    <a:pt x="421" y="52"/>
                  </a:lnTo>
                  <a:lnTo>
                    <a:pt x="464" y="36"/>
                  </a:lnTo>
                  <a:lnTo>
                    <a:pt x="507" y="23"/>
                  </a:lnTo>
                  <a:lnTo>
                    <a:pt x="550" y="13"/>
                  </a:lnTo>
                  <a:lnTo>
                    <a:pt x="594" y="6"/>
                  </a:lnTo>
                  <a:lnTo>
                    <a:pt x="639" y="1"/>
                  </a:lnTo>
                  <a:lnTo>
                    <a:pt x="684" y="0"/>
                  </a:lnTo>
                  <a:lnTo>
                    <a:pt x="729" y="1"/>
                  </a:lnTo>
                  <a:lnTo>
                    <a:pt x="773" y="6"/>
                  </a:lnTo>
                  <a:lnTo>
                    <a:pt x="817" y="13"/>
                  </a:lnTo>
                  <a:lnTo>
                    <a:pt x="861" y="23"/>
                  </a:lnTo>
                  <a:lnTo>
                    <a:pt x="902" y="36"/>
                  </a:lnTo>
                  <a:lnTo>
                    <a:pt x="945" y="52"/>
                  </a:lnTo>
                  <a:lnTo>
                    <a:pt x="986" y="71"/>
                  </a:lnTo>
                  <a:lnTo>
                    <a:pt x="1025" y="91"/>
                  </a:lnTo>
                  <a:lnTo>
                    <a:pt x="1063" y="116"/>
                  </a:lnTo>
                  <a:lnTo>
                    <a:pt x="1099" y="141"/>
                  </a:lnTo>
                  <a:lnTo>
                    <a:pt x="1134" y="169"/>
                  </a:lnTo>
                  <a:lnTo>
                    <a:pt x="1166" y="200"/>
                  </a:lnTo>
                  <a:lnTo>
                    <a:pt x="1196" y="233"/>
                  </a:lnTo>
                  <a:lnTo>
                    <a:pt x="1225" y="267"/>
                  </a:lnTo>
                  <a:lnTo>
                    <a:pt x="1251" y="303"/>
                  </a:lnTo>
                  <a:lnTo>
                    <a:pt x="1275" y="341"/>
                  </a:lnTo>
                  <a:lnTo>
                    <a:pt x="1296" y="381"/>
                  </a:lnTo>
                  <a:lnTo>
                    <a:pt x="1314" y="422"/>
                  </a:lnTo>
                  <a:lnTo>
                    <a:pt x="1329" y="464"/>
                  </a:lnTo>
                  <a:lnTo>
                    <a:pt x="1343" y="507"/>
                  </a:lnTo>
                  <a:lnTo>
                    <a:pt x="1352" y="550"/>
                  </a:lnTo>
                  <a:lnTo>
                    <a:pt x="1361" y="594"/>
                  </a:lnTo>
                  <a:lnTo>
                    <a:pt x="1365" y="637"/>
                  </a:lnTo>
                  <a:lnTo>
                    <a:pt x="1366" y="683"/>
                  </a:lnTo>
                  <a:close/>
                </a:path>
              </a:pathLst>
            </a:custGeom>
            <a:solidFill>
              <a:srgbClr val="7f59ae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pPr algn="ctr"/>
              <a:r>
                <a:rPr b="1" lang="en-US" sz="1800" spc="-1" strike="noStrike">
                  <a:solidFill>
                    <a:srgbClr val="ffffff"/>
                  </a:solidFill>
                  <a:latin typeface="Noto Sans"/>
                </a:rPr>
                <a:t>1</a:t>
              </a:r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</p:grpSp>
      <p:grpSp>
        <p:nvGrpSpPr>
          <p:cNvPr id="195" name=""/>
          <p:cNvGrpSpPr/>
          <p:nvPr/>
        </p:nvGrpSpPr>
        <p:grpSpPr>
          <a:xfrm>
            <a:off x="4440600" y="4557240"/>
            <a:ext cx="3287160" cy="514800"/>
            <a:chOff x="4440600" y="4557240"/>
            <a:chExt cx="3287160" cy="514800"/>
          </a:xfrm>
        </p:grpSpPr>
        <p:sp>
          <p:nvSpPr>
            <p:cNvPr id="196" name=""/>
            <p:cNvSpPr/>
            <p:nvPr/>
          </p:nvSpPr>
          <p:spPr>
            <a:xfrm>
              <a:off x="4440600" y="4557240"/>
              <a:ext cx="491760" cy="491400"/>
            </a:xfrm>
            <a:custGeom>
              <a:avLst/>
              <a:gdLst/>
              <a:ahLst/>
              <a:rect l="0" t="0" r="r" b="b"/>
              <a:pathLst>
                <a:path w="1366" h="1365">
                  <a:moveTo>
                    <a:pt x="1366" y="683"/>
                  </a:moveTo>
                  <a:lnTo>
                    <a:pt x="1365" y="728"/>
                  </a:lnTo>
                  <a:lnTo>
                    <a:pt x="1361" y="772"/>
                  </a:lnTo>
                  <a:lnTo>
                    <a:pt x="1354" y="816"/>
                  </a:lnTo>
                  <a:lnTo>
                    <a:pt x="1343" y="860"/>
                  </a:lnTo>
                  <a:lnTo>
                    <a:pt x="1331" y="901"/>
                  </a:lnTo>
                  <a:lnTo>
                    <a:pt x="1314" y="944"/>
                  </a:lnTo>
                  <a:lnTo>
                    <a:pt x="1296" y="985"/>
                  </a:lnTo>
                  <a:lnTo>
                    <a:pt x="1275" y="1024"/>
                  </a:lnTo>
                  <a:lnTo>
                    <a:pt x="1252" y="1062"/>
                  </a:lnTo>
                  <a:lnTo>
                    <a:pt x="1225" y="1098"/>
                  </a:lnTo>
                  <a:lnTo>
                    <a:pt x="1197" y="1133"/>
                  </a:lnTo>
                  <a:lnTo>
                    <a:pt x="1166" y="1165"/>
                  </a:lnTo>
                  <a:lnTo>
                    <a:pt x="1134" y="1195"/>
                  </a:lnTo>
                  <a:lnTo>
                    <a:pt x="1099" y="1224"/>
                  </a:lnTo>
                  <a:lnTo>
                    <a:pt x="1063" y="1250"/>
                  </a:lnTo>
                  <a:lnTo>
                    <a:pt x="1025" y="1274"/>
                  </a:lnTo>
                  <a:lnTo>
                    <a:pt x="986" y="1295"/>
                  </a:lnTo>
                  <a:lnTo>
                    <a:pt x="945" y="1313"/>
                  </a:lnTo>
                  <a:lnTo>
                    <a:pt x="904" y="1329"/>
                  </a:lnTo>
                  <a:lnTo>
                    <a:pt x="861" y="1342"/>
                  </a:lnTo>
                  <a:lnTo>
                    <a:pt x="817" y="1352"/>
                  </a:lnTo>
                  <a:lnTo>
                    <a:pt x="773" y="1359"/>
                  </a:lnTo>
                  <a:lnTo>
                    <a:pt x="729" y="1364"/>
                  </a:lnTo>
                  <a:lnTo>
                    <a:pt x="684" y="1365"/>
                  </a:lnTo>
                  <a:lnTo>
                    <a:pt x="639" y="1364"/>
                  </a:lnTo>
                  <a:lnTo>
                    <a:pt x="595" y="1359"/>
                  </a:lnTo>
                  <a:lnTo>
                    <a:pt x="550" y="1352"/>
                  </a:lnTo>
                  <a:lnTo>
                    <a:pt x="507" y="1342"/>
                  </a:lnTo>
                  <a:lnTo>
                    <a:pt x="464" y="1329"/>
                  </a:lnTo>
                  <a:lnTo>
                    <a:pt x="421" y="1313"/>
                  </a:lnTo>
                  <a:lnTo>
                    <a:pt x="381" y="1295"/>
                  </a:lnTo>
                  <a:lnTo>
                    <a:pt x="341" y="1274"/>
                  </a:lnTo>
                  <a:lnTo>
                    <a:pt x="303" y="1250"/>
                  </a:lnTo>
                  <a:lnTo>
                    <a:pt x="267" y="1224"/>
                  </a:lnTo>
                  <a:lnTo>
                    <a:pt x="233" y="1195"/>
                  </a:lnTo>
                  <a:lnTo>
                    <a:pt x="200" y="1165"/>
                  </a:lnTo>
                  <a:lnTo>
                    <a:pt x="169" y="1133"/>
                  </a:lnTo>
                  <a:lnTo>
                    <a:pt x="141" y="1098"/>
                  </a:lnTo>
                  <a:lnTo>
                    <a:pt x="115" y="1062"/>
                  </a:lnTo>
                  <a:lnTo>
                    <a:pt x="91" y="1024"/>
                  </a:lnTo>
                  <a:lnTo>
                    <a:pt x="71" y="985"/>
                  </a:lnTo>
                  <a:lnTo>
                    <a:pt x="52" y="944"/>
                  </a:lnTo>
                  <a:lnTo>
                    <a:pt x="36" y="901"/>
                  </a:lnTo>
                  <a:lnTo>
                    <a:pt x="23" y="860"/>
                  </a:lnTo>
                  <a:lnTo>
                    <a:pt x="13" y="816"/>
                  </a:lnTo>
                  <a:lnTo>
                    <a:pt x="6" y="772"/>
                  </a:lnTo>
                  <a:lnTo>
                    <a:pt x="1" y="728"/>
                  </a:lnTo>
                  <a:lnTo>
                    <a:pt x="0" y="683"/>
                  </a:lnTo>
                  <a:lnTo>
                    <a:pt x="1" y="637"/>
                  </a:lnTo>
                  <a:lnTo>
                    <a:pt x="6" y="594"/>
                  </a:lnTo>
                  <a:lnTo>
                    <a:pt x="14" y="550"/>
                  </a:lnTo>
                  <a:lnTo>
                    <a:pt x="23" y="507"/>
                  </a:lnTo>
                  <a:lnTo>
                    <a:pt x="37" y="464"/>
                  </a:lnTo>
                  <a:lnTo>
                    <a:pt x="52" y="422"/>
                  </a:lnTo>
                  <a:lnTo>
                    <a:pt x="71" y="381"/>
                  </a:lnTo>
                  <a:lnTo>
                    <a:pt x="91" y="341"/>
                  </a:lnTo>
                  <a:lnTo>
                    <a:pt x="116" y="303"/>
                  </a:lnTo>
                  <a:lnTo>
                    <a:pt x="141" y="267"/>
                  </a:lnTo>
                  <a:lnTo>
                    <a:pt x="170" y="233"/>
                  </a:lnTo>
                  <a:lnTo>
                    <a:pt x="200" y="200"/>
                  </a:lnTo>
                  <a:lnTo>
                    <a:pt x="233" y="169"/>
                  </a:lnTo>
                  <a:lnTo>
                    <a:pt x="267" y="141"/>
                  </a:lnTo>
                  <a:lnTo>
                    <a:pt x="303" y="116"/>
                  </a:lnTo>
                  <a:lnTo>
                    <a:pt x="341" y="91"/>
                  </a:lnTo>
                  <a:lnTo>
                    <a:pt x="381" y="71"/>
                  </a:lnTo>
                  <a:lnTo>
                    <a:pt x="421" y="52"/>
                  </a:lnTo>
                  <a:lnTo>
                    <a:pt x="464" y="36"/>
                  </a:lnTo>
                  <a:lnTo>
                    <a:pt x="507" y="23"/>
                  </a:lnTo>
                  <a:lnTo>
                    <a:pt x="550" y="13"/>
                  </a:lnTo>
                  <a:lnTo>
                    <a:pt x="594" y="6"/>
                  </a:lnTo>
                  <a:lnTo>
                    <a:pt x="639" y="1"/>
                  </a:lnTo>
                  <a:lnTo>
                    <a:pt x="684" y="0"/>
                  </a:lnTo>
                  <a:lnTo>
                    <a:pt x="729" y="1"/>
                  </a:lnTo>
                  <a:lnTo>
                    <a:pt x="773" y="6"/>
                  </a:lnTo>
                  <a:lnTo>
                    <a:pt x="817" y="13"/>
                  </a:lnTo>
                  <a:lnTo>
                    <a:pt x="861" y="23"/>
                  </a:lnTo>
                  <a:lnTo>
                    <a:pt x="902" y="36"/>
                  </a:lnTo>
                  <a:lnTo>
                    <a:pt x="945" y="52"/>
                  </a:lnTo>
                  <a:lnTo>
                    <a:pt x="986" y="71"/>
                  </a:lnTo>
                  <a:lnTo>
                    <a:pt x="1025" y="91"/>
                  </a:lnTo>
                  <a:lnTo>
                    <a:pt x="1063" y="116"/>
                  </a:lnTo>
                  <a:lnTo>
                    <a:pt x="1099" y="141"/>
                  </a:lnTo>
                  <a:lnTo>
                    <a:pt x="1134" y="169"/>
                  </a:lnTo>
                  <a:lnTo>
                    <a:pt x="1166" y="200"/>
                  </a:lnTo>
                  <a:lnTo>
                    <a:pt x="1196" y="233"/>
                  </a:lnTo>
                  <a:lnTo>
                    <a:pt x="1225" y="267"/>
                  </a:lnTo>
                  <a:lnTo>
                    <a:pt x="1251" y="303"/>
                  </a:lnTo>
                  <a:lnTo>
                    <a:pt x="1275" y="341"/>
                  </a:lnTo>
                  <a:lnTo>
                    <a:pt x="1296" y="381"/>
                  </a:lnTo>
                  <a:lnTo>
                    <a:pt x="1314" y="422"/>
                  </a:lnTo>
                  <a:lnTo>
                    <a:pt x="1329" y="464"/>
                  </a:lnTo>
                  <a:lnTo>
                    <a:pt x="1343" y="507"/>
                  </a:lnTo>
                  <a:lnTo>
                    <a:pt x="1352" y="550"/>
                  </a:lnTo>
                  <a:lnTo>
                    <a:pt x="1361" y="594"/>
                  </a:lnTo>
                  <a:lnTo>
                    <a:pt x="1365" y="637"/>
                  </a:lnTo>
                  <a:lnTo>
                    <a:pt x="1366" y="683"/>
                  </a:lnTo>
                  <a:close/>
                </a:path>
              </a:pathLst>
            </a:custGeom>
            <a:solidFill>
              <a:srgbClr val="7f59ae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pPr algn="ctr"/>
              <a:r>
                <a:rPr b="1" lang="en-US" sz="1800" spc="-1" strike="noStrike">
                  <a:solidFill>
                    <a:srgbClr val="ffffff"/>
                  </a:solidFill>
                  <a:latin typeface="Noto Sans"/>
                </a:rPr>
                <a:t>5</a:t>
              </a:r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197" name=""/>
            <p:cNvSpPr/>
            <p:nvPr/>
          </p:nvSpPr>
          <p:spPr>
            <a:xfrm flipH="1">
              <a:off x="4677120" y="5041080"/>
              <a:ext cx="3020760" cy="0"/>
            </a:xfrm>
            <a:prstGeom prst="line">
              <a:avLst/>
            </a:prstGeom>
            <a:ln cap="rnd" w="1044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5040" rIns="95040" tIns="-50040" bIns="-5004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98" name=""/>
            <p:cNvSpPr/>
            <p:nvPr/>
          </p:nvSpPr>
          <p:spPr>
            <a:xfrm>
              <a:off x="7666200" y="5010480"/>
              <a:ext cx="61560" cy="61560"/>
            </a:xfrm>
            <a:custGeom>
              <a:avLst/>
              <a:gdLst/>
              <a:ahLst/>
              <a:rect l="0" t="0" r="r" b="b"/>
              <a:pathLst>
                <a:path w="171" h="171">
                  <a:moveTo>
                    <a:pt x="85" y="171"/>
                  </a:moveTo>
                  <a:lnTo>
                    <a:pt x="90" y="171"/>
                  </a:lnTo>
                  <a:lnTo>
                    <a:pt x="96" y="170"/>
                  </a:lnTo>
                  <a:lnTo>
                    <a:pt x="102" y="169"/>
                  </a:lnTo>
                  <a:lnTo>
                    <a:pt x="107" y="168"/>
                  </a:lnTo>
                  <a:lnTo>
                    <a:pt x="112" y="166"/>
                  </a:lnTo>
                  <a:lnTo>
                    <a:pt x="118" y="164"/>
                  </a:lnTo>
                  <a:lnTo>
                    <a:pt x="123" y="162"/>
                  </a:lnTo>
                  <a:lnTo>
                    <a:pt x="127" y="159"/>
                  </a:lnTo>
                  <a:lnTo>
                    <a:pt x="132" y="156"/>
                  </a:lnTo>
                  <a:lnTo>
                    <a:pt x="137" y="153"/>
                  </a:lnTo>
                  <a:lnTo>
                    <a:pt x="141" y="150"/>
                  </a:lnTo>
                  <a:lnTo>
                    <a:pt x="145" y="146"/>
                  </a:lnTo>
                  <a:lnTo>
                    <a:pt x="149" y="141"/>
                  </a:lnTo>
                  <a:lnTo>
                    <a:pt x="153" y="138"/>
                  </a:lnTo>
                  <a:lnTo>
                    <a:pt x="156" y="133"/>
                  </a:lnTo>
                  <a:lnTo>
                    <a:pt x="159" y="128"/>
                  </a:lnTo>
                  <a:lnTo>
                    <a:pt x="162" y="123"/>
                  </a:lnTo>
                  <a:lnTo>
                    <a:pt x="164" y="118"/>
                  </a:lnTo>
                  <a:lnTo>
                    <a:pt x="166" y="113"/>
                  </a:lnTo>
                  <a:lnTo>
                    <a:pt x="168" y="107"/>
                  </a:lnTo>
                  <a:lnTo>
                    <a:pt x="169" y="103"/>
                  </a:lnTo>
                  <a:lnTo>
                    <a:pt x="170" y="97"/>
                  </a:lnTo>
                  <a:lnTo>
                    <a:pt x="171" y="91"/>
                  </a:lnTo>
                  <a:lnTo>
                    <a:pt x="171" y="86"/>
                  </a:lnTo>
                  <a:lnTo>
                    <a:pt x="171" y="80"/>
                  </a:lnTo>
                  <a:lnTo>
                    <a:pt x="170" y="74"/>
                  </a:lnTo>
                  <a:lnTo>
                    <a:pt x="169" y="69"/>
                  </a:lnTo>
                  <a:lnTo>
                    <a:pt x="168" y="63"/>
                  </a:lnTo>
                  <a:lnTo>
                    <a:pt x="166" y="58"/>
                  </a:lnTo>
                  <a:lnTo>
                    <a:pt x="164" y="53"/>
                  </a:lnTo>
                  <a:lnTo>
                    <a:pt x="162" y="47"/>
                  </a:lnTo>
                  <a:lnTo>
                    <a:pt x="159" y="42"/>
                  </a:lnTo>
                  <a:lnTo>
                    <a:pt x="156" y="38"/>
                  </a:lnTo>
                  <a:lnTo>
                    <a:pt x="153" y="33"/>
                  </a:lnTo>
                  <a:lnTo>
                    <a:pt x="149" y="29"/>
                  </a:lnTo>
                  <a:lnTo>
                    <a:pt x="145" y="25"/>
                  </a:lnTo>
                  <a:lnTo>
                    <a:pt x="141" y="21"/>
                  </a:lnTo>
                  <a:lnTo>
                    <a:pt x="137" y="18"/>
                  </a:lnTo>
                  <a:lnTo>
                    <a:pt x="132" y="14"/>
                  </a:lnTo>
                  <a:lnTo>
                    <a:pt x="127" y="11"/>
                  </a:lnTo>
                  <a:lnTo>
                    <a:pt x="123" y="8"/>
                  </a:lnTo>
                  <a:lnTo>
                    <a:pt x="118" y="7"/>
                  </a:lnTo>
                  <a:lnTo>
                    <a:pt x="112" y="5"/>
                  </a:lnTo>
                  <a:lnTo>
                    <a:pt x="107" y="3"/>
                  </a:lnTo>
                  <a:lnTo>
                    <a:pt x="102" y="2"/>
                  </a:lnTo>
                  <a:lnTo>
                    <a:pt x="96" y="1"/>
                  </a:lnTo>
                  <a:lnTo>
                    <a:pt x="90" y="0"/>
                  </a:lnTo>
                  <a:lnTo>
                    <a:pt x="85" y="0"/>
                  </a:lnTo>
                  <a:lnTo>
                    <a:pt x="79" y="0"/>
                  </a:lnTo>
                  <a:lnTo>
                    <a:pt x="74" y="1"/>
                  </a:lnTo>
                  <a:lnTo>
                    <a:pt x="68" y="2"/>
                  </a:lnTo>
                  <a:lnTo>
                    <a:pt x="63" y="3"/>
                  </a:lnTo>
                  <a:lnTo>
                    <a:pt x="58" y="5"/>
                  </a:lnTo>
                  <a:lnTo>
                    <a:pt x="53" y="7"/>
                  </a:lnTo>
                  <a:lnTo>
                    <a:pt x="47" y="8"/>
                  </a:lnTo>
                  <a:lnTo>
                    <a:pt x="42" y="11"/>
                  </a:lnTo>
                  <a:lnTo>
                    <a:pt x="38" y="14"/>
                  </a:lnTo>
                  <a:lnTo>
                    <a:pt x="33" y="18"/>
                  </a:lnTo>
                  <a:lnTo>
                    <a:pt x="29" y="21"/>
                  </a:lnTo>
                  <a:lnTo>
                    <a:pt x="25" y="25"/>
                  </a:lnTo>
                  <a:lnTo>
                    <a:pt x="21" y="29"/>
                  </a:lnTo>
                  <a:lnTo>
                    <a:pt x="18" y="33"/>
                  </a:lnTo>
                  <a:lnTo>
                    <a:pt x="14" y="38"/>
                  </a:lnTo>
                  <a:lnTo>
                    <a:pt x="11" y="42"/>
                  </a:lnTo>
                  <a:lnTo>
                    <a:pt x="8" y="47"/>
                  </a:lnTo>
                  <a:lnTo>
                    <a:pt x="7" y="53"/>
                  </a:lnTo>
                  <a:lnTo>
                    <a:pt x="5" y="58"/>
                  </a:lnTo>
                  <a:lnTo>
                    <a:pt x="3" y="63"/>
                  </a:lnTo>
                  <a:lnTo>
                    <a:pt x="2" y="69"/>
                  </a:lnTo>
                  <a:lnTo>
                    <a:pt x="1" y="74"/>
                  </a:lnTo>
                  <a:lnTo>
                    <a:pt x="0" y="80"/>
                  </a:lnTo>
                  <a:lnTo>
                    <a:pt x="0" y="86"/>
                  </a:lnTo>
                  <a:lnTo>
                    <a:pt x="0" y="91"/>
                  </a:lnTo>
                  <a:lnTo>
                    <a:pt x="1" y="97"/>
                  </a:lnTo>
                  <a:lnTo>
                    <a:pt x="2" y="103"/>
                  </a:lnTo>
                  <a:lnTo>
                    <a:pt x="3" y="107"/>
                  </a:lnTo>
                  <a:lnTo>
                    <a:pt x="5" y="113"/>
                  </a:lnTo>
                  <a:lnTo>
                    <a:pt x="7" y="118"/>
                  </a:lnTo>
                  <a:lnTo>
                    <a:pt x="8" y="123"/>
                  </a:lnTo>
                  <a:lnTo>
                    <a:pt x="11" y="128"/>
                  </a:lnTo>
                  <a:lnTo>
                    <a:pt x="14" y="133"/>
                  </a:lnTo>
                  <a:lnTo>
                    <a:pt x="18" y="138"/>
                  </a:lnTo>
                  <a:lnTo>
                    <a:pt x="21" y="141"/>
                  </a:lnTo>
                  <a:lnTo>
                    <a:pt x="25" y="146"/>
                  </a:lnTo>
                  <a:lnTo>
                    <a:pt x="29" y="150"/>
                  </a:lnTo>
                  <a:lnTo>
                    <a:pt x="33" y="153"/>
                  </a:lnTo>
                  <a:lnTo>
                    <a:pt x="38" y="156"/>
                  </a:lnTo>
                  <a:lnTo>
                    <a:pt x="42" y="159"/>
                  </a:lnTo>
                  <a:lnTo>
                    <a:pt x="47" y="162"/>
                  </a:lnTo>
                  <a:lnTo>
                    <a:pt x="53" y="164"/>
                  </a:lnTo>
                  <a:lnTo>
                    <a:pt x="58" y="166"/>
                  </a:lnTo>
                  <a:lnTo>
                    <a:pt x="63" y="168"/>
                  </a:lnTo>
                  <a:lnTo>
                    <a:pt x="68" y="169"/>
                  </a:lnTo>
                  <a:lnTo>
                    <a:pt x="74" y="170"/>
                  </a:lnTo>
                  <a:lnTo>
                    <a:pt x="79" y="171"/>
                  </a:lnTo>
                  <a:lnTo>
                    <a:pt x="85" y="171"/>
                  </a:lnTo>
                  <a:close/>
                </a:path>
              </a:pathLst>
            </a:custGeom>
            <a:solidFill>
              <a:srgbClr val="7f59ae"/>
            </a:solidFill>
            <a:ln w="0">
              <a:noFill/>
            </a:ln>
          </p:spPr>
          <p:txBody>
            <a:bodyPr lIns="90000" rIns="90000" tIns="16560" bIns="1656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</p:grpSp>
      <p:sp>
        <p:nvSpPr>
          <p:cNvPr id="199" name="PlaceHolder 2"/>
          <p:cNvSpPr>
            <a:spLocks noGrp="1"/>
          </p:cNvSpPr>
          <p:nvPr>
            <p:ph type="title"/>
          </p:nvPr>
        </p:nvSpPr>
        <p:spPr>
          <a:xfrm>
            <a:off x="3586320" y="1529280"/>
            <a:ext cx="2792160" cy="65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r">
              <a:buNone/>
            </a:pPr>
            <a:r>
              <a:rPr b="1" lang="en-US" sz="2200" spc="-1" strike="noStrike">
                <a:solidFill>
                  <a:srgbClr val="60c4e4"/>
                </a:solidFill>
                <a:latin typeface="Noto Sans"/>
              </a:rPr>
              <a:t>Ipsum</a:t>
            </a:r>
            <a:endParaRPr b="0" lang="en-US" sz="22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200" name="PlaceHolder 3"/>
          <p:cNvSpPr>
            <a:spLocks noGrp="1"/>
          </p:cNvSpPr>
          <p:nvPr>
            <p:ph type="title"/>
          </p:nvPr>
        </p:nvSpPr>
        <p:spPr>
          <a:xfrm>
            <a:off x="5051520" y="2558160"/>
            <a:ext cx="2792520" cy="65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1" lang="en-US" sz="2200" spc="-1" strike="noStrike">
                <a:solidFill>
                  <a:srgbClr val="e54b89"/>
                </a:solidFill>
                <a:latin typeface="Noto Sans"/>
              </a:rPr>
              <a:t>Dolor</a:t>
            </a:r>
            <a:endParaRPr b="0" lang="en-US" sz="22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201" name="PlaceHolder 4"/>
          <p:cNvSpPr>
            <a:spLocks noGrp="1"/>
          </p:cNvSpPr>
          <p:nvPr>
            <p:ph type="title"/>
          </p:nvPr>
        </p:nvSpPr>
        <p:spPr>
          <a:xfrm>
            <a:off x="3586320" y="3493080"/>
            <a:ext cx="2792160" cy="65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r">
              <a:buNone/>
            </a:pPr>
            <a:r>
              <a:rPr b="1" lang="en-US" sz="2200" spc="-1" strike="noStrike">
                <a:solidFill>
                  <a:srgbClr val="f8b622"/>
                </a:solidFill>
                <a:latin typeface="Noto Sans"/>
              </a:rPr>
              <a:t>Sit</a:t>
            </a:r>
            <a:endParaRPr b="0" lang="en-US" sz="22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202" name="PlaceHolder 5"/>
          <p:cNvSpPr>
            <a:spLocks noGrp="1"/>
          </p:cNvSpPr>
          <p:nvPr>
            <p:ph type="title"/>
          </p:nvPr>
        </p:nvSpPr>
        <p:spPr>
          <a:xfrm>
            <a:off x="5051520" y="4415400"/>
            <a:ext cx="3408840" cy="680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1" lang="en-US" sz="2200" spc="-1" strike="noStrike">
                <a:solidFill>
                  <a:srgbClr val="7f59ae"/>
                </a:solidFill>
                <a:latin typeface="Noto Sans"/>
              </a:rPr>
              <a:t>Amet</a:t>
            </a:r>
            <a:endParaRPr b="0" lang="en-US" sz="2200" spc="-1" strike="noStrike">
              <a:solidFill>
                <a:srgbClr val="000000"/>
              </a:solidFill>
              <a:latin typeface="Noto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"/>
          <p:cNvSpPr/>
          <p:nvPr/>
        </p:nvSpPr>
        <p:spPr>
          <a:xfrm>
            <a:off x="4248000" y="1666440"/>
            <a:ext cx="1120320" cy="1120320"/>
          </a:xfrm>
          <a:custGeom>
            <a:avLst/>
            <a:gdLst/>
            <a:ahLst/>
            <a:rect l="0" t="0" r="r" b="b"/>
            <a:pathLst>
              <a:path w="3112" h="3112">
                <a:moveTo>
                  <a:pt x="3112" y="1556"/>
                </a:moveTo>
                <a:lnTo>
                  <a:pt x="3109" y="1658"/>
                </a:lnTo>
                <a:lnTo>
                  <a:pt x="3098" y="1759"/>
                </a:lnTo>
                <a:lnTo>
                  <a:pt x="3082" y="1860"/>
                </a:lnTo>
                <a:lnTo>
                  <a:pt x="3059" y="1959"/>
                </a:lnTo>
                <a:lnTo>
                  <a:pt x="3029" y="2056"/>
                </a:lnTo>
                <a:lnTo>
                  <a:pt x="2993" y="2151"/>
                </a:lnTo>
                <a:lnTo>
                  <a:pt x="2951" y="2244"/>
                </a:lnTo>
                <a:lnTo>
                  <a:pt x="2903" y="2334"/>
                </a:lnTo>
                <a:lnTo>
                  <a:pt x="2849" y="2421"/>
                </a:lnTo>
                <a:lnTo>
                  <a:pt x="2790" y="2503"/>
                </a:lnTo>
                <a:lnTo>
                  <a:pt x="2725" y="2582"/>
                </a:lnTo>
                <a:lnTo>
                  <a:pt x="2656" y="2656"/>
                </a:lnTo>
                <a:lnTo>
                  <a:pt x="2582" y="2725"/>
                </a:lnTo>
                <a:lnTo>
                  <a:pt x="2503" y="2790"/>
                </a:lnTo>
                <a:lnTo>
                  <a:pt x="2421" y="2849"/>
                </a:lnTo>
                <a:lnTo>
                  <a:pt x="2334" y="2903"/>
                </a:lnTo>
                <a:lnTo>
                  <a:pt x="2244" y="2951"/>
                </a:lnTo>
                <a:lnTo>
                  <a:pt x="2151" y="2993"/>
                </a:lnTo>
                <a:lnTo>
                  <a:pt x="2056" y="3029"/>
                </a:lnTo>
                <a:lnTo>
                  <a:pt x="1959" y="3058"/>
                </a:lnTo>
                <a:lnTo>
                  <a:pt x="1860" y="3082"/>
                </a:lnTo>
                <a:lnTo>
                  <a:pt x="1759" y="3098"/>
                </a:lnTo>
                <a:lnTo>
                  <a:pt x="1658" y="3108"/>
                </a:lnTo>
                <a:lnTo>
                  <a:pt x="1556" y="3112"/>
                </a:lnTo>
                <a:lnTo>
                  <a:pt x="1454" y="3108"/>
                </a:lnTo>
                <a:lnTo>
                  <a:pt x="1352" y="3098"/>
                </a:lnTo>
                <a:lnTo>
                  <a:pt x="1252" y="3082"/>
                </a:lnTo>
                <a:lnTo>
                  <a:pt x="1153" y="3058"/>
                </a:lnTo>
                <a:lnTo>
                  <a:pt x="1056" y="3029"/>
                </a:lnTo>
                <a:lnTo>
                  <a:pt x="961" y="2993"/>
                </a:lnTo>
                <a:lnTo>
                  <a:pt x="868" y="2951"/>
                </a:lnTo>
                <a:lnTo>
                  <a:pt x="778" y="2903"/>
                </a:lnTo>
                <a:lnTo>
                  <a:pt x="691" y="2849"/>
                </a:lnTo>
                <a:lnTo>
                  <a:pt x="608" y="2790"/>
                </a:lnTo>
                <a:lnTo>
                  <a:pt x="530" y="2725"/>
                </a:lnTo>
                <a:lnTo>
                  <a:pt x="455" y="2656"/>
                </a:lnTo>
                <a:lnTo>
                  <a:pt x="386" y="2582"/>
                </a:lnTo>
                <a:lnTo>
                  <a:pt x="321" y="2503"/>
                </a:lnTo>
                <a:lnTo>
                  <a:pt x="262" y="2421"/>
                </a:lnTo>
                <a:lnTo>
                  <a:pt x="208" y="2334"/>
                </a:lnTo>
                <a:lnTo>
                  <a:pt x="160" y="2244"/>
                </a:lnTo>
                <a:lnTo>
                  <a:pt x="118" y="2151"/>
                </a:lnTo>
                <a:lnTo>
                  <a:pt x="82" y="2056"/>
                </a:lnTo>
                <a:lnTo>
                  <a:pt x="53" y="1959"/>
                </a:lnTo>
                <a:lnTo>
                  <a:pt x="30" y="1860"/>
                </a:lnTo>
                <a:lnTo>
                  <a:pt x="13" y="1759"/>
                </a:lnTo>
                <a:lnTo>
                  <a:pt x="3" y="1658"/>
                </a:lnTo>
                <a:lnTo>
                  <a:pt x="0" y="1556"/>
                </a:lnTo>
                <a:lnTo>
                  <a:pt x="3" y="1454"/>
                </a:lnTo>
                <a:lnTo>
                  <a:pt x="13" y="1352"/>
                </a:lnTo>
                <a:lnTo>
                  <a:pt x="30" y="1252"/>
                </a:lnTo>
                <a:lnTo>
                  <a:pt x="53" y="1153"/>
                </a:lnTo>
                <a:lnTo>
                  <a:pt x="82" y="1056"/>
                </a:lnTo>
                <a:lnTo>
                  <a:pt x="118" y="961"/>
                </a:lnTo>
                <a:lnTo>
                  <a:pt x="160" y="868"/>
                </a:lnTo>
                <a:lnTo>
                  <a:pt x="208" y="778"/>
                </a:lnTo>
                <a:lnTo>
                  <a:pt x="262" y="691"/>
                </a:lnTo>
                <a:lnTo>
                  <a:pt x="322" y="608"/>
                </a:lnTo>
                <a:lnTo>
                  <a:pt x="386" y="529"/>
                </a:lnTo>
                <a:lnTo>
                  <a:pt x="456" y="455"/>
                </a:lnTo>
                <a:lnTo>
                  <a:pt x="530" y="386"/>
                </a:lnTo>
                <a:lnTo>
                  <a:pt x="608" y="321"/>
                </a:lnTo>
                <a:lnTo>
                  <a:pt x="691" y="262"/>
                </a:lnTo>
                <a:lnTo>
                  <a:pt x="778" y="208"/>
                </a:lnTo>
                <a:lnTo>
                  <a:pt x="868" y="160"/>
                </a:lnTo>
                <a:lnTo>
                  <a:pt x="961" y="118"/>
                </a:lnTo>
                <a:lnTo>
                  <a:pt x="1056" y="82"/>
                </a:lnTo>
                <a:lnTo>
                  <a:pt x="1153" y="53"/>
                </a:lnTo>
                <a:lnTo>
                  <a:pt x="1252" y="30"/>
                </a:lnTo>
                <a:lnTo>
                  <a:pt x="1352" y="13"/>
                </a:lnTo>
                <a:lnTo>
                  <a:pt x="1454" y="3"/>
                </a:lnTo>
                <a:lnTo>
                  <a:pt x="1556" y="0"/>
                </a:lnTo>
                <a:lnTo>
                  <a:pt x="1658" y="3"/>
                </a:lnTo>
                <a:lnTo>
                  <a:pt x="1759" y="13"/>
                </a:lnTo>
                <a:lnTo>
                  <a:pt x="1860" y="30"/>
                </a:lnTo>
                <a:lnTo>
                  <a:pt x="1959" y="53"/>
                </a:lnTo>
                <a:lnTo>
                  <a:pt x="2056" y="82"/>
                </a:lnTo>
                <a:lnTo>
                  <a:pt x="2151" y="118"/>
                </a:lnTo>
                <a:lnTo>
                  <a:pt x="2244" y="160"/>
                </a:lnTo>
                <a:lnTo>
                  <a:pt x="2334" y="208"/>
                </a:lnTo>
                <a:lnTo>
                  <a:pt x="2421" y="262"/>
                </a:lnTo>
                <a:lnTo>
                  <a:pt x="2503" y="321"/>
                </a:lnTo>
                <a:lnTo>
                  <a:pt x="2582" y="386"/>
                </a:lnTo>
                <a:lnTo>
                  <a:pt x="2656" y="455"/>
                </a:lnTo>
                <a:lnTo>
                  <a:pt x="2725" y="529"/>
                </a:lnTo>
                <a:lnTo>
                  <a:pt x="2790" y="608"/>
                </a:lnTo>
                <a:lnTo>
                  <a:pt x="2849" y="691"/>
                </a:lnTo>
                <a:lnTo>
                  <a:pt x="2903" y="778"/>
                </a:lnTo>
                <a:lnTo>
                  <a:pt x="2951" y="868"/>
                </a:lnTo>
                <a:lnTo>
                  <a:pt x="2993" y="961"/>
                </a:lnTo>
                <a:lnTo>
                  <a:pt x="3029" y="1056"/>
                </a:lnTo>
                <a:lnTo>
                  <a:pt x="3059" y="1153"/>
                </a:lnTo>
                <a:lnTo>
                  <a:pt x="3082" y="1252"/>
                </a:lnTo>
                <a:lnTo>
                  <a:pt x="3098" y="1352"/>
                </a:lnTo>
                <a:lnTo>
                  <a:pt x="3109" y="1454"/>
                </a:lnTo>
                <a:lnTo>
                  <a:pt x="3112" y="1556"/>
                </a:lnTo>
                <a:close/>
              </a:path>
            </a:pathLst>
          </a:custGeom>
          <a:solidFill>
            <a:srgbClr val="7f59a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pPr algn="ctr"/>
            <a:r>
              <a:rPr b="1" lang="en-US" sz="4400" spc="-1" strike="noStrike">
                <a:solidFill>
                  <a:srgbClr val="ffff6d"/>
                </a:solidFill>
                <a:latin typeface="Noto Sans"/>
              </a:rPr>
              <a:t>1</a:t>
            </a:r>
            <a:endParaRPr b="0" lang="en-US" sz="4400" spc="-1" strike="noStrike">
              <a:solidFill>
                <a:srgbClr val="ffffff"/>
              </a:solidFill>
              <a:latin typeface="Noto Sans"/>
            </a:endParaRPr>
          </a:p>
        </p:txBody>
      </p:sp>
      <p:sp>
        <p:nvSpPr>
          <p:cNvPr id="204" name="PlaceHolder 1"/>
          <p:cNvSpPr>
            <a:spLocks noGrp="1"/>
          </p:cNvSpPr>
          <p:nvPr>
            <p:ph type="title"/>
          </p:nvPr>
        </p:nvSpPr>
        <p:spPr>
          <a:xfrm>
            <a:off x="5124600" y="1707120"/>
            <a:ext cx="3888000" cy="1039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r">
              <a:buNone/>
            </a:pPr>
            <a:r>
              <a:rPr b="1" lang="en-US" sz="6000" spc="-1" strike="noStrike">
                <a:solidFill>
                  <a:srgbClr val="fe7130"/>
                </a:solidFill>
                <a:latin typeface="Noto Sans"/>
              </a:rPr>
              <a:t>Lorem</a:t>
            </a:r>
            <a:endParaRPr b="0" lang="en-US" sz="60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205" name="PlaceHolder 2"/>
          <p:cNvSpPr>
            <a:spLocks noGrp="1"/>
          </p:cNvSpPr>
          <p:nvPr>
            <p:ph type="title"/>
          </p:nvPr>
        </p:nvSpPr>
        <p:spPr>
          <a:xfrm>
            <a:off x="6348600" y="2547720"/>
            <a:ext cx="2664000" cy="79812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ctr">
            <a:noAutofit/>
          </a:bodyPr>
          <a:p>
            <a:pPr indent="0" algn="r">
              <a:buNone/>
            </a:pPr>
            <a:r>
              <a:rPr b="1" lang="en-US" sz="4400" spc="-1" strike="noStrike">
                <a:solidFill>
                  <a:srgbClr val="fe7130"/>
                </a:solidFill>
                <a:latin typeface="Noto Sans"/>
              </a:rPr>
              <a:t>Ipsum</a:t>
            </a:r>
            <a:endParaRPr b="0" lang="en-US" sz="4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206" name="PlaceHolder 3"/>
          <p:cNvSpPr>
            <a:spLocks noGrp="1"/>
          </p:cNvSpPr>
          <p:nvPr>
            <p:ph type="title"/>
          </p:nvPr>
        </p:nvSpPr>
        <p:spPr>
          <a:xfrm>
            <a:off x="5988600" y="3167640"/>
            <a:ext cx="2962080" cy="10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r">
              <a:buNone/>
            </a:pPr>
            <a:br>
              <a:rPr sz="1200"/>
            </a:br>
            <a:r>
              <a:rPr b="0" lang="en-US" sz="1200" spc="-1" strike="noStrike">
                <a:solidFill>
                  <a:srgbClr val="000000"/>
                </a:solidFill>
                <a:latin typeface="Noto Sans"/>
              </a:rPr>
              <a:t>Lorem ipsum dolor sit amet, consectetuer adipiscing elit. Aliquam imperdiet lobortis metus. Phasellus nisi metus, tempes ac, porta nec, felis. </a:t>
            </a:r>
            <a:endParaRPr b="0" lang="en-US" sz="1200" spc="-1" strike="noStrike">
              <a:solidFill>
                <a:srgbClr val="000000"/>
              </a:solidFill>
              <a:latin typeface="Noto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PlaceHolder 1"/>
          <p:cNvSpPr>
            <a:spLocks noGrp="1"/>
          </p:cNvSpPr>
          <p:nvPr>
            <p:ph type="title"/>
          </p:nvPr>
        </p:nvSpPr>
        <p:spPr>
          <a:xfrm>
            <a:off x="2520000" y="1548360"/>
            <a:ext cx="3888000" cy="176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1" lang="en-US" sz="4800" spc="-1" strike="noStrike">
                <a:solidFill>
                  <a:srgbClr val="60c4e4"/>
                </a:solidFill>
                <a:latin typeface="Noto Sans"/>
              </a:rPr>
              <a:t>Lorem</a:t>
            </a:r>
            <a:br>
              <a:rPr sz="4800"/>
            </a:br>
            <a:r>
              <a:rPr b="1" lang="en-US" sz="4800" spc="-1" strike="noStrike">
                <a:solidFill>
                  <a:srgbClr val="60c4e4"/>
                </a:solidFill>
                <a:latin typeface="Noto Sans"/>
              </a:rPr>
              <a:t>Ipsum</a:t>
            </a:r>
            <a:endParaRPr b="0" lang="en-US" sz="4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208" name=""/>
          <p:cNvSpPr/>
          <p:nvPr/>
        </p:nvSpPr>
        <p:spPr>
          <a:xfrm>
            <a:off x="1175760" y="1469520"/>
            <a:ext cx="1120320" cy="1120320"/>
          </a:xfrm>
          <a:custGeom>
            <a:avLst/>
            <a:gdLst/>
            <a:ahLst/>
            <a:rect l="0" t="0" r="r" b="b"/>
            <a:pathLst>
              <a:path w="3112" h="3112">
                <a:moveTo>
                  <a:pt x="3112" y="1556"/>
                </a:moveTo>
                <a:lnTo>
                  <a:pt x="3109" y="1658"/>
                </a:lnTo>
                <a:lnTo>
                  <a:pt x="3098" y="1759"/>
                </a:lnTo>
                <a:lnTo>
                  <a:pt x="3082" y="1860"/>
                </a:lnTo>
                <a:lnTo>
                  <a:pt x="3059" y="1959"/>
                </a:lnTo>
                <a:lnTo>
                  <a:pt x="3029" y="2056"/>
                </a:lnTo>
                <a:lnTo>
                  <a:pt x="2993" y="2151"/>
                </a:lnTo>
                <a:lnTo>
                  <a:pt x="2951" y="2244"/>
                </a:lnTo>
                <a:lnTo>
                  <a:pt x="2903" y="2334"/>
                </a:lnTo>
                <a:lnTo>
                  <a:pt x="2849" y="2421"/>
                </a:lnTo>
                <a:lnTo>
                  <a:pt x="2790" y="2503"/>
                </a:lnTo>
                <a:lnTo>
                  <a:pt x="2725" y="2582"/>
                </a:lnTo>
                <a:lnTo>
                  <a:pt x="2656" y="2656"/>
                </a:lnTo>
                <a:lnTo>
                  <a:pt x="2582" y="2725"/>
                </a:lnTo>
                <a:lnTo>
                  <a:pt x="2503" y="2790"/>
                </a:lnTo>
                <a:lnTo>
                  <a:pt x="2421" y="2849"/>
                </a:lnTo>
                <a:lnTo>
                  <a:pt x="2334" y="2903"/>
                </a:lnTo>
                <a:lnTo>
                  <a:pt x="2244" y="2951"/>
                </a:lnTo>
                <a:lnTo>
                  <a:pt x="2151" y="2993"/>
                </a:lnTo>
                <a:lnTo>
                  <a:pt x="2056" y="3029"/>
                </a:lnTo>
                <a:lnTo>
                  <a:pt x="1959" y="3058"/>
                </a:lnTo>
                <a:lnTo>
                  <a:pt x="1860" y="3082"/>
                </a:lnTo>
                <a:lnTo>
                  <a:pt x="1759" y="3098"/>
                </a:lnTo>
                <a:lnTo>
                  <a:pt x="1658" y="3108"/>
                </a:lnTo>
                <a:lnTo>
                  <a:pt x="1556" y="3112"/>
                </a:lnTo>
                <a:lnTo>
                  <a:pt x="1454" y="3108"/>
                </a:lnTo>
                <a:lnTo>
                  <a:pt x="1352" y="3098"/>
                </a:lnTo>
                <a:lnTo>
                  <a:pt x="1252" y="3082"/>
                </a:lnTo>
                <a:lnTo>
                  <a:pt x="1153" y="3058"/>
                </a:lnTo>
                <a:lnTo>
                  <a:pt x="1056" y="3029"/>
                </a:lnTo>
                <a:lnTo>
                  <a:pt x="961" y="2993"/>
                </a:lnTo>
                <a:lnTo>
                  <a:pt x="868" y="2951"/>
                </a:lnTo>
                <a:lnTo>
                  <a:pt x="778" y="2903"/>
                </a:lnTo>
                <a:lnTo>
                  <a:pt x="691" y="2849"/>
                </a:lnTo>
                <a:lnTo>
                  <a:pt x="608" y="2790"/>
                </a:lnTo>
                <a:lnTo>
                  <a:pt x="530" y="2725"/>
                </a:lnTo>
                <a:lnTo>
                  <a:pt x="455" y="2656"/>
                </a:lnTo>
                <a:lnTo>
                  <a:pt x="386" y="2582"/>
                </a:lnTo>
                <a:lnTo>
                  <a:pt x="321" y="2503"/>
                </a:lnTo>
                <a:lnTo>
                  <a:pt x="262" y="2421"/>
                </a:lnTo>
                <a:lnTo>
                  <a:pt x="208" y="2334"/>
                </a:lnTo>
                <a:lnTo>
                  <a:pt x="160" y="2244"/>
                </a:lnTo>
                <a:lnTo>
                  <a:pt x="118" y="2151"/>
                </a:lnTo>
                <a:lnTo>
                  <a:pt x="82" y="2056"/>
                </a:lnTo>
                <a:lnTo>
                  <a:pt x="53" y="1959"/>
                </a:lnTo>
                <a:lnTo>
                  <a:pt x="30" y="1860"/>
                </a:lnTo>
                <a:lnTo>
                  <a:pt x="13" y="1759"/>
                </a:lnTo>
                <a:lnTo>
                  <a:pt x="3" y="1658"/>
                </a:lnTo>
                <a:lnTo>
                  <a:pt x="0" y="1556"/>
                </a:lnTo>
                <a:lnTo>
                  <a:pt x="3" y="1454"/>
                </a:lnTo>
                <a:lnTo>
                  <a:pt x="13" y="1352"/>
                </a:lnTo>
                <a:lnTo>
                  <a:pt x="30" y="1252"/>
                </a:lnTo>
                <a:lnTo>
                  <a:pt x="53" y="1153"/>
                </a:lnTo>
                <a:lnTo>
                  <a:pt x="82" y="1056"/>
                </a:lnTo>
                <a:lnTo>
                  <a:pt x="118" y="961"/>
                </a:lnTo>
                <a:lnTo>
                  <a:pt x="160" y="868"/>
                </a:lnTo>
                <a:lnTo>
                  <a:pt x="208" y="778"/>
                </a:lnTo>
                <a:lnTo>
                  <a:pt x="262" y="691"/>
                </a:lnTo>
                <a:lnTo>
                  <a:pt x="322" y="608"/>
                </a:lnTo>
                <a:lnTo>
                  <a:pt x="386" y="529"/>
                </a:lnTo>
                <a:lnTo>
                  <a:pt x="456" y="455"/>
                </a:lnTo>
                <a:lnTo>
                  <a:pt x="530" y="386"/>
                </a:lnTo>
                <a:lnTo>
                  <a:pt x="608" y="321"/>
                </a:lnTo>
                <a:lnTo>
                  <a:pt x="691" y="262"/>
                </a:lnTo>
                <a:lnTo>
                  <a:pt x="778" y="208"/>
                </a:lnTo>
                <a:lnTo>
                  <a:pt x="868" y="160"/>
                </a:lnTo>
                <a:lnTo>
                  <a:pt x="961" y="118"/>
                </a:lnTo>
                <a:lnTo>
                  <a:pt x="1056" y="82"/>
                </a:lnTo>
                <a:lnTo>
                  <a:pt x="1153" y="53"/>
                </a:lnTo>
                <a:lnTo>
                  <a:pt x="1252" y="30"/>
                </a:lnTo>
                <a:lnTo>
                  <a:pt x="1352" y="13"/>
                </a:lnTo>
                <a:lnTo>
                  <a:pt x="1454" y="3"/>
                </a:lnTo>
                <a:lnTo>
                  <a:pt x="1556" y="0"/>
                </a:lnTo>
                <a:lnTo>
                  <a:pt x="1658" y="3"/>
                </a:lnTo>
                <a:lnTo>
                  <a:pt x="1759" y="13"/>
                </a:lnTo>
                <a:lnTo>
                  <a:pt x="1860" y="30"/>
                </a:lnTo>
                <a:lnTo>
                  <a:pt x="1959" y="53"/>
                </a:lnTo>
                <a:lnTo>
                  <a:pt x="2056" y="82"/>
                </a:lnTo>
                <a:lnTo>
                  <a:pt x="2151" y="118"/>
                </a:lnTo>
                <a:lnTo>
                  <a:pt x="2244" y="160"/>
                </a:lnTo>
                <a:lnTo>
                  <a:pt x="2334" y="208"/>
                </a:lnTo>
                <a:lnTo>
                  <a:pt x="2421" y="262"/>
                </a:lnTo>
                <a:lnTo>
                  <a:pt x="2503" y="321"/>
                </a:lnTo>
                <a:lnTo>
                  <a:pt x="2582" y="386"/>
                </a:lnTo>
                <a:lnTo>
                  <a:pt x="2656" y="455"/>
                </a:lnTo>
                <a:lnTo>
                  <a:pt x="2725" y="529"/>
                </a:lnTo>
                <a:lnTo>
                  <a:pt x="2790" y="608"/>
                </a:lnTo>
                <a:lnTo>
                  <a:pt x="2849" y="691"/>
                </a:lnTo>
                <a:lnTo>
                  <a:pt x="2903" y="778"/>
                </a:lnTo>
                <a:lnTo>
                  <a:pt x="2951" y="868"/>
                </a:lnTo>
                <a:lnTo>
                  <a:pt x="2993" y="961"/>
                </a:lnTo>
                <a:lnTo>
                  <a:pt x="3029" y="1056"/>
                </a:lnTo>
                <a:lnTo>
                  <a:pt x="3059" y="1153"/>
                </a:lnTo>
                <a:lnTo>
                  <a:pt x="3082" y="1252"/>
                </a:lnTo>
                <a:lnTo>
                  <a:pt x="3098" y="1352"/>
                </a:lnTo>
                <a:lnTo>
                  <a:pt x="3109" y="1454"/>
                </a:lnTo>
                <a:lnTo>
                  <a:pt x="3112" y="1556"/>
                </a:lnTo>
                <a:close/>
              </a:path>
            </a:pathLst>
          </a:custGeom>
          <a:solidFill>
            <a:srgbClr val="f8b62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pPr algn="ctr"/>
            <a:r>
              <a:rPr b="1" lang="en-US" sz="4400" spc="-1" strike="noStrike">
                <a:solidFill>
                  <a:srgbClr val="7f59ae"/>
                </a:solidFill>
                <a:latin typeface="Noto Sans"/>
              </a:rPr>
              <a:t>2</a:t>
            </a:r>
            <a:endParaRPr b="0" lang="en-US" sz="4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209" name="PlaceHolder 2"/>
          <p:cNvSpPr>
            <a:spLocks noGrp="1"/>
          </p:cNvSpPr>
          <p:nvPr>
            <p:ph type="title"/>
          </p:nvPr>
        </p:nvSpPr>
        <p:spPr>
          <a:xfrm>
            <a:off x="2581920" y="3211200"/>
            <a:ext cx="2962080" cy="10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br>
              <a:rPr sz="1200"/>
            </a:br>
            <a:r>
              <a:rPr b="0" lang="en-US" sz="1200" spc="-1" strike="noStrike">
                <a:solidFill>
                  <a:srgbClr val="000000"/>
                </a:solidFill>
                <a:latin typeface="Noto Sans"/>
              </a:rPr>
              <a:t>Lorem ipsum dolor sit amet, consectetuer adipiscing elit. Aliquam imperdiet lobortis metus. Phasellus nisi metus, tempes ac, porta nec, felis. </a:t>
            </a:r>
            <a:endParaRPr b="0" lang="en-US" sz="1200" spc="-1" strike="noStrike">
              <a:solidFill>
                <a:srgbClr val="000000"/>
              </a:solidFill>
              <a:latin typeface="Noto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0" name=""/>
          <p:cNvGrpSpPr/>
          <p:nvPr/>
        </p:nvGrpSpPr>
        <p:grpSpPr>
          <a:xfrm>
            <a:off x="1027800" y="1683000"/>
            <a:ext cx="465120" cy="442440"/>
            <a:chOff x="1027800" y="1683000"/>
            <a:chExt cx="465120" cy="442440"/>
          </a:xfrm>
        </p:grpSpPr>
        <p:sp>
          <p:nvSpPr>
            <p:cNvPr id="211" name=""/>
            <p:cNvSpPr/>
            <p:nvPr/>
          </p:nvSpPr>
          <p:spPr>
            <a:xfrm>
              <a:off x="1027800" y="1683000"/>
              <a:ext cx="465120" cy="442440"/>
            </a:xfrm>
            <a:custGeom>
              <a:avLst/>
              <a:gdLst/>
              <a:ahLst/>
              <a:rect l="0" t="0" r="r" b="b"/>
              <a:pathLst>
                <a:path w="1292" h="1229">
                  <a:moveTo>
                    <a:pt x="1045" y="1229"/>
                  </a:moveTo>
                  <a:cubicBezTo>
                    <a:pt x="912" y="1158"/>
                    <a:pt x="779" y="1086"/>
                    <a:pt x="646" y="1015"/>
                  </a:cubicBezTo>
                  <a:cubicBezTo>
                    <a:pt x="513" y="1086"/>
                    <a:pt x="380" y="1157"/>
                    <a:pt x="247" y="1228"/>
                  </a:cubicBezTo>
                  <a:cubicBezTo>
                    <a:pt x="274" y="1080"/>
                    <a:pt x="300" y="931"/>
                    <a:pt x="327" y="783"/>
                  </a:cubicBezTo>
                  <a:cubicBezTo>
                    <a:pt x="218" y="678"/>
                    <a:pt x="109" y="574"/>
                    <a:pt x="0" y="469"/>
                  </a:cubicBezTo>
                  <a:cubicBezTo>
                    <a:pt x="150" y="448"/>
                    <a:pt x="299" y="428"/>
                    <a:pt x="449" y="407"/>
                  </a:cubicBezTo>
                  <a:cubicBezTo>
                    <a:pt x="515" y="271"/>
                    <a:pt x="580" y="136"/>
                    <a:pt x="646" y="0"/>
                  </a:cubicBezTo>
                  <a:cubicBezTo>
                    <a:pt x="712" y="136"/>
                    <a:pt x="778" y="271"/>
                    <a:pt x="844" y="407"/>
                  </a:cubicBezTo>
                  <a:cubicBezTo>
                    <a:pt x="993" y="428"/>
                    <a:pt x="1143" y="448"/>
                    <a:pt x="1292" y="469"/>
                  </a:cubicBezTo>
                  <a:cubicBezTo>
                    <a:pt x="1183" y="574"/>
                    <a:pt x="1074" y="678"/>
                    <a:pt x="965" y="783"/>
                  </a:cubicBezTo>
                  <a:cubicBezTo>
                    <a:pt x="992" y="932"/>
                    <a:pt x="1018" y="1080"/>
                    <a:pt x="1045" y="1229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212" name=""/>
            <p:cNvSpPr/>
            <p:nvPr/>
          </p:nvSpPr>
          <p:spPr>
            <a:xfrm>
              <a:off x="1027800" y="1683000"/>
              <a:ext cx="465120" cy="442440"/>
            </a:xfrm>
            <a:custGeom>
              <a:avLst/>
              <a:gdLst/>
              <a:ahLst/>
              <a:rect l="0" t="0" r="r" b="b"/>
              <a:pathLst>
                <a:path w="1292" h="1229">
                  <a:moveTo>
                    <a:pt x="1045" y="1229"/>
                  </a:moveTo>
                  <a:cubicBezTo>
                    <a:pt x="912" y="1158"/>
                    <a:pt x="779" y="1086"/>
                    <a:pt x="646" y="1015"/>
                  </a:cubicBezTo>
                  <a:cubicBezTo>
                    <a:pt x="513" y="1086"/>
                    <a:pt x="380" y="1157"/>
                    <a:pt x="247" y="1228"/>
                  </a:cubicBezTo>
                  <a:cubicBezTo>
                    <a:pt x="274" y="1080"/>
                    <a:pt x="300" y="931"/>
                    <a:pt x="327" y="783"/>
                  </a:cubicBezTo>
                  <a:cubicBezTo>
                    <a:pt x="218" y="678"/>
                    <a:pt x="109" y="574"/>
                    <a:pt x="0" y="469"/>
                  </a:cubicBezTo>
                  <a:cubicBezTo>
                    <a:pt x="150" y="448"/>
                    <a:pt x="299" y="428"/>
                    <a:pt x="449" y="407"/>
                  </a:cubicBezTo>
                  <a:cubicBezTo>
                    <a:pt x="515" y="271"/>
                    <a:pt x="580" y="136"/>
                    <a:pt x="646" y="0"/>
                  </a:cubicBezTo>
                  <a:cubicBezTo>
                    <a:pt x="712" y="136"/>
                    <a:pt x="778" y="271"/>
                    <a:pt x="844" y="407"/>
                  </a:cubicBezTo>
                  <a:cubicBezTo>
                    <a:pt x="993" y="428"/>
                    <a:pt x="1143" y="448"/>
                    <a:pt x="1292" y="469"/>
                  </a:cubicBezTo>
                  <a:cubicBezTo>
                    <a:pt x="1183" y="574"/>
                    <a:pt x="1074" y="678"/>
                    <a:pt x="965" y="783"/>
                  </a:cubicBezTo>
                  <a:cubicBezTo>
                    <a:pt x="992" y="932"/>
                    <a:pt x="1018" y="1080"/>
                    <a:pt x="1045" y="1229"/>
                  </a:cubicBezTo>
                  <a:close/>
                </a:path>
              </a:pathLst>
            </a:custGeom>
            <a:noFill/>
            <a:ln cap="rnd" w="52560">
              <a:solidFill>
                <a:srgbClr val="ffffff"/>
              </a:solidFill>
              <a:round/>
            </a:ln>
          </p:spPr>
          <p:txBody>
            <a:bodyPr lIns="116280" rIns="116280" tIns="71280" bIns="7128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</p:grpSp>
      <p:grpSp>
        <p:nvGrpSpPr>
          <p:cNvPr id="213" name=""/>
          <p:cNvGrpSpPr/>
          <p:nvPr/>
        </p:nvGrpSpPr>
        <p:grpSpPr>
          <a:xfrm>
            <a:off x="3603960" y="1673640"/>
            <a:ext cx="358200" cy="460800"/>
            <a:chOff x="3603960" y="1673640"/>
            <a:chExt cx="358200" cy="460800"/>
          </a:xfrm>
        </p:grpSpPr>
        <p:sp>
          <p:nvSpPr>
            <p:cNvPr id="214" name=""/>
            <p:cNvSpPr/>
            <p:nvPr/>
          </p:nvSpPr>
          <p:spPr>
            <a:xfrm>
              <a:off x="3603960" y="1673640"/>
              <a:ext cx="353520" cy="460800"/>
            </a:xfrm>
            <a:custGeom>
              <a:avLst/>
              <a:gdLst/>
              <a:ahLst/>
              <a:rect l="0" t="0" r="r" b="b"/>
              <a:pathLst>
                <a:path w="982" h="1280">
                  <a:moveTo>
                    <a:pt x="640" y="0"/>
                  </a:moveTo>
                  <a:cubicBezTo>
                    <a:pt x="528" y="0"/>
                    <a:pt x="417" y="30"/>
                    <a:pt x="320" y="86"/>
                  </a:cubicBezTo>
                  <a:cubicBezTo>
                    <a:pt x="223" y="142"/>
                    <a:pt x="142" y="223"/>
                    <a:pt x="86" y="320"/>
                  </a:cubicBezTo>
                  <a:cubicBezTo>
                    <a:pt x="30" y="417"/>
                    <a:pt x="0" y="528"/>
                    <a:pt x="0" y="640"/>
                  </a:cubicBezTo>
                  <a:cubicBezTo>
                    <a:pt x="0" y="752"/>
                    <a:pt x="30" y="863"/>
                    <a:pt x="86" y="960"/>
                  </a:cubicBezTo>
                  <a:cubicBezTo>
                    <a:pt x="142" y="1057"/>
                    <a:pt x="223" y="1138"/>
                    <a:pt x="320" y="1194"/>
                  </a:cubicBezTo>
                  <a:cubicBezTo>
                    <a:pt x="417" y="1250"/>
                    <a:pt x="528" y="1280"/>
                    <a:pt x="640" y="1280"/>
                  </a:cubicBezTo>
                  <a:cubicBezTo>
                    <a:pt x="752" y="1280"/>
                    <a:pt x="862" y="1250"/>
                    <a:pt x="959" y="1194"/>
                  </a:cubicBezTo>
                  <a:cubicBezTo>
                    <a:pt x="967" y="1190"/>
                    <a:pt x="974" y="1185"/>
                    <a:pt x="982" y="1181"/>
                  </a:cubicBezTo>
                  <a:cubicBezTo>
                    <a:pt x="952" y="1185"/>
                    <a:pt x="922" y="1188"/>
                    <a:pt x="892" y="1188"/>
                  </a:cubicBezTo>
                  <a:cubicBezTo>
                    <a:pt x="792" y="1188"/>
                    <a:pt x="694" y="1162"/>
                    <a:pt x="608" y="1112"/>
                  </a:cubicBezTo>
                  <a:cubicBezTo>
                    <a:pt x="522" y="1062"/>
                    <a:pt x="450" y="990"/>
                    <a:pt x="400" y="904"/>
                  </a:cubicBezTo>
                  <a:cubicBezTo>
                    <a:pt x="350" y="818"/>
                    <a:pt x="324" y="720"/>
                    <a:pt x="324" y="620"/>
                  </a:cubicBezTo>
                  <a:cubicBezTo>
                    <a:pt x="324" y="520"/>
                    <a:pt x="350" y="422"/>
                    <a:pt x="400" y="336"/>
                  </a:cubicBezTo>
                  <a:cubicBezTo>
                    <a:pt x="450" y="250"/>
                    <a:pt x="522" y="178"/>
                    <a:pt x="608" y="128"/>
                  </a:cubicBezTo>
                  <a:cubicBezTo>
                    <a:pt x="694" y="78"/>
                    <a:pt x="792" y="52"/>
                    <a:pt x="892" y="52"/>
                  </a:cubicBezTo>
                  <a:cubicBezTo>
                    <a:pt x="812" y="18"/>
                    <a:pt x="726" y="0"/>
                    <a:pt x="640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215" name=""/>
            <p:cNvSpPr/>
            <p:nvPr/>
          </p:nvSpPr>
          <p:spPr>
            <a:xfrm>
              <a:off x="3608640" y="1673640"/>
              <a:ext cx="353520" cy="460800"/>
            </a:xfrm>
            <a:custGeom>
              <a:avLst/>
              <a:gdLst/>
              <a:ahLst/>
              <a:rect l="0" t="0" r="r" b="b"/>
              <a:pathLst>
                <a:path w="982" h="1280">
                  <a:moveTo>
                    <a:pt x="640" y="0"/>
                  </a:moveTo>
                  <a:cubicBezTo>
                    <a:pt x="528" y="0"/>
                    <a:pt x="417" y="30"/>
                    <a:pt x="320" y="86"/>
                  </a:cubicBezTo>
                  <a:cubicBezTo>
                    <a:pt x="223" y="142"/>
                    <a:pt x="142" y="223"/>
                    <a:pt x="86" y="320"/>
                  </a:cubicBezTo>
                  <a:cubicBezTo>
                    <a:pt x="30" y="417"/>
                    <a:pt x="0" y="528"/>
                    <a:pt x="0" y="640"/>
                  </a:cubicBezTo>
                  <a:cubicBezTo>
                    <a:pt x="0" y="752"/>
                    <a:pt x="30" y="863"/>
                    <a:pt x="86" y="960"/>
                  </a:cubicBezTo>
                  <a:cubicBezTo>
                    <a:pt x="142" y="1057"/>
                    <a:pt x="223" y="1138"/>
                    <a:pt x="320" y="1194"/>
                  </a:cubicBezTo>
                  <a:cubicBezTo>
                    <a:pt x="417" y="1250"/>
                    <a:pt x="528" y="1280"/>
                    <a:pt x="640" y="1280"/>
                  </a:cubicBezTo>
                  <a:cubicBezTo>
                    <a:pt x="752" y="1280"/>
                    <a:pt x="862" y="1250"/>
                    <a:pt x="959" y="1194"/>
                  </a:cubicBezTo>
                  <a:cubicBezTo>
                    <a:pt x="967" y="1190"/>
                    <a:pt x="974" y="1185"/>
                    <a:pt x="982" y="1181"/>
                  </a:cubicBezTo>
                  <a:cubicBezTo>
                    <a:pt x="952" y="1185"/>
                    <a:pt x="922" y="1188"/>
                    <a:pt x="892" y="1188"/>
                  </a:cubicBezTo>
                  <a:cubicBezTo>
                    <a:pt x="792" y="1188"/>
                    <a:pt x="694" y="1162"/>
                    <a:pt x="608" y="1112"/>
                  </a:cubicBezTo>
                  <a:cubicBezTo>
                    <a:pt x="522" y="1062"/>
                    <a:pt x="450" y="990"/>
                    <a:pt x="400" y="904"/>
                  </a:cubicBezTo>
                  <a:cubicBezTo>
                    <a:pt x="350" y="818"/>
                    <a:pt x="324" y="720"/>
                    <a:pt x="324" y="620"/>
                  </a:cubicBezTo>
                  <a:cubicBezTo>
                    <a:pt x="324" y="520"/>
                    <a:pt x="350" y="422"/>
                    <a:pt x="400" y="336"/>
                  </a:cubicBezTo>
                  <a:cubicBezTo>
                    <a:pt x="450" y="250"/>
                    <a:pt x="522" y="178"/>
                    <a:pt x="608" y="128"/>
                  </a:cubicBezTo>
                  <a:cubicBezTo>
                    <a:pt x="694" y="78"/>
                    <a:pt x="792" y="52"/>
                    <a:pt x="892" y="52"/>
                  </a:cubicBezTo>
                  <a:cubicBezTo>
                    <a:pt x="812" y="18"/>
                    <a:pt x="726" y="0"/>
                    <a:pt x="640" y="0"/>
                  </a:cubicBezTo>
                  <a:close/>
                </a:path>
              </a:pathLst>
            </a:custGeom>
            <a:noFill/>
            <a:ln cap="rnd" w="46440">
              <a:solidFill>
                <a:srgbClr val="ffffff"/>
              </a:solidFill>
              <a:round/>
            </a:ln>
          </p:spPr>
          <p:txBody>
            <a:bodyPr lIns="113040" rIns="113040" tIns="68040" bIns="6804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</p:grpSp>
      <p:grpSp>
        <p:nvGrpSpPr>
          <p:cNvPr id="216" name=""/>
          <p:cNvGrpSpPr/>
          <p:nvPr/>
        </p:nvGrpSpPr>
        <p:grpSpPr>
          <a:xfrm>
            <a:off x="6044400" y="1647720"/>
            <a:ext cx="512280" cy="512640"/>
            <a:chOff x="6044400" y="1647720"/>
            <a:chExt cx="512280" cy="512640"/>
          </a:xfrm>
        </p:grpSpPr>
        <p:sp>
          <p:nvSpPr>
            <p:cNvPr id="217" name=""/>
            <p:cNvSpPr/>
            <p:nvPr/>
          </p:nvSpPr>
          <p:spPr>
            <a:xfrm>
              <a:off x="6044400" y="1647720"/>
              <a:ext cx="512280" cy="512640"/>
            </a:xfrm>
            <a:custGeom>
              <a:avLst/>
              <a:gdLst/>
              <a:ahLst/>
              <a:rect l="0" t="0" r="r" b="b"/>
              <a:pathLst>
                <a:path w="1423" h="1424">
                  <a:moveTo>
                    <a:pt x="802" y="1424"/>
                  </a:moveTo>
                  <a:cubicBezTo>
                    <a:pt x="741" y="1301"/>
                    <a:pt x="679" y="1177"/>
                    <a:pt x="618" y="1054"/>
                  </a:cubicBezTo>
                  <a:cubicBezTo>
                    <a:pt x="503" y="1129"/>
                    <a:pt x="387" y="1204"/>
                    <a:pt x="272" y="1279"/>
                  </a:cubicBezTo>
                  <a:cubicBezTo>
                    <a:pt x="316" y="1149"/>
                    <a:pt x="360" y="1018"/>
                    <a:pt x="404" y="888"/>
                  </a:cubicBezTo>
                  <a:cubicBezTo>
                    <a:pt x="269" y="859"/>
                    <a:pt x="135" y="831"/>
                    <a:pt x="0" y="802"/>
                  </a:cubicBezTo>
                  <a:cubicBezTo>
                    <a:pt x="123" y="741"/>
                    <a:pt x="246" y="679"/>
                    <a:pt x="369" y="618"/>
                  </a:cubicBezTo>
                  <a:cubicBezTo>
                    <a:pt x="294" y="503"/>
                    <a:pt x="219" y="387"/>
                    <a:pt x="144" y="272"/>
                  </a:cubicBezTo>
                  <a:cubicBezTo>
                    <a:pt x="275" y="316"/>
                    <a:pt x="405" y="360"/>
                    <a:pt x="536" y="404"/>
                  </a:cubicBezTo>
                  <a:cubicBezTo>
                    <a:pt x="564" y="269"/>
                    <a:pt x="593" y="135"/>
                    <a:pt x="621" y="0"/>
                  </a:cubicBezTo>
                  <a:cubicBezTo>
                    <a:pt x="682" y="123"/>
                    <a:pt x="744" y="247"/>
                    <a:pt x="805" y="370"/>
                  </a:cubicBezTo>
                  <a:cubicBezTo>
                    <a:pt x="920" y="295"/>
                    <a:pt x="1036" y="219"/>
                    <a:pt x="1151" y="144"/>
                  </a:cubicBezTo>
                  <a:cubicBezTo>
                    <a:pt x="1107" y="275"/>
                    <a:pt x="1063" y="405"/>
                    <a:pt x="1019" y="536"/>
                  </a:cubicBezTo>
                  <a:cubicBezTo>
                    <a:pt x="1154" y="564"/>
                    <a:pt x="1288" y="593"/>
                    <a:pt x="1423" y="621"/>
                  </a:cubicBezTo>
                  <a:cubicBezTo>
                    <a:pt x="1300" y="682"/>
                    <a:pt x="1176" y="744"/>
                    <a:pt x="1053" y="805"/>
                  </a:cubicBezTo>
                  <a:cubicBezTo>
                    <a:pt x="1128" y="920"/>
                    <a:pt x="1204" y="1036"/>
                    <a:pt x="1279" y="1151"/>
                  </a:cubicBezTo>
                  <a:cubicBezTo>
                    <a:pt x="1148" y="1107"/>
                    <a:pt x="1018" y="1063"/>
                    <a:pt x="887" y="1019"/>
                  </a:cubicBezTo>
                  <a:cubicBezTo>
                    <a:pt x="859" y="1154"/>
                    <a:pt x="830" y="1289"/>
                    <a:pt x="802" y="1424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218" name=""/>
            <p:cNvSpPr/>
            <p:nvPr/>
          </p:nvSpPr>
          <p:spPr>
            <a:xfrm>
              <a:off x="6044400" y="1647720"/>
              <a:ext cx="512280" cy="512640"/>
            </a:xfrm>
            <a:custGeom>
              <a:avLst/>
              <a:gdLst/>
              <a:ahLst/>
              <a:rect l="0" t="0" r="r" b="b"/>
              <a:pathLst>
                <a:path w="1423" h="1424">
                  <a:moveTo>
                    <a:pt x="802" y="1424"/>
                  </a:moveTo>
                  <a:cubicBezTo>
                    <a:pt x="741" y="1301"/>
                    <a:pt x="679" y="1177"/>
                    <a:pt x="618" y="1054"/>
                  </a:cubicBezTo>
                  <a:cubicBezTo>
                    <a:pt x="503" y="1129"/>
                    <a:pt x="387" y="1204"/>
                    <a:pt x="272" y="1279"/>
                  </a:cubicBezTo>
                  <a:cubicBezTo>
                    <a:pt x="316" y="1149"/>
                    <a:pt x="360" y="1018"/>
                    <a:pt x="404" y="888"/>
                  </a:cubicBezTo>
                  <a:cubicBezTo>
                    <a:pt x="269" y="859"/>
                    <a:pt x="135" y="831"/>
                    <a:pt x="0" y="802"/>
                  </a:cubicBezTo>
                  <a:cubicBezTo>
                    <a:pt x="123" y="741"/>
                    <a:pt x="246" y="679"/>
                    <a:pt x="369" y="618"/>
                  </a:cubicBezTo>
                  <a:cubicBezTo>
                    <a:pt x="294" y="503"/>
                    <a:pt x="219" y="387"/>
                    <a:pt x="144" y="272"/>
                  </a:cubicBezTo>
                  <a:cubicBezTo>
                    <a:pt x="275" y="316"/>
                    <a:pt x="405" y="360"/>
                    <a:pt x="536" y="404"/>
                  </a:cubicBezTo>
                  <a:cubicBezTo>
                    <a:pt x="564" y="269"/>
                    <a:pt x="593" y="135"/>
                    <a:pt x="621" y="0"/>
                  </a:cubicBezTo>
                  <a:cubicBezTo>
                    <a:pt x="682" y="123"/>
                    <a:pt x="744" y="247"/>
                    <a:pt x="805" y="370"/>
                  </a:cubicBezTo>
                  <a:cubicBezTo>
                    <a:pt x="920" y="295"/>
                    <a:pt x="1036" y="219"/>
                    <a:pt x="1151" y="144"/>
                  </a:cubicBezTo>
                  <a:cubicBezTo>
                    <a:pt x="1107" y="275"/>
                    <a:pt x="1063" y="405"/>
                    <a:pt x="1019" y="536"/>
                  </a:cubicBezTo>
                  <a:cubicBezTo>
                    <a:pt x="1154" y="564"/>
                    <a:pt x="1288" y="593"/>
                    <a:pt x="1423" y="621"/>
                  </a:cubicBezTo>
                  <a:cubicBezTo>
                    <a:pt x="1300" y="682"/>
                    <a:pt x="1176" y="744"/>
                    <a:pt x="1053" y="805"/>
                  </a:cubicBezTo>
                  <a:cubicBezTo>
                    <a:pt x="1128" y="920"/>
                    <a:pt x="1204" y="1036"/>
                    <a:pt x="1279" y="1151"/>
                  </a:cubicBezTo>
                  <a:cubicBezTo>
                    <a:pt x="1148" y="1107"/>
                    <a:pt x="1018" y="1063"/>
                    <a:pt x="887" y="1019"/>
                  </a:cubicBezTo>
                  <a:cubicBezTo>
                    <a:pt x="859" y="1154"/>
                    <a:pt x="830" y="1289"/>
                    <a:pt x="802" y="1424"/>
                  </a:cubicBezTo>
                  <a:close/>
                </a:path>
              </a:pathLst>
            </a:custGeom>
            <a:noFill/>
            <a:ln cap="rnd" w="52560">
              <a:solidFill>
                <a:srgbClr val="ffffff"/>
              </a:solidFill>
              <a:round/>
            </a:ln>
          </p:spPr>
          <p:txBody>
            <a:bodyPr lIns="116280" rIns="116280" tIns="71280" bIns="7128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</p:grpSp>
      <p:grpSp>
        <p:nvGrpSpPr>
          <p:cNvPr id="219" name=""/>
          <p:cNvGrpSpPr/>
          <p:nvPr/>
        </p:nvGrpSpPr>
        <p:grpSpPr>
          <a:xfrm>
            <a:off x="8519040" y="1705320"/>
            <a:ext cx="601920" cy="397440"/>
            <a:chOff x="8519040" y="1705320"/>
            <a:chExt cx="601920" cy="397440"/>
          </a:xfrm>
        </p:grpSpPr>
        <p:sp>
          <p:nvSpPr>
            <p:cNvPr id="220" name=""/>
            <p:cNvSpPr/>
            <p:nvPr/>
          </p:nvSpPr>
          <p:spPr>
            <a:xfrm>
              <a:off x="8519040" y="1705320"/>
              <a:ext cx="601920" cy="397440"/>
            </a:xfrm>
            <a:custGeom>
              <a:avLst/>
              <a:gdLst/>
              <a:ahLst/>
              <a:rect l="0" t="0" r="r" b="b"/>
              <a:pathLst>
                <a:path w="1672" h="1104">
                  <a:moveTo>
                    <a:pt x="690" y="258"/>
                  </a:moveTo>
                  <a:cubicBezTo>
                    <a:pt x="749" y="-108"/>
                    <a:pt x="1433" y="-91"/>
                    <a:pt x="1373" y="347"/>
                  </a:cubicBezTo>
                  <a:cubicBezTo>
                    <a:pt x="2065" y="533"/>
                    <a:pt x="1385" y="1326"/>
                    <a:pt x="1028" y="878"/>
                  </a:cubicBezTo>
                  <a:cubicBezTo>
                    <a:pt x="617" y="1311"/>
                    <a:pt x="160" y="1056"/>
                    <a:pt x="18" y="663"/>
                  </a:cubicBezTo>
                  <a:cubicBezTo>
                    <a:pt x="-84" y="382"/>
                    <a:pt x="251" y="-71"/>
                    <a:pt x="690" y="258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221" name=""/>
            <p:cNvSpPr/>
            <p:nvPr/>
          </p:nvSpPr>
          <p:spPr>
            <a:xfrm>
              <a:off x="8519040" y="1705320"/>
              <a:ext cx="601920" cy="397440"/>
            </a:xfrm>
            <a:custGeom>
              <a:avLst/>
              <a:gdLst/>
              <a:ahLst/>
              <a:rect l="0" t="0" r="r" b="b"/>
              <a:pathLst>
                <a:path w="1672" h="1104">
                  <a:moveTo>
                    <a:pt x="18" y="663"/>
                  </a:moveTo>
                  <a:cubicBezTo>
                    <a:pt x="-84" y="382"/>
                    <a:pt x="251" y="-71"/>
                    <a:pt x="690" y="258"/>
                  </a:cubicBezTo>
                  <a:cubicBezTo>
                    <a:pt x="749" y="-108"/>
                    <a:pt x="1433" y="-91"/>
                    <a:pt x="1373" y="347"/>
                  </a:cubicBezTo>
                  <a:cubicBezTo>
                    <a:pt x="2065" y="533"/>
                    <a:pt x="1385" y="1326"/>
                    <a:pt x="1028" y="878"/>
                  </a:cubicBezTo>
                  <a:cubicBezTo>
                    <a:pt x="617" y="1311"/>
                    <a:pt x="160" y="1056"/>
                    <a:pt x="18" y="663"/>
                  </a:cubicBezTo>
                  <a:close/>
                </a:path>
              </a:pathLst>
            </a:custGeom>
            <a:noFill/>
            <a:ln cap="rnd" w="52560">
              <a:solidFill>
                <a:srgbClr val="ffffff"/>
              </a:solidFill>
              <a:round/>
            </a:ln>
          </p:spPr>
          <p:txBody>
            <a:bodyPr lIns="116280" rIns="116280" tIns="71280" bIns="7128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</p:grpSp>
      <p:sp>
        <p:nvSpPr>
          <p:cNvPr id="222" name="PlaceHolder 1"/>
          <p:cNvSpPr>
            <a:spLocks noGrp="1"/>
          </p:cNvSpPr>
          <p:nvPr>
            <p:ph type="title"/>
          </p:nvPr>
        </p:nvSpPr>
        <p:spPr>
          <a:xfrm>
            <a:off x="283320" y="3003120"/>
            <a:ext cx="1954080" cy="148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br>
              <a:rPr sz="1200"/>
            </a:br>
            <a:r>
              <a:rPr b="0" lang="en-US" sz="1200" spc="-1" strike="noStrike">
                <a:solidFill>
                  <a:srgbClr val="ffffff"/>
                </a:solidFill>
                <a:latin typeface="Noto Sans"/>
              </a:rPr>
              <a:t>Lorem ipsum dolor sit amet, consectetuer adipiscing elit. Aliquam imperdiet lobortis metus. Phasellus nisi metus, tempes ac, porta nec, felis. </a:t>
            </a:r>
            <a:endParaRPr b="0" lang="en-US" sz="12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223" name="PlaceHolder 2"/>
          <p:cNvSpPr>
            <a:spLocks noGrp="1"/>
          </p:cNvSpPr>
          <p:nvPr>
            <p:ph type="title"/>
          </p:nvPr>
        </p:nvSpPr>
        <p:spPr>
          <a:xfrm>
            <a:off x="2803680" y="3003120"/>
            <a:ext cx="1954080" cy="148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br>
              <a:rPr sz="1200"/>
            </a:br>
            <a:r>
              <a:rPr b="0" lang="en-US" sz="1200" spc="-1" strike="noStrike">
                <a:solidFill>
                  <a:srgbClr val="000000"/>
                </a:solidFill>
                <a:latin typeface="Noto Sans"/>
              </a:rPr>
              <a:t>Lorem ipsum dolor sit amet, consectetuer adipiscing elit. Aliquam imperdiet lobortis metus. Phasellus nisi metus, tempes ac, porta nec, felis. </a:t>
            </a:r>
            <a:endParaRPr b="0" lang="en-US" sz="12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224" name="PlaceHolder 3"/>
          <p:cNvSpPr>
            <a:spLocks noGrp="1"/>
          </p:cNvSpPr>
          <p:nvPr>
            <p:ph type="title"/>
          </p:nvPr>
        </p:nvSpPr>
        <p:spPr>
          <a:xfrm>
            <a:off x="5323320" y="3003120"/>
            <a:ext cx="1954080" cy="148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</a:pPr>
            <a:br>
              <a:rPr sz="1200"/>
            </a:br>
            <a:r>
              <a:rPr b="0" lang="en-US" sz="1200" spc="-1" strike="noStrike">
                <a:solidFill>
                  <a:srgbClr val="ffffff"/>
                </a:solidFill>
                <a:latin typeface="Noto Sans"/>
              </a:rPr>
              <a:t>Lorem ipsum dolor sit amet, consectetuer adipiscing elit. Aliquam imperdiet lobortis metus. Phasellus nisi metus, tempes ac, porta nec, felis. </a:t>
            </a:r>
            <a:endParaRPr b="0" lang="en-US" sz="12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225" name="PlaceHolder 4"/>
          <p:cNvSpPr>
            <a:spLocks noGrp="1"/>
          </p:cNvSpPr>
          <p:nvPr>
            <p:ph type="title"/>
          </p:nvPr>
        </p:nvSpPr>
        <p:spPr>
          <a:xfrm>
            <a:off x="7842960" y="3003120"/>
            <a:ext cx="1954080" cy="148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br>
              <a:rPr sz="1200"/>
            </a:br>
            <a:r>
              <a:rPr b="0" lang="en-US" sz="1200" spc="-1" strike="noStrike">
                <a:solidFill>
                  <a:srgbClr val="000000"/>
                </a:solidFill>
                <a:latin typeface="Noto Sans"/>
              </a:rPr>
              <a:t>Lorem ipsum dolor sit amet, consectetuer adipiscing elit. Aliquam imperdiet lobortis metus. Phasellus nisi metus, tempes ac, porta nec, felis. </a:t>
            </a:r>
            <a:endParaRPr b="0" lang="en-US" sz="12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226" name="PlaceHolder 5"/>
          <p:cNvSpPr>
            <a:spLocks noGrp="1"/>
          </p:cNvSpPr>
          <p:nvPr>
            <p:ph type="title"/>
          </p:nvPr>
        </p:nvSpPr>
        <p:spPr>
          <a:xfrm>
            <a:off x="468720" y="2448360"/>
            <a:ext cx="1583640" cy="64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1" lang="en-US" sz="2000" spc="-1" strike="noStrike">
                <a:solidFill>
                  <a:srgbClr val="ffffff"/>
                </a:solidFill>
                <a:latin typeface="Noto Sans"/>
              </a:rPr>
              <a:t>Lorem</a:t>
            </a:r>
            <a:endParaRPr b="0" lang="en-US" sz="20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227" name="PlaceHolder 6"/>
          <p:cNvSpPr>
            <a:spLocks noGrp="1"/>
          </p:cNvSpPr>
          <p:nvPr>
            <p:ph type="title"/>
          </p:nvPr>
        </p:nvSpPr>
        <p:spPr>
          <a:xfrm>
            <a:off x="2989080" y="2448360"/>
            <a:ext cx="1583640" cy="64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1" lang="en-US" sz="2000" spc="-1" strike="noStrike">
                <a:solidFill>
                  <a:srgbClr val="ffffff"/>
                </a:solidFill>
                <a:latin typeface="Noto Sans"/>
              </a:rPr>
              <a:t>Ipsum</a:t>
            </a:r>
            <a:endParaRPr b="0" lang="en-US" sz="20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228" name="PlaceHolder 7"/>
          <p:cNvSpPr>
            <a:spLocks noGrp="1"/>
          </p:cNvSpPr>
          <p:nvPr>
            <p:ph type="title"/>
          </p:nvPr>
        </p:nvSpPr>
        <p:spPr>
          <a:xfrm>
            <a:off x="5508720" y="2448360"/>
            <a:ext cx="1583640" cy="64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1" lang="en-US" sz="2000" spc="-1" strike="noStrike">
                <a:solidFill>
                  <a:srgbClr val="ffffff"/>
                </a:solidFill>
                <a:latin typeface="Noto Sans"/>
              </a:rPr>
              <a:t>Dolor</a:t>
            </a:r>
            <a:endParaRPr b="0" lang="en-US" sz="20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229" name="PlaceHolder 8"/>
          <p:cNvSpPr>
            <a:spLocks noGrp="1"/>
          </p:cNvSpPr>
          <p:nvPr>
            <p:ph type="title"/>
          </p:nvPr>
        </p:nvSpPr>
        <p:spPr>
          <a:xfrm>
            <a:off x="8028360" y="2448360"/>
            <a:ext cx="1583640" cy="64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1" lang="en-US" sz="2000" spc="-1" strike="noStrike">
                <a:solidFill>
                  <a:srgbClr val="ffffff"/>
                </a:solidFill>
                <a:latin typeface="Noto Sans"/>
              </a:rPr>
              <a:t>Sit</a:t>
            </a:r>
            <a:endParaRPr b="0" lang="en-US" sz="2000" spc="-1" strike="noStrike">
              <a:solidFill>
                <a:srgbClr val="000000"/>
              </a:solidFill>
              <a:latin typeface="Noto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"/>
          <p:cNvSpPr/>
          <p:nvPr/>
        </p:nvSpPr>
        <p:spPr>
          <a:xfrm>
            <a:off x="6380280" y="1956240"/>
            <a:ext cx="1758240" cy="878760"/>
          </a:xfrm>
          <a:custGeom>
            <a:avLst/>
            <a:gdLst/>
            <a:ahLst/>
            <a:rect l="0" t="0" r="r" b="b"/>
            <a:pathLst>
              <a:path w="4884" h="2441">
                <a:moveTo>
                  <a:pt x="0" y="0"/>
                </a:moveTo>
                <a:cubicBezTo>
                  <a:pt x="0" y="814"/>
                  <a:pt x="0" y="1627"/>
                  <a:pt x="0" y="2441"/>
                </a:cubicBezTo>
                <a:cubicBezTo>
                  <a:pt x="243" y="2441"/>
                  <a:pt x="487" y="2441"/>
                  <a:pt x="730" y="2441"/>
                </a:cubicBezTo>
                <a:cubicBezTo>
                  <a:pt x="730" y="1870"/>
                  <a:pt x="730" y="1300"/>
                  <a:pt x="730" y="729"/>
                </a:cubicBezTo>
                <a:cubicBezTo>
                  <a:pt x="1872" y="729"/>
                  <a:pt x="3013" y="729"/>
                  <a:pt x="4155" y="729"/>
                </a:cubicBezTo>
                <a:cubicBezTo>
                  <a:pt x="4155" y="1300"/>
                  <a:pt x="4155" y="1870"/>
                  <a:pt x="4155" y="2441"/>
                </a:cubicBezTo>
                <a:cubicBezTo>
                  <a:pt x="4398" y="2441"/>
                  <a:pt x="4641" y="2441"/>
                  <a:pt x="4884" y="2441"/>
                </a:cubicBezTo>
                <a:cubicBezTo>
                  <a:pt x="4884" y="1627"/>
                  <a:pt x="4884" y="814"/>
                  <a:pt x="4884" y="0"/>
                </a:cubicBezTo>
                <a:cubicBezTo>
                  <a:pt x="3256" y="0"/>
                  <a:pt x="1628" y="0"/>
                  <a:pt x="0" y="0"/>
                </a:cubicBezTo>
                <a:close/>
              </a:path>
            </a:pathLst>
          </a:custGeom>
          <a:solidFill>
            <a:srgbClr val="f8b622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"/>
            </a:endParaRPr>
          </a:p>
        </p:txBody>
      </p:sp>
      <p:grpSp>
        <p:nvGrpSpPr>
          <p:cNvPr id="231" name=""/>
          <p:cNvGrpSpPr/>
          <p:nvPr/>
        </p:nvGrpSpPr>
        <p:grpSpPr>
          <a:xfrm>
            <a:off x="7149960" y="1452240"/>
            <a:ext cx="262440" cy="766440"/>
            <a:chOff x="7149960" y="1452240"/>
            <a:chExt cx="262440" cy="766440"/>
          </a:xfrm>
        </p:grpSpPr>
        <p:sp>
          <p:nvSpPr>
            <p:cNvPr id="232" name=""/>
            <p:cNvSpPr/>
            <p:nvPr/>
          </p:nvSpPr>
          <p:spPr>
            <a:xfrm>
              <a:off x="7149960" y="1956240"/>
              <a:ext cx="262440" cy="262440"/>
            </a:xfrm>
            <a:custGeom>
              <a:avLst/>
              <a:gdLst/>
              <a:ahLst/>
              <a:rect l="0" t="0" r="r" b="b"/>
              <a:pathLst>
                <a:path w="729" h="729">
                  <a:moveTo>
                    <a:pt x="729" y="364"/>
                  </a:moveTo>
                  <a:cubicBezTo>
                    <a:pt x="729" y="428"/>
                    <a:pt x="712" y="491"/>
                    <a:pt x="680" y="547"/>
                  </a:cubicBezTo>
                  <a:cubicBezTo>
                    <a:pt x="648" y="602"/>
                    <a:pt x="602" y="648"/>
                    <a:pt x="547" y="680"/>
                  </a:cubicBezTo>
                  <a:cubicBezTo>
                    <a:pt x="491" y="712"/>
                    <a:pt x="428" y="729"/>
                    <a:pt x="364" y="729"/>
                  </a:cubicBezTo>
                  <a:cubicBezTo>
                    <a:pt x="300" y="729"/>
                    <a:pt x="237" y="712"/>
                    <a:pt x="182" y="680"/>
                  </a:cubicBezTo>
                  <a:cubicBezTo>
                    <a:pt x="127" y="648"/>
                    <a:pt x="81" y="602"/>
                    <a:pt x="49" y="547"/>
                  </a:cubicBezTo>
                  <a:cubicBezTo>
                    <a:pt x="17" y="491"/>
                    <a:pt x="0" y="428"/>
                    <a:pt x="0" y="364"/>
                  </a:cubicBezTo>
                  <a:cubicBezTo>
                    <a:pt x="0" y="300"/>
                    <a:pt x="17" y="238"/>
                    <a:pt x="49" y="182"/>
                  </a:cubicBezTo>
                  <a:cubicBezTo>
                    <a:pt x="81" y="127"/>
                    <a:pt x="127" y="81"/>
                    <a:pt x="182" y="49"/>
                  </a:cubicBezTo>
                  <a:cubicBezTo>
                    <a:pt x="237" y="17"/>
                    <a:pt x="300" y="0"/>
                    <a:pt x="364" y="0"/>
                  </a:cubicBezTo>
                  <a:cubicBezTo>
                    <a:pt x="428" y="0"/>
                    <a:pt x="491" y="17"/>
                    <a:pt x="547" y="49"/>
                  </a:cubicBezTo>
                  <a:cubicBezTo>
                    <a:pt x="602" y="81"/>
                    <a:pt x="648" y="127"/>
                    <a:pt x="680" y="182"/>
                  </a:cubicBezTo>
                  <a:cubicBezTo>
                    <a:pt x="712" y="238"/>
                    <a:pt x="729" y="300"/>
                    <a:pt x="729" y="364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233" name=""/>
            <p:cNvSpPr/>
            <p:nvPr/>
          </p:nvSpPr>
          <p:spPr>
            <a:xfrm>
              <a:off x="7149960" y="1956240"/>
              <a:ext cx="262440" cy="262440"/>
            </a:xfrm>
            <a:custGeom>
              <a:avLst/>
              <a:gdLst/>
              <a:ahLst/>
              <a:rect l="0" t="0" r="r" b="b"/>
              <a:pathLst>
                <a:path w="729" h="729">
                  <a:moveTo>
                    <a:pt x="729" y="364"/>
                  </a:moveTo>
                  <a:cubicBezTo>
                    <a:pt x="729" y="428"/>
                    <a:pt x="712" y="491"/>
                    <a:pt x="680" y="547"/>
                  </a:cubicBezTo>
                  <a:cubicBezTo>
                    <a:pt x="648" y="602"/>
                    <a:pt x="602" y="648"/>
                    <a:pt x="547" y="680"/>
                  </a:cubicBezTo>
                  <a:cubicBezTo>
                    <a:pt x="491" y="712"/>
                    <a:pt x="428" y="729"/>
                    <a:pt x="364" y="729"/>
                  </a:cubicBezTo>
                  <a:cubicBezTo>
                    <a:pt x="300" y="729"/>
                    <a:pt x="237" y="712"/>
                    <a:pt x="182" y="680"/>
                  </a:cubicBezTo>
                  <a:cubicBezTo>
                    <a:pt x="127" y="648"/>
                    <a:pt x="81" y="602"/>
                    <a:pt x="49" y="547"/>
                  </a:cubicBezTo>
                  <a:cubicBezTo>
                    <a:pt x="17" y="491"/>
                    <a:pt x="0" y="428"/>
                    <a:pt x="0" y="364"/>
                  </a:cubicBezTo>
                  <a:cubicBezTo>
                    <a:pt x="0" y="300"/>
                    <a:pt x="17" y="237"/>
                    <a:pt x="49" y="182"/>
                  </a:cubicBezTo>
                  <a:cubicBezTo>
                    <a:pt x="81" y="126"/>
                    <a:pt x="127" y="81"/>
                    <a:pt x="182" y="49"/>
                  </a:cubicBezTo>
                  <a:cubicBezTo>
                    <a:pt x="237" y="17"/>
                    <a:pt x="300" y="0"/>
                    <a:pt x="364" y="0"/>
                  </a:cubicBezTo>
                  <a:cubicBezTo>
                    <a:pt x="428" y="0"/>
                    <a:pt x="491" y="17"/>
                    <a:pt x="547" y="49"/>
                  </a:cubicBezTo>
                  <a:cubicBezTo>
                    <a:pt x="602" y="81"/>
                    <a:pt x="648" y="126"/>
                    <a:pt x="680" y="182"/>
                  </a:cubicBezTo>
                  <a:cubicBezTo>
                    <a:pt x="712" y="237"/>
                    <a:pt x="729" y="300"/>
                    <a:pt x="729" y="364"/>
                  </a:cubicBezTo>
                  <a:close/>
                </a:path>
              </a:pathLst>
            </a:custGeom>
            <a:noFill/>
            <a:ln w="52560">
              <a:solidFill>
                <a:srgbClr val="f8b622"/>
              </a:solidFill>
              <a:miter/>
            </a:ln>
          </p:spPr>
          <p:txBody>
            <a:bodyPr lIns="116280" rIns="116280" tIns="71280" bIns="7128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234" name=""/>
            <p:cNvSpPr/>
            <p:nvPr/>
          </p:nvSpPr>
          <p:spPr>
            <a:xfrm>
              <a:off x="7281000" y="1513800"/>
              <a:ext cx="0" cy="442440"/>
            </a:xfrm>
            <a:custGeom>
              <a:avLst/>
              <a:gdLst/>
              <a:ahLst/>
              <a:rect l="0" t="0" r="r" b="b"/>
              <a:pathLst>
                <a:path fill="none" w="0" h="1229">
                  <a:moveTo>
                    <a:pt x="0" y="1229"/>
                  </a:moveTo>
                  <a:cubicBezTo>
                    <a:pt x="0" y="819"/>
                    <a:pt x="0" y="410"/>
                    <a:pt x="0" y="0"/>
                  </a:cubicBezTo>
                </a:path>
              </a:pathLst>
            </a:custGeom>
            <a:ln w="52560">
              <a:solidFill>
                <a:srgbClr val="f8b622"/>
              </a:solidFill>
              <a:round/>
            </a:ln>
          </p:spPr>
          <p:txBody>
            <a:bodyPr lIns="116280" rIns="116280" tIns="71280" bIns="7128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235" name=""/>
            <p:cNvSpPr/>
            <p:nvPr/>
          </p:nvSpPr>
          <p:spPr>
            <a:xfrm>
              <a:off x="7219440" y="1452240"/>
              <a:ext cx="123480" cy="123480"/>
            </a:xfrm>
            <a:custGeom>
              <a:avLst/>
              <a:gdLst/>
              <a:ahLst/>
              <a:rect l="0" t="0" r="r" b="b"/>
              <a:pathLst>
                <a:path w="343" h="343">
                  <a:moveTo>
                    <a:pt x="343" y="171"/>
                  </a:moveTo>
                  <a:cubicBezTo>
                    <a:pt x="343" y="141"/>
                    <a:pt x="335" y="112"/>
                    <a:pt x="320" y="86"/>
                  </a:cubicBezTo>
                  <a:cubicBezTo>
                    <a:pt x="305" y="60"/>
                    <a:pt x="283" y="38"/>
                    <a:pt x="257" y="23"/>
                  </a:cubicBezTo>
                  <a:cubicBezTo>
                    <a:pt x="231" y="8"/>
                    <a:pt x="201" y="0"/>
                    <a:pt x="171" y="0"/>
                  </a:cubicBezTo>
                  <a:cubicBezTo>
                    <a:pt x="141" y="0"/>
                    <a:pt x="112" y="8"/>
                    <a:pt x="86" y="23"/>
                  </a:cubicBezTo>
                  <a:cubicBezTo>
                    <a:pt x="60" y="38"/>
                    <a:pt x="38" y="60"/>
                    <a:pt x="23" y="86"/>
                  </a:cubicBezTo>
                  <a:cubicBezTo>
                    <a:pt x="8" y="112"/>
                    <a:pt x="0" y="141"/>
                    <a:pt x="0" y="171"/>
                  </a:cubicBezTo>
                  <a:cubicBezTo>
                    <a:pt x="0" y="202"/>
                    <a:pt x="8" y="231"/>
                    <a:pt x="23" y="257"/>
                  </a:cubicBezTo>
                  <a:cubicBezTo>
                    <a:pt x="38" y="283"/>
                    <a:pt x="60" y="305"/>
                    <a:pt x="86" y="320"/>
                  </a:cubicBezTo>
                  <a:cubicBezTo>
                    <a:pt x="112" y="335"/>
                    <a:pt x="141" y="343"/>
                    <a:pt x="171" y="343"/>
                  </a:cubicBezTo>
                  <a:cubicBezTo>
                    <a:pt x="201" y="343"/>
                    <a:pt x="231" y="335"/>
                    <a:pt x="257" y="320"/>
                  </a:cubicBezTo>
                  <a:cubicBezTo>
                    <a:pt x="283" y="305"/>
                    <a:pt x="305" y="283"/>
                    <a:pt x="320" y="257"/>
                  </a:cubicBezTo>
                  <a:cubicBezTo>
                    <a:pt x="335" y="231"/>
                    <a:pt x="343" y="202"/>
                    <a:pt x="343" y="171"/>
                  </a:cubicBezTo>
                  <a:close/>
                </a:path>
              </a:pathLst>
            </a:custGeom>
            <a:solidFill>
              <a:srgbClr val="f8b622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236" name=""/>
            <p:cNvSpPr/>
            <p:nvPr/>
          </p:nvSpPr>
          <p:spPr>
            <a:xfrm>
              <a:off x="7219440" y="1452240"/>
              <a:ext cx="123480" cy="123480"/>
            </a:xfrm>
            <a:custGeom>
              <a:avLst/>
              <a:gdLst/>
              <a:ahLst/>
              <a:rect l="0" t="0" r="r" b="b"/>
              <a:pathLst>
                <a:path w="343" h="343">
                  <a:moveTo>
                    <a:pt x="343" y="171"/>
                  </a:moveTo>
                  <a:cubicBezTo>
                    <a:pt x="343" y="140"/>
                    <a:pt x="335" y="112"/>
                    <a:pt x="320" y="86"/>
                  </a:cubicBezTo>
                  <a:cubicBezTo>
                    <a:pt x="305" y="60"/>
                    <a:pt x="283" y="38"/>
                    <a:pt x="257" y="23"/>
                  </a:cubicBezTo>
                  <a:cubicBezTo>
                    <a:pt x="231" y="8"/>
                    <a:pt x="201" y="0"/>
                    <a:pt x="171" y="0"/>
                  </a:cubicBezTo>
                  <a:cubicBezTo>
                    <a:pt x="141" y="0"/>
                    <a:pt x="112" y="8"/>
                    <a:pt x="86" y="23"/>
                  </a:cubicBezTo>
                  <a:cubicBezTo>
                    <a:pt x="60" y="38"/>
                    <a:pt x="38" y="60"/>
                    <a:pt x="23" y="86"/>
                  </a:cubicBezTo>
                  <a:cubicBezTo>
                    <a:pt x="8" y="112"/>
                    <a:pt x="0" y="140"/>
                    <a:pt x="0" y="171"/>
                  </a:cubicBezTo>
                  <a:cubicBezTo>
                    <a:pt x="0" y="201"/>
                    <a:pt x="8" y="231"/>
                    <a:pt x="23" y="257"/>
                  </a:cubicBezTo>
                  <a:cubicBezTo>
                    <a:pt x="38" y="283"/>
                    <a:pt x="60" y="305"/>
                    <a:pt x="86" y="320"/>
                  </a:cubicBezTo>
                  <a:cubicBezTo>
                    <a:pt x="112" y="335"/>
                    <a:pt x="141" y="343"/>
                    <a:pt x="171" y="343"/>
                  </a:cubicBezTo>
                  <a:cubicBezTo>
                    <a:pt x="201" y="343"/>
                    <a:pt x="231" y="335"/>
                    <a:pt x="257" y="320"/>
                  </a:cubicBezTo>
                  <a:cubicBezTo>
                    <a:pt x="283" y="305"/>
                    <a:pt x="305" y="283"/>
                    <a:pt x="320" y="257"/>
                  </a:cubicBezTo>
                  <a:cubicBezTo>
                    <a:pt x="335" y="231"/>
                    <a:pt x="343" y="201"/>
                    <a:pt x="343" y="171"/>
                  </a:cubicBezTo>
                  <a:close/>
                </a:path>
              </a:pathLst>
            </a:custGeom>
            <a:noFill/>
            <a:ln w="52560">
              <a:solidFill>
                <a:srgbClr val="f8b622"/>
              </a:solidFill>
              <a:miter/>
            </a:ln>
          </p:spPr>
          <p:txBody>
            <a:bodyPr lIns="116280" rIns="116280" tIns="52200" bIns="522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</p:grpSp>
      <p:sp>
        <p:nvSpPr>
          <p:cNvPr id="237" name=""/>
          <p:cNvSpPr/>
          <p:nvPr/>
        </p:nvSpPr>
        <p:spPr>
          <a:xfrm>
            <a:off x="4885200" y="2643840"/>
            <a:ext cx="1758240" cy="1070280"/>
          </a:xfrm>
          <a:custGeom>
            <a:avLst/>
            <a:gdLst/>
            <a:ahLst/>
            <a:rect l="0" t="0" r="r" b="b"/>
            <a:pathLst>
              <a:path w="4884" h="2973">
                <a:moveTo>
                  <a:pt x="0" y="531"/>
                </a:moveTo>
                <a:cubicBezTo>
                  <a:pt x="0" y="1345"/>
                  <a:pt x="0" y="2159"/>
                  <a:pt x="0" y="2973"/>
                </a:cubicBezTo>
                <a:cubicBezTo>
                  <a:pt x="1628" y="2973"/>
                  <a:pt x="3256" y="2973"/>
                  <a:pt x="4884" y="2973"/>
                </a:cubicBezTo>
                <a:cubicBezTo>
                  <a:pt x="4884" y="2159"/>
                  <a:pt x="4884" y="1345"/>
                  <a:pt x="4884" y="531"/>
                </a:cubicBezTo>
                <a:cubicBezTo>
                  <a:pt x="4763" y="354"/>
                  <a:pt x="4642" y="177"/>
                  <a:pt x="4521" y="0"/>
                </a:cubicBezTo>
                <a:cubicBezTo>
                  <a:pt x="4399" y="177"/>
                  <a:pt x="4276" y="354"/>
                  <a:pt x="4154" y="531"/>
                </a:cubicBezTo>
                <a:cubicBezTo>
                  <a:pt x="4154" y="1102"/>
                  <a:pt x="4154" y="1673"/>
                  <a:pt x="4154" y="2244"/>
                </a:cubicBezTo>
                <a:cubicBezTo>
                  <a:pt x="3013" y="2244"/>
                  <a:pt x="1871" y="2244"/>
                  <a:pt x="730" y="2244"/>
                </a:cubicBezTo>
                <a:cubicBezTo>
                  <a:pt x="730" y="1673"/>
                  <a:pt x="730" y="1102"/>
                  <a:pt x="730" y="531"/>
                </a:cubicBezTo>
                <a:cubicBezTo>
                  <a:pt x="487" y="531"/>
                  <a:pt x="243" y="531"/>
                  <a:pt x="0" y="531"/>
                </a:cubicBezTo>
                <a:close/>
              </a:path>
            </a:pathLst>
          </a:custGeom>
          <a:solidFill>
            <a:srgbClr val="e54b89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Noto Sans"/>
            </a:endParaRPr>
          </a:p>
        </p:txBody>
      </p:sp>
      <p:sp>
        <p:nvSpPr>
          <p:cNvPr id="238" name=""/>
          <p:cNvSpPr/>
          <p:nvPr/>
        </p:nvSpPr>
        <p:spPr>
          <a:xfrm>
            <a:off x="3389760" y="1956240"/>
            <a:ext cx="1758240" cy="1051560"/>
          </a:xfrm>
          <a:custGeom>
            <a:avLst/>
            <a:gdLst/>
            <a:ahLst/>
            <a:rect l="0" t="0" r="r" b="b"/>
            <a:pathLst>
              <a:path w="4884" h="2921">
                <a:moveTo>
                  <a:pt x="0" y="0"/>
                </a:moveTo>
                <a:cubicBezTo>
                  <a:pt x="0" y="814"/>
                  <a:pt x="0" y="1627"/>
                  <a:pt x="0" y="2441"/>
                </a:cubicBezTo>
                <a:cubicBezTo>
                  <a:pt x="243" y="2441"/>
                  <a:pt x="486" y="2441"/>
                  <a:pt x="729" y="2441"/>
                </a:cubicBezTo>
                <a:cubicBezTo>
                  <a:pt x="729" y="1870"/>
                  <a:pt x="729" y="1300"/>
                  <a:pt x="729" y="729"/>
                </a:cubicBezTo>
                <a:cubicBezTo>
                  <a:pt x="1871" y="729"/>
                  <a:pt x="3012" y="729"/>
                  <a:pt x="4154" y="729"/>
                </a:cubicBezTo>
                <a:cubicBezTo>
                  <a:pt x="4154" y="1300"/>
                  <a:pt x="4154" y="1870"/>
                  <a:pt x="4154" y="2441"/>
                </a:cubicBezTo>
                <a:cubicBezTo>
                  <a:pt x="4272" y="2601"/>
                  <a:pt x="4391" y="2761"/>
                  <a:pt x="4509" y="2921"/>
                </a:cubicBezTo>
                <a:cubicBezTo>
                  <a:pt x="4634" y="2761"/>
                  <a:pt x="4759" y="2601"/>
                  <a:pt x="4884" y="2441"/>
                </a:cubicBezTo>
                <a:cubicBezTo>
                  <a:pt x="4884" y="1627"/>
                  <a:pt x="4884" y="814"/>
                  <a:pt x="4884" y="0"/>
                </a:cubicBezTo>
                <a:cubicBezTo>
                  <a:pt x="3256" y="0"/>
                  <a:pt x="1628" y="0"/>
                  <a:pt x="0" y="0"/>
                </a:cubicBezTo>
                <a:close/>
              </a:path>
            </a:pathLst>
          </a:custGeom>
          <a:solidFill>
            <a:srgbClr val="60c4e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"/>
            </a:endParaRPr>
          </a:p>
        </p:txBody>
      </p:sp>
      <p:grpSp>
        <p:nvGrpSpPr>
          <p:cNvPr id="239" name=""/>
          <p:cNvGrpSpPr/>
          <p:nvPr/>
        </p:nvGrpSpPr>
        <p:grpSpPr>
          <a:xfrm>
            <a:off x="5638680" y="3451320"/>
            <a:ext cx="262440" cy="766440"/>
            <a:chOff x="5638680" y="3451320"/>
            <a:chExt cx="262440" cy="766440"/>
          </a:xfrm>
        </p:grpSpPr>
        <p:sp>
          <p:nvSpPr>
            <p:cNvPr id="240" name=""/>
            <p:cNvSpPr/>
            <p:nvPr/>
          </p:nvSpPr>
          <p:spPr>
            <a:xfrm>
              <a:off x="5638680" y="3451320"/>
              <a:ext cx="262440" cy="262440"/>
            </a:xfrm>
            <a:custGeom>
              <a:avLst/>
              <a:gdLst/>
              <a:ahLst/>
              <a:rect l="0" t="0" r="r" b="b"/>
              <a:pathLst>
                <a:path w="729" h="729">
                  <a:moveTo>
                    <a:pt x="729" y="365"/>
                  </a:moveTo>
                  <a:cubicBezTo>
                    <a:pt x="729" y="429"/>
                    <a:pt x="712" y="491"/>
                    <a:pt x="680" y="547"/>
                  </a:cubicBezTo>
                  <a:cubicBezTo>
                    <a:pt x="648" y="602"/>
                    <a:pt x="602" y="648"/>
                    <a:pt x="547" y="680"/>
                  </a:cubicBezTo>
                  <a:cubicBezTo>
                    <a:pt x="491" y="712"/>
                    <a:pt x="429" y="729"/>
                    <a:pt x="365" y="729"/>
                  </a:cubicBezTo>
                  <a:cubicBezTo>
                    <a:pt x="301" y="729"/>
                    <a:pt x="237" y="712"/>
                    <a:pt x="182" y="680"/>
                  </a:cubicBezTo>
                  <a:cubicBezTo>
                    <a:pt x="126" y="648"/>
                    <a:pt x="81" y="602"/>
                    <a:pt x="49" y="547"/>
                  </a:cubicBezTo>
                  <a:cubicBezTo>
                    <a:pt x="17" y="491"/>
                    <a:pt x="0" y="429"/>
                    <a:pt x="0" y="365"/>
                  </a:cubicBezTo>
                  <a:cubicBezTo>
                    <a:pt x="0" y="301"/>
                    <a:pt x="17" y="238"/>
                    <a:pt x="49" y="182"/>
                  </a:cubicBezTo>
                  <a:cubicBezTo>
                    <a:pt x="81" y="127"/>
                    <a:pt x="126" y="81"/>
                    <a:pt x="182" y="49"/>
                  </a:cubicBezTo>
                  <a:cubicBezTo>
                    <a:pt x="237" y="17"/>
                    <a:pt x="301" y="0"/>
                    <a:pt x="365" y="0"/>
                  </a:cubicBezTo>
                  <a:cubicBezTo>
                    <a:pt x="429" y="0"/>
                    <a:pt x="491" y="17"/>
                    <a:pt x="547" y="49"/>
                  </a:cubicBezTo>
                  <a:cubicBezTo>
                    <a:pt x="602" y="81"/>
                    <a:pt x="648" y="127"/>
                    <a:pt x="680" y="182"/>
                  </a:cubicBezTo>
                  <a:cubicBezTo>
                    <a:pt x="712" y="238"/>
                    <a:pt x="729" y="301"/>
                    <a:pt x="729" y="365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241" name=""/>
            <p:cNvSpPr/>
            <p:nvPr/>
          </p:nvSpPr>
          <p:spPr>
            <a:xfrm>
              <a:off x="5638680" y="3451320"/>
              <a:ext cx="262440" cy="262440"/>
            </a:xfrm>
            <a:custGeom>
              <a:avLst/>
              <a:gdLst/>
              <a:ahLst/>
              <a:rect l="0" t="0" r="r" b="b"/>
              <a:pathLst>
                <a:path w="729" h="729">
                  <a:moveTo>
                    <a:pt x="729" y="365"/>
                  </a:moveTo>
                  <a:cubicBezTo>
                    <a:pt x="729" y="429"/>
                    <a:pt x="712" y="491"/>
                    <a:pt x="680" y="547"/>
                  </a:cubicBezTo>
                  <a:cubicBezTo>
                    <a:pt x="648" y="602"/>
                    <a:pt x="602" y="648"/>
                    <a:pt x="547" y="680"/>
                  </a:cubicBezTo>
                  <a:cubicBezTo>
                    <a:pt x="491" y="712"/>
                    <a:pt x="429" y="729"/>
                    <a:pt x="365" y="729"/>
                  </a:cubicBezTo>
                  <a:cubicBezTo>
                    <a:pt x="301" y="729"/>
                    <a:pt x="237" y="712"/>
                    <a:pt x="182" y="680"/>
                  </a:cubicBezTo>
                  <a:cubicBezTo>
                    <a:pt x="126" y="648"/>
                    <a:pt x="81" y="602"/>
                    <a:pt x="49" y="547"/>
                  </a:cubicBezTo>
                  <a:cubicBezTo>
                    <a:pt x="17" y="491"/>
                    <a:pt x="0" y="429"/>
                    <a:pt x="0" y="365"/>
                  </a:cubicBezTo>
                  <a:cubicBezTo>
                    <a:pt x="0" y="301"/>
                    <a:pt x="17" y="237"/>
                    <a:pt x="49" y="182"/>
                  </a:cubicBezTo>
                  <a:cubicBezTo>
                    <a:pt x="81" y="126"/>
                    <a:pt x="126" y="81"/>
                    <a:pt x="182" y="49"/>
                  </a:cubicBezTo>
                  <a:cubicBezTo>
                    <a:pt x="237" y="17"/>
                    <a:pt x="301" y="0"/>
                    <a:pt x="365" y="0"/>
                  </a:cubicBezTo>
                  <a:cubicBezTo>
                    <a:pt x="429" y="0"/>
                    <a:pt x="491" y="17"/>
                    <a:pt x="547" y="49"/>
                  </a:cubicBezTo>
                  <a:cubicBezTo>
                    <a:pt x="602" y="81"/>
                    <a:pt x="648" y="126"/>
                    <a:pt x="680" y="182"/>
                  </a:cubicBezTo>
                  <a:cubicBezTo>
                    <a:pt x="712" y="237"/>
                    <a:pt x="729" y="301"/>
                    <a:pt x="729" y="365"/>
                  </a:cubicBezTo>
                  <a:close/>
                </a:path>
              </a:pathLst>
            </a:custGeom>
            <a:noFill/>
            <a:ln w="52560">
              <a:solidFill>
                <a:srgbClr val="e54b89"/>
              </a:solidFill>
              <a:miter/>
            </a:ln>
          </p:spPr>
          <p:txBody>
            <a:bodyPr lIns="116280" rIns="116280" tIns="71280" bIns="7128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242" name=""/>
            <p:cNvSpPr/>
            <p:nvPr/>
          </p:nvSpPr>
          <p:spPr>
            <a:xfrm>
              <a:off x="5770080" y="3713760"/>
              <a:ext cx="0" cy="442440"/>
            </a:xfrm>
            <a:custGeom>
              <a:avLst/>
              <a:gdLst/>
              <a:ahLst/>
              <a:rect l="0" t="0" r="r" b="b"/>
              <a:pathLst>
                <a:path fill="none" w="0" h="1229">
                  <a:moveTo>
                    <a:pt x="0" y="0"/>
                  </a:moveTo>
                  <a:cubicBezTo>
                    <a:pt x="0" y="410"/>
                    <a:pt x="0" y="819"/>
                    <a:pt x="0" y="1229"/>
                  </a:cubicBezTo>
                </a:path>
              </a:pathLst>
            </a:custGeom>
            <a:ln w="52560">
              <a:solidFill>
                <a:srgbClr val="e54b89"/>
              </a:solidFill>
              <a:round/>
            </a:ln>
          </p:spPr>
          <p:txBody>
            <a:bodyPr lIns="116280" rIns="116280" tIns="71280" bIns="7128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243" name=""/>
            <p:cNvSpPr/>
            <p:nvPr/>
          </p:nvSpPr>
          <p:spPr>
            <a:xfrm>
              <a:off x="5708160" y="4094280"/>
              <a:ext cx="123480" cy="123480"/>
            </a:xfrm>
            <a:custGeom>
              <a:avLst/>
              <a:gdLst/>
              <a:ahLst/>
              <a:rect l="0" t="0" r="r" b="b"/>
              <a:pathLst>
                <a:path w="343" h="343">
                  <a:moveTo>
                    <a:pt x="343" y="172"/>
                  </a:moveTo>
                  <a:cubicBezTo>
                    <a:pt x="343" y="202"/>
                    <a:pt x="335" y="231"/>
                    <a:pt x="320" y="257"/>
                  </a:cubicBezTo>
                  <a:cubicBezTo>
                    <a:pt x="305" y="283"/>
                    <a:pt x="283" y="305"/>
                    <a:pt x="257" y="320"/>
                  </a:cubicBezTo>
                  <a:cubicBezTo>
                    <a:pt x="231" y="335"/>
                    <a:pt x="202" y="343"/>
                    <a:pt x="172" y="343"/>
                  </a:cubicBezTo>
                  <a:cubicBezTo>
                    <a:pt x="142" y="343"/>
                    <a:pt x="112" y="335"/>
                    <a:pt x="86" y="320"/>
                  </a:cubicBezTo>
                  <a:cubicBezTo>
                    <a:pt x="60" y="305"/>
                    <a:pt x="38" y="283"/>
                    <a:pt x="23" y="257"/>
                  </a:cubicBezTo>
                  <a:cubicBezTo>
                    <a:pt x="8" y="231"/>
                    <a:pt x="0" y="202"/>
                    <a:pt x="0" y="172"/>
                  </a:cubicBezTo>
                  <a:cubicBezTo>
                    <a:pt x="0" y="141"/>
                    <a:pt x="8" y="112"/>
                    <a:pt x="23" y="86"/>
                  </a:cubicBezTo>
                  <a:cubicBezTo>
                    <a:pt x="38" y="60"/>
                    <a:pt x="60" y="38"/>
                    <a:pt x="86" y="23"/>
                  </a:cubicBezTo>
                  <a:cubicBezTo>
                    <a:pt x="112" y="8"/>
                    <a:pt x="142" y="0"/>
                    <a:pt x="172" y="0"/>
                  </a:cubicBezTo>
                  <a:cubicBezTo>
                    <a:pt x="202" y="0"/>
                    <a:pt x="231" y="8"/>
                    <a:pt x="257" y="23"/>
                  </a:cubicBezTo>
                  <a:cubicBezTo>
                    <a:pt x="283" y="38"/>
                    <a:pt x="305" y="60"/>
                    <a:pt x="320" y="86"/>
                  </a:cubicBezTo>
                  <a:cubicBezTo>
                    <a:pt x="335" y="112"/>
                    <a:pt x="343" y="141"/>
                    <a:pt x="343" y="172"/>
                  </a:cubicBezTo>
                  <a:close/>
                </a:path>
              </a:pathLst>
            </a:custGeom>
            <a:solidFill>
              <a:srgbClr val="e54b89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244" name=""/>
            <p:cNvSpPr/>
            <p:nvPr/>
          </p:nvSpPr>
          <p:spPr>
            <a:xfrm>
              <a:off x="5708160" y="4094280"/>
              <a:ext cx="123480" cy="123480"/>
            </a:xfrm>
            <a:custGeom>
              <a:avLst/>
              <a:gdLst/>
              <a:ahLst/>
              <a:rect l="0" t="0" r="r" b="b"/>
              <a:pathLst>
                <a:path w="343" h="343">
                  <a:moveTo>
                    <a:pt x="343" y="172"/>
                  </a:moveTo>
                  <a:cubicBezTo>
                    <a:pt x="343" y="202"/>
                    <a:pt x="335" y="231"/>
                    <a:pt x="320" y="257"/>
                  </a:cubicBezTo>
                  <a:cubicBezTo>
                    <a:pt x="305" y="283"/>
                    <a:pt x="283" y="305"/>
                    <a:pt x="257" y="320"/>
                  </a:cubicBezTo>
                  <a:cubicBezTo>
                    <a:pt x="231" y="335"/>
                    <a:pt x="202" y="343"/>
                    <a:pt x="172" y="343"/>
                  </a:cubicBezTo>
                  <a:cubicBezTo>
                    <a:pt x="142" y="343"/>
                    <a:pt x="112" y="335"/>
                    <a:pt x="86" y="320"/>
                  </a:cubicBezTo>
                  <a:cubicBezTo>
                    <a:pt x="60" y="305"/>
                    <a:pt x="38" y="283"/>
                    <a:pt x="23" y="257"/>
                  </a:cubicBezTo>
                  <a:cubicBezTo>
                    <a:pt x="8" y="231"/>
                    <a:pt x="0" y="202"/>
                    <a:pt x="0" y="172"/>
                  </a:cubicBezTo>
                  <a:cubicBezTo>
                    <a:pt x="0" y="141"/>
                    <a:pt x="8" y="112"/>
                    <a:pt x="23" y="86"/>
                  </a:cubicBezTo>
                  <a:cubicBezTo>
                    <a:pt x="38" y="60"/>
                    <a:pt x="60" y="38"/>
                    <a:pt x="86" y="23"/>
                  </a:cubicBezTo>
                  <a:cubicBezTo>
                    <a:pt x="112" y="8"/>
                    <a:pt x="142" y="0"/>
                    <a:pt x="172" y="0"/>
                  </a:cubicBezTo>
                  <a:cubicBezTo>
                    <a:pt x="202" y="0"/>
                    <a:pt x="231" y="8"/>
                    <a:pt x="257" y="23"/>
                  </a:cubicBezTo>
                  <a:cubicBezTo>
                    <a:pt x="283" y="38"/>
                    <a:pt x="305" y="60"/>
                    <a:pt x="320" y="86"/>
                  </a:cubicBezTo>
                  <a:cubicBezTo>
                    <a:pt x="335" y="112"/>
                    <a:pt x="343" y="141"/>
                    <a:pt x="343" y="172"/>
                  </a:cubicBezTo>
                  <a:close/>
                </a:path>
              </a:pathLst>
            </a:custGeom>
            <a:noFill/>
            <a:ln w="52560">
              <a:solidFill>
                <a:srgbClr val="e54b89"/>
              </a:solidFill>
              <a:miter/>
            </a:ln>
          </p:spPr>
          <p:txBody>
            <a:bodyPr lIns="116280" rIns="116280" tIns="52200" bIns="522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</p:grpSp>
      <p:grpSp>
        <p:nvGrpSpPr>
          <p:cNvPr id="245" name=""/>
          <p:cNvGrpSpPr/>
          <p:nvPr/>
        </p:nvGrpSpPr>
        <p:grpSpPr>
          <a:xfrm>
            <a:off x="4150440" y="1452240"/>
            <a:ext cx="262440" cy="766440"/>
            <a:chOff x="4150440" y="1452240"/>
            <a:chExt cx="262440" cy="766440"/>
          </a:xfrm>
        </p:grpSpPr>
        <p:sp>
          <p:nvSpPr>
            <p:cNvPr id="246" name=""/>
            <p:cNvSpPr/>
            <p:nvPr/>
          </p:nvSpPr>
          <p:spPr>
            <a:xfrm>
              <a:off x="4150440" y="1956240"/>
              <a:ext cx="262440" cy="262440"/>
            </a:xfrm>
            <a:custGeom>
              <a:avLst/>
              <a:gdLst/>
              <a:ahLst/>
              <a:rect l="0" t="0" r="r" b="b"/>
              <a:pathLst>
                <a:path w="729" h="729">
                  <a:moveTo>
                    <a:pt x="729" y="365"/>
                  </a:moveTo>
                  <a:cubicBezTo>
                    <a:pt x="729" y="429"/>
                    <a:pt x="712" y="491"/>
                    <a:pt x="680" y="547"/>
                  </a:cubicBezTo>
                  <a:cubicBezTo>
                    <a:pt x="648" y="602"/>
                    <a:pt x="602" y="648"/>
                    <a:pt x="547" y="680"/>
                  </a:cubicBezTo>
                  <a:cubicBezTo>
                    <a:pt x="491" y="712"/>
                    <a:pt x="428" y="729"/>
                    <a:pt x="364" y="729"/>
                  </a:cubicBezTo>
                  <a:cubicBezTo>
                    <a:pt x="300" y="729"/>
                    <a:pt x="237" y="712"/>
                    <a:pt x="182" y="680"/>
                  </a:cubicBezTo>
                  <a:cubicBezTo>
                    <a:pt x="127" y="648"/>
                    <a:pt x="81" y="602"/>
                    <a:pt x="49" y="547"/>
                  </a:cubicBezTo>
                  <a:cubicBezTo>
                    <a:pt x="17" y="491"/>
                    <a:pt x="0" y="429"/>
                    <a:pt x="0" y="365"/>
                  </a:cubicBezTo>
                  <a:cubicBezTo>
                    <a:pt x="0" y="301"/>
                    <a:pt x="17" y="238"/>
                    <a:pt x="49" y="182"/>
                  </a:cubicBezTo>
                  <a:cubicBezTo>
                    <a:pt x="81" y="127"/>
                    <a:pt x="127" y="81"/>
                    <a:pt x="182" y="49"/>
                  </a:cubicBezTo>
                  <a:cubicBezTo>
                    <a:pt x="237" y="17"/>
                    <a:pt x="300" y="0"/>
                    <a:pt x="364" y="0"/>
                  </a:cubicBezTo>
                  <a:cubicBezTo>
                    <a:pt x="428" y="0"/>
                    <a:pt x="491" y="17"/>
                    <a:pt x="547" y="49"/>
                  </a:cubicBezTo>
                  <a:cubicBezTo>
                    <a:pt x="602" y="81"/>
                    <a:pt x="648" y="127"/>
                    <a:pt x="680" y="182"/>
                  </a:cubicBezTo>
                  <a:cubicBezTo>
                    <a:pt x="712" y="238"/>
                    <a:pt x="729" y="301"/>
                    <a:pt x="729" y="365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247" name=""/>
            <p:cNvSpPr/>
            <p:nvPr/>
          </p:nvSpPr>
          <p:spPr>
            <a:xfrm>
              <a:off x="4150440" y="1956240"/>
              <a:ext cx="262440" cy="262440"/>
            </a:xfrm>
            <a:custGeom>
              <a:avLst/>
              <a:gdLst/>
              <a:ahLst/>
              <a:rect l="0" t="0" r="r" b="b"/>
              <a:pathLst>
                <a:path w="729" h="729">
                  <a:moveTo>
                    <a:pt x="729" y="365"/>
                  </a:moveTo>
                  <a:cubicBezTo>
                    <a:pt x="729" y="429"/>
                    <a:pt x="712" y="491"/>
                    <a:pt x="680" y="547"/>
                  </a:cubicBezTo>
                  <a:cubicBezTo>
                    <a:pt x="648" y="602"/>
                    <a:pt x="602" y="648"/>
                    <a:pt x="547" y="680"/>
                  </a:cubicBezTo>
                  <a:cubicBezTo>
                    <a:pt x="491" y="712"/>
                    <a:pt x="428" y="729"/>
                    <a:pt x="364" y="729"/>
                  </a:cubicBezTo>
                  <a:cubicBezTo>
                    <a:pt x="300" y="729"/>
                    <a:pt x="237" y="712"/>
                    <a:pt x="182" y="680"/>
                  </a:cubicBezTo>
                  <a:cubicBezTo>
                    <a:pt x="127" y="648"/>
                    <a:pt x="81" y="602"/>
                    <a:pt x="49" y="547"/>
                  </a:cubicBezTo>
                  <a:cubicBezTo>
                    <a:pt x="17" y="491"/>
                    <a:pt x="0" y="429"/>
                    <a:pt x="0" y="365"/>
                  </a:cubicBezTo>
                  <a:cubicBezTo>
                    <a:pt x="0" y="301"/>
                    <a:pt x="17" y="237"/>
                    <a:pt x="49" y="182"/>
                  </a:cubicBezTo>
                  <a:cubicBezTo>
                    <a:pt x="81" y="126"/>
                    <a:pt x="127" y="81"/>
                    <a:pt x="182" y="49"/>
                  </a:cubicBezTo>
                  <a:cubicBezTo>
                    <a:pt x="237" y="17"/>
                    <a:pt x="300" y="0"/>
                    <a:pt x="364" y="0"/>
                  </a:cubicBezTo>
                  <a:cubicBezTo>
                    <a:pt x="428" y="0"/>
                    <a:pt x="491" y="17"/>
                    <a:pt x="547" y="49"/>
                  </a:cubicBezTo>
                  <a:cubicBezTo>
                    <a:pt x="602" y="81"/>
                    <a:pt x="648" y="126"/>
                    <a:pt x="680" y="182"/>
                  </a:cubicBezTo>
                  <a:cubicBezTo>
                    <a:pt x="712" y="237"/>
                    <a:pt x="729" y="301"/>
                    <a:pt x="729" y="365"/>
                  </a:cubicBezTo>
                  <a:close/>
                </a:path>
              </a:pathLst>
            </a:custGeom>
            <a:noFill/>
            <a:ln w="52560">
              <a:solidFill>
                <a:srgbClr val="60c4e4"/>
              </a:solidFill>
              <a:miter/>
            </a:ln>
          </p:spPr>
          <p:txBody>
            <a:bodyPr lIns="116280" rIns="116280" tIns="71280" bIns="7128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248" name=""/>
            <p:cNvSpPr/>
            <p:nvPr/>
          </p:nvSpPr>
          <p:spPr>
            <a:xfrm>
              <a:off x="4281480" y="1514160"/>
              <a:ext cx="0" cy="442080"/>
            </a:xfrm>
            <a:custGeom>
              <a:avLst/>
              <a:gdLst/>
              <a:ahLst/>
              <a:rect l="0" t="0" r="r" b="b"/>
              <a:pathLst>
                <a:path fill="none" w="0" h="1228">
                  <a:moveTo>
                    <a:pt x="0" y="1228"/>
                  </a:moveTo>
                  <a:cubicBezTo>
                    <a:pt x="0" y="819"/>
                    <a:pt x="0" y="409"/>
                    <a:pt x="0" y="0"/>
                  </a:cubicBezTo>
                </a:path>
              </a:pathLst>
            </a:custGeom>
            <a:ln w="52560">
              <a:solidFill>
                <a:srgbClr val="60c4e4"/>
              </a:solidFill>
              <a:round/>
            </a:ln>
          </p:spPr>
          <p:txBody>
            <a:bodyPr lIns="116280" rIns="116280" tIns="71280" bIns="7128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249" name=""/>
            <p:cNvSpPr/>
            <p:nvPr/>
          </p:nvSpPr>
          <p:spPr>
            <a:xfrm>
              <a:off x="4219920" y="1452240"/>
              <a:ext cx="123480" cy="123480"/>
            </a:xfrm>
            <a:custGeom>
              <a:avLst/>
              <a:gdLst/>
              <a:ahLst/>
              <a:rect l="0" t="0" r="r" b="b"/>
              <a:pathLst>
                <a:path w="343" h="343">
                  <a:moveTo>
                    <a:pt x="343" y="172"/>
                  </a:moveTo>
                  <a:cubicBezTo>
                    <a:pt x="343" y="141"/>
                    <a:pt x="335" y="112"/>
                    <a:pt x="320" y="86"/>
                  </a:cubicBezTo>
                  <a:cubicBezTo>
                    <a:pt x="305" y="60"/>
                    <a:pt x="283" y="38"/>
                    <a:pt x="257" y="23"/>
                  </a:cubicBezTo>
                  <a:cubicBezTo>
                    <a:pt x="231" y="8"/>
                    <a:pt x="201" y="0"/>
                    <a:pt x="171" y="0"/>
                  </a:cubicBezTo>
                  <a:cubicBezTo>
                    <a:pt x="141" y="0"/>
                    <a:pt x="112" y="8"/>
                    <a:pt x="86" y="23"/>
                  </a:cubicBezTo>
                  <a:cubicBezTo>
                    <a:pt x="60" y="38"/>
                    <a:pt x="38" y="60"/>
                    <a:pt x="23" y="86"/>
                  </a:cubicBezTo>
                  <a:cubicBezTo>
                    <a:pt x="8" y="112"/>
                    <a:pt x="0" y="141"/>
                    <a:pt x="0" y="172"/>
                  </a:cubicBezTo>
                  <a:cubicBezTo>
                    <a:pt x="0" y="202"/>
                    <a:pt x="8" y="231"/>
                    <a:pt x="23" y="257"/>
                  </a:cubicBezTo>
                  <a:cubicBezTo>
                    <a:pt x="38" y="283"/>
                    <a:pt x="60" y="305"/>
                    <a:pt x="86" y="320"/>
                  </a:cubicBezTo>
                  <a:cubicBezTo>
                    <a:pt x="112" y="335"/>
                    <a:pt x="141" y="343"/>
                    <a:pt x="171" y="343"/>
                  </a:cubicBezTo>
                  <a:cubicBezTo>
                    <a:pt x="201" y="343"/>
                    <a:pt x="231" y="335"/>
                    <a:pt x="257" y="320"/>
                  </a:cubicBezTo>
                  <a:cubicBezTo>
                    <a:pt x="283" y="305"/>
                    <a:pt x="305" y="283"/>
                    <a:pt x="320" y="257"/>
                  </a:cubicBezTo>
                  <a:cubicBezTo>
                    <a:pt x="335" y="231"/>
                    <a:pt x="343" y="202"/>
                    <a:pt x="343" y="172"/>
                  </a:cubicBezTo>
                  <a:close/>
                </a:path>
              </a:pathLst>
            </a:custGeom>
            <a:solidFill>
              <a:srgbClr val="60c4e4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250" name=""/>
            <p:cNvSpPr/>
            <p:nvPr/>
          </p:nvSpPr>
          <p:spPr>
            <a:xfrm>
              <a:off x="4219920" y="1452240"/>
              <a:ext cx="123480" cy="123480"/>
            </a:xfrm>
            <a:custGeom>
              <a:avLst/>
              <a:gdLst/>
              <a:ahLst/>
              <a:rect l="0" t="0" r="r" b="b"/>
              <a:pathLst>
                <a:path w="343" h="343">
                  <a:moveTo>
                    <a:pt x="343" y="172"/>
                  </a:moveTo>
                  <a:cubicBezTo>
                    <a:pt x="343" y="141"/>
                    <a:pt x="335" y="112"/>
                    <a:pt x="320" y="86"/>
                  </a:cubicBezTo>
                  <a:cubicBezTo>
                    <a:pt x="305" y="60"/>
                    <a:pt x="283" y="38"/>
                    <a:pt x="257" y="23"/>
                  </a:cubicBezTo>
                  <a:cubicBezTo>
                    <a:pt x="231" y="8"/>
                    <a:pt x="201" y="0"/>
                    <a:pt x="171" y="0"/>
                  </a:cubicBezTo>
                  <a:cubicBezTo>
                    <a:pt x="141" y="0"/>
                    <a:pt x="112" y="8"/>
                    <a:pt x="86" y="23"/>
                  </a:cubicBezTo>
                  <a:cubicBezTo>
                    <a:pt x="60" y="38"/>
                    <a:pt x="38" y="60"/>
                    <a:pt x="23" y="86"/>
                  </a:cubicBezTo>
                  <a:cubicBezTo>
                    <a:pt x="8" y="112"/>
                    <a:pt x="0" y="141"/>
                    <a:pt x="0" y="172"/>
                  </a:cubicBezTo>
                  <a:cubicBezTo>
                    <a:pt x="0" y="202"/>
                    <a:pt x="8" y="231"/>
                    <a:pt x="23" y="257"/>
                  </a:cubicBezTo>
                  <a:cubicBezTo>
                    <a:pt x="38" y="283"/>
                    <a:pt x="60" y="305"/>
                    <a:pt x="86" y="320"/>
                  </a:cubicBezTo>
                  <a:cubicBezTo>
                    <a:pt x="112" y="335"/>
                    <a:pt x="141" y="343"/>
                    <a:pt x="171" y="343"/>
                  </a:cubicBezTo>
                  <a:cubicBezTo>
                    <a:pt x="201" y="343"/>
                    <a:pt x="231" y="335"/>
                    <a:pt x="257" y="320"/>
                  </a:cubicBezTo>
                  <a:cubicBezTo>
                    <a:pt x="283" y="305"/>
                    <a:pt x="305" y="283"/>
                    <a:pt x="320" y="257"/>
                  </a:cubicBezTo>
                  <a:cubicBezTo>
                    <a:pt x="335" y="231"/>
                    <a:pt x="343" y="202"/>
                    <a:pt x="343" y="172"/>
                  </a:cubicBezTo>
                  <a:close/>
                </a:path>
              </a:pathLst>
            </a:custGeom>
            <a:noFill/>
            <a:ln w="52560">
              <a:solidFill>
                <a:srgbClr val="60c4e4"/>
              </a:solidFill>
              <a:miter/>
            </a:ln>
          </p:spPr>
          <p:txBody>
            <a:bodyPr lIns="116280" rIns="116280" tIns="52200" bIns="522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</p:grpSp>
      <p:sp>
        <p:nvSpPr>
          <p:cNvPr id="251" name=""/>
          <p:cNvSpPr/>
          <p:nvPr/>
        </p:nvSpPr>
        <p:spPr>
          <a:xfrm>
            <a:off x="1894320" y="2674080"/>
            <a:ext cx="1757880" cy="1040040"/>
          </a:xfrm>
          <a:custGeom>
            <a:avLst/>
            <a:gdLst/>
            <a:ahLst/>
            <a:rect l="0" t="0" r="r" b="b"/>
            <a:pathLst>
              <a:path w="4883" h="2889">
                <a:moveTo>
                  <a:pt x="0" y="447"/>
                </a:moveTo>
                <a:cubicBezTo>
                  <a:pt x="0" y="1261"/>
                  <a:pt x="0" y="2075"/>
                  <a:pt x="0" y="2889"/>
                </a:cubicBezTo>
                <a:cubicBezTo>
                  <a:pt x="1628" y="2889"/>
                  <a:pt x="3255" y="2889"/>
                  <a:pt x="4883" y="2889"/>
                </a:cubicBezTo>
                <a:cubicBezTo>
                  <a:pt x="4883" y="2075"/>
                  <a:pt x="4883" y="1261"/>
                  <a:pt x="4883" y="447"/>
                </a:cubicBezTo>
                <a:cubicBezTo>
                  <a:pt x="4761" y="298"/>
                  <a:pt x="4639" y="149"/>
                  <a:pt x="4517" y="0"/>
                </a:cubicBezTo>
                <a:cubicBezTo>
                  <a:pt x="4396" y="149"/>
                  <a:pt x="4275" y="298"/>
                  <a:pt x="4154" y="447"/>
                </a:cubicBezTo>
                <a:cubicBezTo>
                  <a:pt x="4154" y="1018"/>
                  <a:pt x="4154" y="1589"/>
                  <a:pt x="4154" y="2160"/>
                </a:cubicBezTo>
                <a:cubicBezTo>
                  <a:pt x="3012" y="2160"/>
                  <a:pt x="1871" y="2160"/>
                  <a:pt x="729" y="2160"/>
                </a:cubicBezTo>
                <a:cubicBezTo>
                  <a:pt x="729" y="1589"/>
                  <a:pt x="729" y="1018"/>
                  <a:pt x="729" y="447"/>
                </a:cubicBezTo>
                <a:cubicBezTo>
                  <a:pt x="486" y="447"/>
                  <a:pt x="243" y="447"/>
                  <a:pt x="0" y="447"/>
                </a:cubicBezTo>
                <a:close/>
              </a:path>
            </a:pathLst>
          </a:custGeom>
          <a:solidFill>
            <a:srgbClr val="7f59a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Noto Sans"/>
            </a:endParaRPr>
          </a:p>
        </p:txBody>
      </p:sp>
      <p:grpSp>
        <p:nvGrpSpPr>
          <p:cNvPr id="252" name=""/>
          <p:cNvGrpSpPr/>
          <p:nvPr/>
        </p:nvGrpSpPr>
        <p:grpSpPr>
          <a:xfrm>
            <a:off x="2642760" y="3451320"/>
            <a:ext cx="262440" cy="766440"/>
            <a:chOff x="2642760" y="3451320"/>
            <a:chExt cx="262440" cy="766440"/>
          </a:xfrm>
        </p:grpSpPr>
        <p:sp>
          <p:nvSpPr>
            <p:cNvPr id="253" name=""/>
            <p:cNvSpPr/>
            <p:nvPr/>
          </p:nvSpPr>
          <p:spPr>
            <a:xfrm>
              <a:off x="2642760" y="3451320"/>
              <a:ext cx="262440" cy="262440"/>
            </a:xfrm>
            <a:custGeom>
              <a:avLst/>
              <a:gdLst/>
              <a:ahLst/>
              <a:rect l="0" t="0" r="r" b="b"/>
              <a:pathLst>
                <a:path w="729" h="729">
                  <a:moveTo>
                    <a:pt x="729" y="365"/>
                  </a:moveTo>
                  <a:cubicBezTo>
                    <a:pt x="729" y="429"/>
                    <a:pt x="712" y="491"/>
                    <a:pt x="680" y="547"/>
                  </a:cubicBezTo>
                  <a:cubicBezTo>
                    <a:pt x="648" y="602"/>
                    <a:pt x="602" y="648"/>
                    <a:pt x="547" y="680"/>
                  </a:cubicBezTo>
                  <a:cubicBezTo>
                    <a:pt x="491" y="712"/>
                    <a:pt x="429" y="729"/>
                    <a:pt x="365" y="729"/>
                  </a:cubicBezTo>
                  <a:cubicBezTo>
                    <a:pt x="301" y="729"/>
                    <a:pt x="237" y="712"/>
                    <a:pt x="182" y="680"/>
                  </a:cubicBezTo>
                  <a:cubicBezTo>
                    <a:pt x="126" y="648"/>
                    <a:pt x="81" y="602"/>
                    <a:pt x="49" y="547"/>
                  </a:cubicBezTo>
                  <a:cubicBezTo>
                    <a:pt x="17" y="491"/>
                    <a:pt x="0" y="429"/>
                    <a:pt x="0" y="365"/>
                  </a:cubicBezTo>
                  <a:cubicBezTo>
                    <a:pt x="0" y="301"/>
                    <a:pt x="17" y="238"/>
                    <a:pt x="49" y="182"/>
                  </a:cubicBezTo>
                  <a:cubicBezTo>
                    <a:pt x="81" y="127"/>
                    <a:pt x="126" y="81"/>
                    <a:pt x="182" y="49"/>
                  </a:cubicBezTo>
                  <a:cubicBezTo>
                    <a:pt x="237" y="17"/>
                    <a:pt x="301" y="0"/>
                    <a:pt x="365" y="0"/>
                  </a:cubicBezTo>
                  <a:cubicBezTo>
                    <a:pt x="429" y="0"/>
                    <a:pt x="491" y="17"/>
                    <a:pt x="547" y="49"/>
                  </a:cubicBezTo>
                  <a:cubicBezTo>
                    <a:pt x="602" y="81"/>
                    <a:pt x="648" y="127"/>
                    <a:pt x="680" y="182"/>
                  </a:cubicBezTo>
                  <a:cubicBezTo>
                    <a:pt x="712" y="238"/>
                    <a:pt x="729" y="301"/>
                    <a:pt x="729" y="365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254" name=""/>
            <p:cNvSpPr/>
            <p:nvPr/>
          </p:nvSpPr>
          <p:spPr>
            <a:xfrm>
              <a:off x="2642760" y="3451320"/>
              <a:ext cx="262440" cy="262440"/>
            </a:xfrm>
            <a:custGeom>
              <a:avLst/>
              <a:gdLst/>
              <a:ahLst/>
              <a:rect l="0" t="0" r="r" b="b"/>
              <a:pathLst>
                <a:path w="729" h="729">
                  <a:moveTo>
                    <a:pt x="729" y="365"/>
                  </a:moveTo>
                  <a:cubicBezTo>
                    <a:pt x="729" y="429"/>
                    <a:pt x="712" y="491"/>
                    <a:pt x="680" y="547"/>
                  </a:cubicBezTo>
                  <a:cubicBezTo>
                    <a:pt x="648" y="602"/>
                    <a:pt x="602" y="648"/>
                    <a:pt x="547" y="680"/>
                  </a:cubicBezTo>
                  <a:cubicBezTo>
                    <a:pt x="491" y="712"/>
                    <a:pt x="429" y="729"/>
                    <a:pt x="365" y="729"/>
                  </a:cubicBezTo>
                  <a:cubicBezTo>
                    <a:pt x="301" y="729"/>
                    <a:pt x="237" y="712"/>
                    <a:pt x="182" y="680"/>
                  </a:cubicBezTo>
                  <a:cubicBezTo>
                    <a:pt x="126" y="648"/>
                    <a:pt x="81" y="602"/>
                    <a:pt x="49" y="547"/>
                  </a:cubicBezTo>
                  <a:cubicBezTo>
                    <a:pt x="17" y="491"/>
                    <a:pt x="0" y="429"/>
                    <a:pt x="0" y="365"/>
                  </a:cubicBezTo>
                  <a:cubicBezTo>
                    <a:pt x="0" y="301"/>
                    <a:pt x="17" y="237"/>
                    <a:pt x="49" y="182"/>
                  </a:cubicBezTo>
                  <a:cubicBezTo>
                    <a:pt x="81" y="126"/>
                    <a:pt x="126" y="81"/>
                    <a:pt x="182" y="49"/>
                  </a:cubicBezTo>
                  <a:cubicBezTo>
                    <a:pt x="237" y="17"/>
                    <a:pt x="301" y="0"/>
                    <a:pt x="365" y="0"/>
                  </a:cubicBezTo>
                  <a:cubicBezTo>
                    <a:pt x="429" y="0"/>
                    <a:pt x="491" y="17"/>
                    <a:pt x="547" y="49"/>
                  </a:cubicBezTo>
                  <a:cubicBezTo>
                    <a:pt x="602" y="81"/>
                    <a:pt x="648" y="126"/>
                    <a:pt x="680" y="182"/>
                  </a:cubicBezTo>
                  <a:cubicBezTo>
                    <a:pt x="712" y="237"/>
                    <a:pt x="729" y="301"/>
                    <a:pt x="729" y="365"/>
                  </a:cubicBezTo>
                  <a:close/>
                </a:path>
              </a:pathLst>
            </a:custGeom>
            <a:noFill/>
            <a:ln w="52560">
              <a:solidFill>
                <a:srgbClr val="7f59ae"/>
              </a:solidFill>
              <a:miter/>
            </a:ln>
          </p:spPr>
          <p:txBody>
            <a:bodyPr lIns="116280" rIns="116280" tIns="71280" bIns="7128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255" name=""/>
            <p:cNvSpPr/>
            <p:nvPr/>
          </p:nvSpPr>
          <p:spPr>
            <a:xfrm>
              <a:off x="2774160" y="3713760"/>
              <a:ext cx="0" cy="442440"/>
            </a:xfrm>
            <a:custGeom>
              <a:avLst/>
              <a:gdLst/>
              <a:ahLst/>
              <a:rect l="0" t="0" r="r" b="b"/>
              <a:pathLst>
                <a:path fill="none" w="0" h="1229">
                  <a:moveTo>
                    <a:pt x="0" y="0"/>
                  </a:moveTo>
                  <a:cubicBezTo>
                    <a:pt x="0" y="410"/>
                    <a:pt x="0" y="819"/>
                    <a:pt x="0" y="1229"/>
                  </a:cubicBezTo>
                </a:path>
              </a:pathLst>
            </a:custGeom>
            <a:ln w="52560">
              <a:solidFill>
                <a:srgbClr val="7f59ae"/>
              </a:solidFill>
              <a:round/>
            </a:ln>
          </p:spPr>
          <p:txBody>
            <a:bodyPr lIns="116280" rIns="116280" tIns="71280" bIns="7128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256" name=""/>
            <p:cNvSpPr/>
            <p:nvPr/>
          </p:nvSpPr>
          <p:spPr>
            <a:xfrm>
              <a:off x="2712240" y="4094280"/>
              <a:ext cx="123480" cy="123480"/>
            </a:xfrm>
            <a:custGeom>
              <a:avLst/>
              <a:gdLst/>
              <a:ahLst/>
              <a:rect l="0" t="0" r="r" b="b"/>
              <a:pathLst>
                <a:path w="343" h="343">
                  <a:moveTo>
                    <a:pt x="343" y="172"/>
                  </a:moveTo>
                  <a:cubicBezTo>
                    <a:pt x="343" y="202"/>
                    <a:pt x="335" y="231"/>
                    <a:pt x="320" y="257"/>
                  </a:cubicBezTo>
                  <a:cubicBezTo>
                    <a:pt x="305" y="283"/>
                    <a:pt x="283" y="305"/>
                    <a:pt x="257" y="320"/>
                  </a:cubicBezTo>
                  <a:cubicBezTo>
                    <a:pt x="231" y="335"/>
                    <a:pt x="202" y="343"/>
                    <a:pt x="172" y="343"/>
                  </a:cubicBezTo>
                  <a:cubicBezTo>
                    <a:pt x="141" y="343"/>
                    <a:pt x="112" y="335"/>
                    <a:pt x="86" y="320"/>
                  </a:cubicBezTo>
                  <a:cubicBezTo>
                    <a:pt x="60" y="305"/>
                    <a:pt x="38" y="283"/>
                    <a:pt x="23" y="257"/>
                  </a:cubicBezTo>
                  <a:cubicBezTo>
                    <a:pt x="8" y="231"/>
                    <a:pt x="0" y="202"/>
                    <a:pt x="0" y="172"/>
                  </a:cubicBezTo>
                  <a:cubicBezTo>
                    <a:pt x="0" y="141"/>
                    <a:pt x="8" y="112"/>
                    <a:pt x="23" y="86"/>
                  </a:cubicBezTo>
                  <a:cubicBezTo>
                    <a:pt x="38" y="60"/>
                    <a:pt x="60" y="38"/>
                    <a:pt x="86" y="23"/>
                  </a:cubicBezTo>
                  <a:cubicBezTo>
                    <a:pt x="112" y="8"/>
                    <a:pt x="141" y="0"/>
                    <a:pt x="172" y="0"/>
                  </a:cubicBezTo>
                  <a:cubicBezTo>
                    <a:pt x="202" y="0"/>
                    <a:pt x="231" y="8"/>
                    <a:pt x="257" y="23"/>
                  </a:cubicBezTo>
                  <a:cubicBezTo>
                    <a:pt x="283" y="38"/>
                    <a:pt x="305" y="60"/>
                    <a:pt x="320" y="86"/>
                  </a:cubicBezTo>
                  <a:cubicBezTo>
                    <a:pt x="335" y="112"/>
                    <a:pt x="343" y="141"/>
                    <a:pt x="343" y="172"/>
                  </a:cubicBezTo>
                  <a:close/>
                </a:path>
              </a:pathLst>
            </a:custGeom>
            <a:solidFill>
              <a:srgbClr val="7f59ae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257" name=""/>
            <p:cNvSpPr/>
            <p:nvPr/>
          </p:nvSpPr>
          <p:spPr>
            <a:xfrm>
              <a:off x="2712240" y="4094280"/>
              <a:ext cx="123480" cy="123480"/>
            </a:xfrm>
            <a:custGeom>
              <a:avLst/>
              <a:gdLst/>
              <a:ahLst/>
              <a:rect l="0" t="0" r="r" b="b"/>
              <a:pathLst>
                <a:path w="343" h="343">
                  <a:moveTo>
                    <a:pt x="343" y="172"/>
                  </a:moveTo>
                  <a:cubicBezTo>
                    <a:pt x="343" y="202"/>
                    <a:pt x="335" y="231"/>
                    <a:pt x="320" y="257"/>
                  </a:cubicBezTo>
                  <a:cubicBezTo>
                    <a:pt x="305" y="283"/>
                    <a:pt x="283" y="305"/>
                    <a:pt x="257" y="320"/>
                  </a:cubicBezTo>
                  <a:cubicBezTo>
                    <a:pt x="231" y="335"/>
                    <a:pt x="202" y="343"/>
                    <a:pt x="172" y="343"/>
                  </a:cubicBezTo>
                  <a:cubicBezTo>
                    <a:pt x="141" y="343"/>
                    <a:pt x="112" y="335"/>
                    <a:pt x="86" y="320"/>
                  </a:cubicBezTo>
                  <a:cubicBezTo>
                    <a:pt x="60" y="305"/>
                    <a:pt x="38" y="283"/>
                    <a:pt x="23" y="257"/>
                  </a:cubicBezTo>
                  <a:cubicBezTo>
                    <a:pt x="8" y="231"/>
                    <a:pt x="0" y="202"/>
                    <a:pt x="0" y="172"/>
                  </a:cubicBezTo>
                  <a:cubicBezTo>
                    <a:pt x="0" y="141"/>
                    <a:pt x="8" y="112"/>
                    <a:pt x="23" y="86"/>
                  </a:cubicBezTo>
                  <a:cubicBezTo>
                    <a:pt x="38" y="60"/>
                    <a:pt x="60" y="38"/>
                    <a:pt x="86" y="23"/>
                  </a:cubicBezTo>
                  <a:cubicBezTo>
                    <a:pt x="112" y="8"/>
                    <a:pt x="141" y="0"/>
                    <a:pt x="172" y="0"/>
                  </a:cubicBezTo>
                  <a:cubicBezTo>
                    <a:pt x="202" y="0"/>
                    <a:pt x="231" y="8"/>
                    <a:pt x="257" y="23"/>
                  </a:cubicBezTo>
                  <a:cubicBezTo>
                    <a:pt x="283" y="38"/>
                    <a:pt x="305" y="60"/>
                    <a:pt x="320" y="86"/>
                  </a:cubicBezTo>
                  <a:cubicBezTo>
                    <a:pt x="335" y="112"/>
                    <a:pt x="343" y="141"/>
                    <a:pt x="343" y="172"/>
                  </a:cubicBezTo>
                  <a:close/>
                </a:path>
              </a:pathLst>
            </a:custGeom>
            <a:noFill/>
            <a:ln w="52560">
              <a:solidFill>
                <a:srgbClr val="7f59ae"/>
              </a:solidFill>
              <a:miter/>
            </a:ln>
          </p:spPr>
          <p:txBody>
            <a:bodyPr lIns="116280" rIns="116280" tIns="52200" bIns="522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</p:grpSp>
      <p:grpSp>
        <p:nvGrpSpPr>
          <p:cNvPr id="258" name=""/>
          <p:cNvGrpSpPr/>
          <p:nvPr/>
        </p:nvGrpSpPr>
        <p:grpSpPr>
          <a:xfrm>
            <a:off x="1841760" y="2651400"/>
            <a:ext cx="367560" cy="367560"/>
            <a:chOff x="1841760" y="2651400"/>
            <a:chExt cx="367560" cy="367560"/>
          </a:xfrm>
        </p:grpSpPr>
        <p:sp>
          <p:nvSpPr>
            <p:cNvPr id="259" name=""/>
            <p:cNvSpPr/>
            <p:nvPr/>
          </p:nvSpPr>
          <p:spPr>
            <a:xfrm>
              <a:off x="1841760" y="2651400"/>
              <a:ext cx="367560" cy="367560"/>
            </a:xfrm>
            <a:custGeom>
              <a:avLst/>
              <a:gdLst/>
              <a:ahLst/>
              <a:rect l="0" t="0" r="r" b="b"/>
              <a:pathLst>
                <a:path w="1021" h="1021">
                  <a:moveTo>
                    <a:pt x="1021" y="510"/>
                  </a:moveTo>
                  <a:cubicBezTo>
                    <a:pt x="1021" y="600"/>
                    <a:pt x="997" y="688"/>
                    <a:pt x="953" y="766"/>
                  </a:cubicBezTo>
                  <a:cubicBezTo>
                    <a:pt x="908" y="843"/>
                    <a:pt x="843" y="908"/>
                    <a:pt x="766" y="953"/>
                  </a:cubicBezTo>
                  <a:cubicBezTo>
                    <a:pt x="688" y="997"/>
                    <a:pt x="600" y="1021"/>
                    <a:pt x="511" y="1021"/>
                  </a:cubicBezTo>
                  <a:cubicBezTo>
                    <a:pt x="421" y="1021"/>
                    <a:pt x="332" y="997"/>
                    <a:pt x="255" y="953"/>
                  </a:cubicBezTo>
                  <a:cubicBezTo>
                    <a:pt x="177" y="908"/>
                    <a:pt x="113" y="843"/>
                    <a:pt x="69" y="766"/>
                  </a:cubicBezTo>
                  <a:cubicBezTo>
                    <a:pt x="24" y="688"/>
                    <a:pt x="0" y="600"/>
                    <a:pt x="0" y="510"/>
                  </a:cubicBezTo>
                  <a:cubicBezTo>
                    <a:pt x="0" y="421"/>
                    <a:pt x="24" y="333"/>
                    <a:pt x="69" y="255"/>
                  </a:cubicBezTo>
                  <a:cubicBezTo>
                    <a:pt x="113" y="178"/>
                    <a:pt x="177" y="112"/>
                    <a:pt x="255" y="68"/>
                  </a:cubicBezTo>
                  <a:cubicBezTo>
                    <a:pt x="332" y="23"/>
                    <a:pt x="421" y="0"/>
                    <a:pt x="511" y="0"/>
                  </a:cubicBezTo>
                  <a:cubicBezTo>
                    <a:pt x="600" y="0"/>
                    <a:pt x="688" y="23"/>
                    <a:pt x="766" y="68"/>
                  </a:cubicBezTo>
                  <a:cubicBezTo>
                    <a:pt x="843" y="112"/>
                    <a:pt x="908" y="178"/>
                    <a:pt x="953" y="255"/>
                  </a:cubicBezTo>
                  <a:cubicBezTo>
                    <a:pt x="997" y="333"/>
                    <a:pt x="1021" y="421"/>
                    <a:pt x="1021" y="510"/>
                  </a:cubicBezTo>
                  <a:close/>
                </a:path>
              </a:pathLst>
            </a:custGeom>
            <a:solidFill>
              <a:srgbClr val="baacff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260" name=""/>
            <p:cNvSpPr/>
            <p:nvPr/>
          </p:nvSpPr>
          <p:spPr>
            <a:xfrm>
              <a:off x="1841760" y="2651400"/>
              <a:ext cx="367560" cy="367560"/>
            </a:xfrm>
            <a:custGeom>
              <a:avLst/>
              <a:gdLst/>
              <a:ahLst/>
              <a:rect l="0" t="0" r="r" b="b"/>
              <a:pathLst>
                <a:path w="1021" h="1021">
                  <a:moveTo>
                    <a:pt x="1021" y="510"/>
                  </a:moveTo>
                  <a:cubicBezTo>
                    <a:pt x="1021" y="599"/>
                    <a:pt x="997" y="688"/>
                    <a:pt x="953" y="766"/>
                  </a:cubicBezTo>
                  <a:cubicBezTo>
                    <a:pt x="908" y="843"/>
                    <a:pt x="843" y="908"/>
                    <a:pt x="766" y="953"/>
                  </a:cubicBezTo>
                  <a:cubicBezTo>
                    <a:pt x="688" y="997"/>
                    <a:pt x="600" y="1021"/>
                    <a:pt x="511" y="1021"/>
                  </a:cubicBezTo>
                  <a:cubicBezTo>
                    <a:pt x="421" y="1021"/>
                    <a:pt x="332" y="997"/>
                    <a:pt x="255" y="953"/>
                  </a:cubicBezTo>
                  <a:cubicBezTo>
                    <a:pt x="177" y="908"/>
                    <a:pt x="113" y="843"/>
                    <a:pt x="69" y="766"/>
                  </a:cubicBezTo>
                  <a:cubicBezTo>
                    <a:pt x="24" y="688"/>
                    <a:pt x="0" y="599"/>
                    <a:pt x="0" y="510"/>
                  </a:cubicBezTo>
                  <a:cubicBezTo>
                    <a:pt x="0" y="420"/>
                    <a:pt x="24" y="332"/>
                    <a:pt x="69" y="255"/>
                  </a:cubicBezTo>
                  <a:cubicBezTo>
                    <a:pt x="113" y="177"/>
                    <a:pt x="177" y="112"/>
                    <a:pt x="255" y="68"/>
                  </a:cubicBezTo>
                  <a:cubicBezTo>
                    <a:pt x="332" y="23"/>
                    <a:pt x="421" y="0"/>
                    <a:pt x="511" y="0"/>
                  </a:cubicBezTo>
                  <a:cubicBezTo>
                    <a:pt x="600" y="0"/>
                    <a:pt x="688" y="23"/>
                    <a:pt x="766" y="68"/>
                  </a:cubicBezTo>
                  <a:cubicBezTo>
                    <a:pt x="843" y="112"/>
                    <a:pt x="908" y="177"/>
                    <a:pt x="953" y="255"/>
                  </a:cubicBezTo>
                  <a:cubicBezTo>
                    <a:pt x="997" y="332"/>
                    <a:pt x="1021" y="420"/>
                    <a:pt x="1021" y="510"/>
                  </a:cubicBezTo>
                  <a:close/>
                </a:path>
              </a:pathLst>
            </a:custGeom>
            <a:noFill/>
            <a:ln w="52560">
              <a:solidFill>
                <a:srgbClr val="7f59ae"/>
              </a:solidFill>
              <a:miter/>
            </a:ln>
          </p:spPr>
          <p:txBody>
            <a:bodyPr lIns="116280" rIns="116280" tIns="71280" bIns="7128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261" name=""/>
            <p:cNvSpPr/>
            <p:nvPr/>
          </p:nvSpPr>
          <p:spPr>
            <a:xfrm>
              <a:off x="1920600" y="2730240"/>
              <a:ext cx="209880" cy="209880"/>
            </a:xfrm>
            <a:custGeom>
              <a:avLst/>
              <a:gdLst/>
              <a:ahLst/>
              <a:rect l="0" t="0" r="r" b="b"/>
              <a:pathLst>
                <a:path w="583" h="583">
                  <a:moveTo>
                    <a:pt x="583" y="291"/>
                  </a:moveTo>
                  <a:cubicBezTo>
                    <a:pt x="583" y="343"/>
                    <a:pt x="569" y="392"/>
                    <a:pt x="544" y="437"/>
                  </a:cubicBezTo>
                  <a:cubicBezTo>
                    <a:pt x="518" y="481"/>
                    <a:pt x="481" y="518"/>
                    <a:pt x="437" y="544"/>
                  </a:cubicBezTo>
                  <a:cubicBezTo>
                    <a:pt x="392" y="570"/>
                    <a:pt x="343" y="583"/>
                    <a:pt x="292" y="583"/>
                  </a:cubicBezTo>
                  <a:cubicBezTo>
                    <a:pt x="240" y="583"/>
                    <a:pt x="190" y="570"/>
                    <a:pt x="146" y="544"/>
                  </a:cubicBezTo>
                  <a:cubicBezTo>
                    <a:pt x="101" y="518"/>
                    <a:pt x="65" y="481"/>
                    <a:pt x="39" y="437"/>
                  </a:cubicBezTo>
                  <a:cubicBezTo>
                    <a:pt x="13" y="392"/>
                    <a:pt x="0" y="343"/>
                    <a:pt x="0" y="291"/>
                  </a:cubicBezTo>
                  <a:cubicBezTo>
                    <a:pt x="0" y="240"/>
                    <a:pt x="13" y="190"/>
                    <a:pt x="39" y="146"/>
                  </a:cubicBezTo>
                  <a:cubicBezTo>
                    <a:pt x="65" y="101"/>
                    <a:pt x="101" y="65"/>
                    <a:pt x="146" y="39"/>
                  </a:cubicBezTo>
                  <a:cubicBezTo>
                    <a:pt x="190" y="13"/>
                    <a:pt x="240" y="0"/>
                    <a:pt x="292" y="0"/>
                  </a:cubicBezTo>
                  <a:cubicBezTo>
                    <a:pt x="343" y="0"/>
                    <a:pt x="392" y="13"/>
                    <a:pt x="437" y="39"/>
                  </a:cubicBezTo>
                  <a:cubicBezTo>
                    <a:pt x="481" y="65"/>
                    <a:pt x="519" y="101"/>
                    <a:pt x="544" y="146"/>
                  </a:cubicBezTo>
                  <a:cubicBezTo>
                    <a:pt x="570" y="190"/>
                    <a:pt x="583" y="240"/>
                    <a:pt x="583" y="291"/>
                  </a:cubicBezTo>
                  <a:close/>
                </a:path>
              </a:pathLst>
            </a:custGeom>
            <a:solidFill>
              <a:srgbClr val="cacfff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</p:grpSp>
      <p:grpSp>
        <p:nvGrpSpPr>
          <p:cNvPr id="262" name=""/>
          <p:cNvGrpSpPr/>
          <p:nvPr/>
        </p:nvGrpSpPr>
        <p:grpSpPr>
          <a:xfrm>
            <a:off x="7828200" y="2651400"/>
            <a:ext cx="367560" cy="367560"/>
            <a:chOff x="7828200" y="2651400"/>
            <a:chExt cx="367560" cy="367560"/>
          </a:xfrm>
        </p:grpSpPr>
        <p:sp>
          <p:nvSpPr>
            <p:cNvPr id="263" name=""/>
            <p:cNvSpPr/>
            <p:nvPr/>
          </p:nvSpPr>
          <p:spPr>
            <a:xfrm>
              <a:off x="7828200" y="2651400"/>
              <a:ext cx="367560" cy="367560"/>
            </a:xfrm>
            <a:custGeom>
              <a:avLst/>
              <a:gdLst/>
              <a:ahLst/>
              <a:rect l="0" t="0" r="r" b="b"/>
              <a:pathLst>
                <a:path w="1021" h="1021">
                  <a:moveTo>
                    <a:pt x="1021" y="510"/>
                  </a:moveTo>
                  <a:cubicBezTo>
                    <a:pt x="1021" y="600"/>
                    <a:pt x="997" y="688"/>
                    <a:pt x="952" y="766"/>
                  </a:cubicBezTo>
                  <a:cubicBezTo>
                    <a:pt x="907" y="843"/>
                    <a:pt x="842" y="908"/>
                    <a:pt x="765" y="953"/>
                  </a:cubicBezTo>
                  <a:cubicBezTo>
                    <a:pt x="687" y="997"/>
                    <a:pt x="599" y="1021"/>
                    <a:pt x="510" y="1021"/>
                  </a:cubicBezTo>
                  <a:cubicBezTo>
                    <a:pt x="420" y="1021"/>
                    <a:pt x="333" y="997"/>
                    <a:pt x="255" y="953"/>
                  </a:cubicBezTo>
                  <a:cubicBezTo>
                    <a:pt x="177" y="908"/>
                    <a:pt x="113" y="843"/>
                    <a:pt x="68" y="766"/>
                  </a:cubicBezTo>
                  <a:cubicBezTo>
                    <a:pt x="23" y="688"/>
                    <a:pt x="0" y="600"/>
                    <a:pt x="0" y="510"/>
                  </a:cubicBezTo>
                  <a:cubicBezTo>
                    <a:pt x="0" y="421"/>
                    <a:pt x="23" y="333"/>
                    <a:pt x="68" y="255"/>
                  </a:cubicBezTo>
                  <a:cubicBezTo>
                    <a:pt x="113" y="178"/>
                    <a:pt x="177" y="112"/>
                    <a:pt x="255" y="68"/>
                  </a:cubicBezTo>
                  <a:cubicBezTo>
                    <a:pt x="333" y="23"/>
                    <a:pt x="421" y="0"/>
                    <a:pt x="510" y="0"/>
                  </a:cubicBezTo>
                  <a:cubicBezTo>
                    <a:pt x="600" y="0"/>
                    <a:pt x="687" y="23"/>
                    <a:pt x="765" y="68"/>
                  </a:cubicBezTo>
                  <a:cubicBezTo>
                    <a:pt x="842" y="112"/>
                    <a:pt x="907" y="178"/>
                    <a:pt x="952" y="255"/>
                  </a:cubicBezTo>
                  <a:cubicBezTo>
                    <a:pt x="997" y="333"/>
                    <a:pt x="1021" y="421"/>
                    <a:pt x="1021" y="510"/>
                  </a:cubicBezTo>
                  <a:close/>
                </a:path>
              </a:pathLst>
            </a:custGeom>
            <a:solidFill>
              <a:srgbClr val="f8dd7e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264" name=""/>
            <p:cNvSpPr/>
            <p:nvPr/>
          </p:nvSpPr>
          <p:spPr>
            <a:xfrm>
              <a:off x="7828200" y="2651400"/>
              <a:ext cx="367560" cy="367560"/>
            </a:xfrm>
            <a:custGeom>
              <a:avLst/>
              <a:gdLst/>
              <a:ahLst/>
              <a:rect l="0" t="0" r="r" b="b"/>
              <a:pathLst>
                <a:path w="1021" h="1021">
                  <a:moveTo>
                    <a:pt x="1021" y="510"/>
                  </a:moveTo>
                  <a:cubicBezTo>
                    <a:pt x="1021" y="599"/>
                    <a:pt x="997" y="688"/>
                    <a:pt x="952" y="766"/>
                  </a:cubicBezTo>
                  <a:cubicBezTo>
                    <a:pt x="907" y="843"/>
                    <a:pt x="842" y="908"/>
                    <a:pt x="765" y="953"/>
                  </a:cubicBezTo>
                  <a:cubicBezTo>
                    <a:pt x="687" y="997"/>
                    <a:pt x="599" y="1021"/>
                    <a:pt x="510" y="1021"/>
                  </a:cubicBezTo>
                  <a:cubicBezTo>
                    <a:pt x="420" y="1021"/>
                    <a:pt x="333" y="997"/>
                    <a:pt x="255" y="953"/>
                  </a:cubicBezTo>
                  <a:cubicBezTo>
                    <a:pt x="177" y="908"/>
                    <a:pt x="113" y="843"/>
                    <a:pt x="68" y="766"/>
                  </a:cubicBezTo>
                  <a:cubicBezTo>
                    <a:pt x="23" y="688"/>
                    <a:pt x="0" y="599"/>
                    <a:pt x="0" y="510"/>
                  </a:cubicBezTo>
                  <a:cubicBezTo>
                    <a:pt x="0" y="420"/>
                    <a:pt x="23" y="332"/>
                    <a:pt x="68" y="255"/>
                  </a:cubicBezTo>
                  <a:cubicBezTo>
                    <a:pt x="113" y="177"/>
                    <a:pt x="177" y="112"/>
                    <a:pt x="255" y="68"/>
                  </a:cubicBezTo>
                  <a:cubicBezTo>
                    <a:pt x="333" y="23"/>
                    <a:pt x="420" y="0"/>
                    <a:pt x="510" y="0"/>
                  </a:cubicBezTo>
                  <a:cubicBezTo>
                    <a:pt x="599" y="0"/>
                    <a:pt x="687" y="23"/>
                    <a:pt x="765" y="68"/>
                  </a:cubicBezTo>
                  <a:cubicBezTo>
                    <a:pt x="842" y="112"/>
                    <a:pt x="907" y="177"/>
                    <a:pt x="952" y="255"/>
                  </a:cubicBezTo>
                  <a:cubicBezTo>
                    <a:pt x="997" y="332"/>
                    <a:pt x="1021" y="420"/>
                    <a:pt x="1021" y="510"/>
                  </a:cubicBezTo>
                  <a:close/>
                </a:path>
              </a:pathLst>
            </a:custGeom>
            <a:noFill/>
            <a:ln w="52560">
              <a:solidFill>
                <a:srgbClr val="f8b622"/>
              </a:solidFill>
              <a:miter/>
            </a:ln>
          </p:spPr>
          <p:txBody>
            <a:bodyPr lIns="116280" rIns="116280" tIns="71280" bIns="7128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265" name=""/>
            <p:cNvSpPr/>
            <p:nvPr/>
          </p:nvSpPr>
          <p:spPr>
            <a:xfrm>
              <a:off x="7907040" y="2730240"/>
              <a:ext cx="209880" cy="209880"/>
            </a:xfrm>
            <a:custGeom>
              <a:avLst/>
              <a:gdLst/>
              <a:ahLst/>
              <a:rect l="0" t="0" r="r" b="b"/>
              <a:pathLst>
                <a:path w="583" h="583">
                  <a:moveTo>
                    <a:pt x="583" y="291"/>
                  </a:moveTo>
                  <a:cubicBezTo>
                    <a:pt x="583" y="343"/>
                    <a:pt x="569" y="392"/>
                    <a:pt x="544" y="437"/>
                  </a:cubicBezTo>
                  <a:cubicBezTo>
                    <a:pt x="518" y="481"/>
                    <a:pt x="481" y="518"/>
                    <a:pt x="437" y="544"/>
                  </a:cubicBezTo>
                  <a:cubicBezTo>
                    <a:pt x="393" y="570"/>
                    <a:pt x="342" y="583"/>
                    <a:pt x="291" y="583"/>
                  </a:cubicBezTo>
                  <a:cubicBezTo>
                    <a:pt x="240" y="583"/>
                    <a:pt x="189" y="570"/>
                    <a:pt x="145" y="544"/>
                  </a:cubicBezTo>
                  <a:cubicBezTo>
                    <a:pt x="100" y="518"/>
                    <a:pt x="64" y="481"/>
                    <a:pt x="39" y="437"/>
                  </a:cubicBezTo>
                  <a:cubicBezTo>
                    <a:pt x="13" y="392"/>
                    <a:pt x="0" y="343"/>
                    <a:pt x="0" y="291"/>
                  </a:cubicBezTo>
                  <a:cubicBezTo>
                    <a:pt x="0" y="240"/>
                    <a:pt x="13" y="190"/>
                    <a:pt x="39" y="146"/>
                  </a:cubicBezTo>
                  <a:cubicBezTo>
                    <a:pt x="64" y="101"/>
                    <a:pt x="100" y="65"/>
                    <a:pt x="145" y="39"/>
                  </a:cubicBezTo>
                  <a:cubicBezTo>
                    <a:pt x="189" y="13"/>
                    <a:pt x="240" y="0"/>
                    <a:pt x="291" y="0"/>
                  </a:cubicBezTo>
                  <a:cubicBezTo>
                    <a:pt x="342" y="0"/>
                    <a:pt x="393" y="13"/>
                    <a:pt x="437" y="39"/>
                  </a:cubicBezTo>
                  <a:cubicBezTo>
                    <a:pt x="481" y="65"/>
                    <a:pt x="518" y="101"/>
                    <a:pt x="544" y="146"/>
                  </a:cubicBezTo>
                  <a:cubicBezTo>
                    <a:pt x="569" y="190"/>
                    <a:pt x="583" y="240"/>
                    <a:pt x="583" y="291"/>
                  </a:cubicBezTo>
                  <a:close/>
                </a:path>
              </a:pathLst>
            </a:custGeom>
            <a:solidFill>
              <a:srgbClr val="f8efac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</p:grpSp>
      <p:sp>
        <p:nvSpPr>
          <p:cNvPr id="266" name="PlaceHolder 1"/>
          <p:cNvSpPr>
            <a:spLocks noGrp="1"/>
          </p:cNvSpPr>
          <p:nvPr>
            <p:ph type="title"/>
          </p:nvPr>
        </p:nvSpPr>
        <p:spPr>
          <a:xfrm>
            <a:off x="1764000" y="4105440"/>
            <a:ext cx="1954080" cy="1244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br>
              <a:rPr sz="1200"/>
            </a:br>
            <a:r>
              <a:rPr b="0" lang="en-US" sz="1200" spc="-1" strike="noStrike">
                <a:solidFill>
                  <a:srgbClr val="000000"/>
                </a:solidFill>
                <a:latin typeface="Noto Sans"/>
              </a:rPr>
              <a:t>Lorem ipsum dolor sit amet, consectetuer adipiscing elit. Aliquam imperdiet lobortis metus. Phasellus nisi metus, </a:t>
            </a:r>
            <a:endParaRPr b="0" lang="en-US" sz="12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267" name="PlaceHolder 2"/>
          <p:cNvSpPr>
            <a:spLocks noGrp="1"/>
          </p:cNvSpPr>
          <p:nvPr>
            <p:ph type="title"/>
          </p:nvPr>
        </p:nvSpPr>
        <p:spPr>
          <a:xfrm>
            <a:off x="4716000" y="4106880"/>
            <a:ext cx="1954080" cy="1244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br>
              <a:rPr sz="1200"/>
            </a:br>
            <a:r>
              <a:rPr b="0" lang="en-US" sz="1200" spc="-1" strike="noStrike">
                <a:solidFill>
                  <a:srgbClr val="000000"/>
                </a:solidFill>
                <a:latin typeface="Noto Sans"/>
              </a:rPr>
              <a:t>Lorem ipsum dolor sit amet, consectetuer adipiscing elit. Aliquam imperdiet lobortis metus. Phasellus nisi metus, </a:t>
            </a:r>
            <a:endParaRPr b="0" lang="en-US" sz="12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268" name="PlaceHolder 3"/>
          <p:cNvSpPr>
            <a:spLocks noGrp="1"/>
          </p:cNvSpPr>
          <p:nvPr>
            <p:ph type="title"/>
          </p:nvPr>
        </p:nvSpPr>
        <p:spPr>
          <a:xfrm>
            <a:off x="3204000" y="187560"/>
            <a:ext cx="1954080" cy="1244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br>
              <a:rPr sz="1200"/>
            </a:br>
            <a:r>
              <a:rPr b="0" lang="en-US" sz="1200" spc="-1" strike="noStrike">
                <a:solidFill>
                  <a:srgbClr val="000000"/>
                </a:solidFill>
                <a:latin typeface="Noto Sans"/>
              </a:rPr>
              <a:t>Lorem ipsum dolor sit amet, consectetuer adipiscing elit. Aliquam imperdiet lobortis metus. Phasellus nisi metus, </a:t>
            </a:r>
            <a:endParaRPr b="0" lang="en-US" sz="12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269" name="PlaceHolder 4"/>
          <p:cNvSpPr>
            <a:spLocks noGrp="1"/>
          </p:cNvSpPr>
          <p:nvPr>
            <p:ph type="title"/>
          </p:nvPr>
        </p:nvSpPr>
        <p:spPr>
          <a:xfrm>
            <a:off x="6289920" y="115560"/>
            <a:ext cx="1954080" cy="1244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br>
              <a:rPr sz="1200"/>
            </a:br>
            <a:r>
              <a:rPr b="0" lang="en-US" sz="1200" spc="-1" strike="noStrike">
                <a:solidFill>
                  <a:srgbClr val="000000"/>
                </a:solidFill>
                <a:latin typeface="Noto Sans"/>
              </a:rPr>
              <a:t>Lorem ipsum dolor sit amet, consectetuer adipiscing elit. Aliquam imperdiet lobortis metus. Phasellus nisi metus, </a:t>
            </a:r>
            <a:endParaRPr b="0" lang="en-US" sz="12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270" name="Simple"/>
          <p:cNvSpPr txBox="1"/>
          <p:nvPr/>
        </p:nvSpPr>
        <p:spPr>
          <a:xfrm>
            <a:off x="8352000" y="2699640"/>
            <a:ext cx="1088280" cy="363960"/>
          </a:xfrm>
          <a:prstGeom prst="rect">
            <a:avLst/>
          </a:prstGeom>
        </p:spPr>
        <p:txBody>
          <a:bodyPr wrap="none" lIns="94680" rIns="94680" tIns="51480" bIns="51480" anchor="ctr" anchorCtr="1">
            <a:prstTxWarp prst="textPlain">
              <a:avLst>
                <a:gd name="adj" fmla="val 50000"/>
              </a:avLst>
            </a:prstTxWarp>
            <a:noAutofit/>
          </a:bodyPr>
          <a:p>
            <a:pPr>
              <a:lnSpc>
                <a:spcPct val="100000"/>
              </a:lnSpc>
            </a:pPr>
            <a:r>
              <a:rPr b="1" lang="en-US" sz="2400" spc="-1" strike="noStrike">
                <a:ln w="19080">
                  <a:noFill/>
                </a:ln>
                <a:solidFill>
                  <a:srgbClr val="f8b622"/>
                </a:solidFill>
                <a:latin typeface="Noto Sans"/>
                <a:ea typeface="MS Gothic"/>
              </a:rPr>
              <a:t>Ipsum </a:t>
            </a:r>
            <a:endParaRPr b="1" lang="en-US" sz="2400" spc="-1" strike="noStrike">
              <a:ln w="19080">
                <a:noFill/>
              </a:ln>
              <a:solidFill>
                <a:srgbClr val="f8b622"/>
              </a:solidFill>
              <a:latin typeface="Noto Sans"/>
              <a:ea typeface="MS Gothic"/>
            </a:endParaRPr>
          </a:p>
        </p:txBody>
      </p:sp>
      <p:sp>
        <p:nvSpPr>
          <p:cNvPr id="271" name="Simple_0"/>
          <p:cNvSpPr txBox="1"/>
          <p:nvPr/>
        </p:nvSpPr>
        <p:spPr>
          <a:xfrm>
            <a:off x="648000" y="2699640"/>
            <a:ext cx="1088280" cy="287640"/>
          </a:xfrm>
          <a:prstGeom prst="rect">
            <a:avLst/>
          </a:prstGeom>
        </p:spPr>
        <p:txBody>
          <a:bodyPr wrap="none" lIns="94680" rIns="94680" tIns="51480" bIns="51480" anchor="ctr" anchorCtr="1">
            <a:prstTxWarp prst="textPlain">
              <a:avLst>
                <a:gd name="adj" fmla="val 50000"/>
              </a:avLst>
            </a:prstTxWarp>
            <a:noAutofit/>
          </a:bodyPr>
          <a:p>
            <a:pPr>
              <a:lnSpc>
                <a:spcPct val="100000"/>
              </a:lnSpc>
            </a:pPr>
            <a:r>
              <a:rPr b="1" lang="en-US" sz="2400" spc="-1" strike="noStrike">
                <a:ln w="19080">
                  <a:noFill/>
                </a:ln>
                <a:solidFill>
                  <a:srgbClr val="7f59ae"/>
                </a:solidFill>
                <a:latin typeface="Noto Sans"/>
                <a:ea typeface="MS Gothic"/>
              </a:rPr>
              <a:t>Lorem </a:t>
            </a:r>
            <a:endParaRPr b="1" lang="en-US" sz="2400" spc="-1" strike="noStrike">
              <a:ln w="19080">
                <a:noFill/>
              </a:ln>
              <a:solidFill>
                <a:srgbClr val="7f59ae"/>
              </a:solidFill>
              <a:latin typeface="Noto Sans"/>
              <a:ea typeface="MS Gothi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2" name=""/>
          <p:cNvGrpSpPr/>
          <p:nvPr/>
        </p:nvGrpSpPr>
        <p:grpSpPr>
          <a:xfrm>
            <a:off x="1622520" y="2701800"/>
            <a:ext cx="6834960" cy="248400"/>
            <a:chOff x="1622520" y="2701800"/>
            <a:chExt cx="6834960" cy="248400"/>
          </a:xfrm>
        </p:grpSpPr>
        <p:sp>
          <p:nvSpPr>
            <p:cNvPr id="273" name=""/>
            <p:cNvSpPr/>
            <p:nvPr/>
          </p:nvSpPr>
          <p:spPr>
            <a:xfrm>
              <a:off x="1622520" y="2701800"/>
              <a:ext cx="1708920" cy="248400"/>
            </a:xfrm>
            <a:custGeom>
              <a:avLst/>
              <a:gdLst/>
              <a:ahLst/>
              <a:rect l="0" t="0" r="r" b="b"/>
              <a:pathLst>
                <a:path w="4747" h="690">
                  <a:moveTo>
                    <a:pt x="345" y="0"/>
                  </a:moveTo>
                  <a:cubicBezTo>
                    <a:pt x="154" y="0"/>
                    <a:pt x="0" y="153"/>
                    <a:pt x="0" y="345"/>
                  </a:cubicBezTo>
                  <a:cubicBezTo>
                    <a:pt x="0" y="536"/>
                    <a:pt x="154" y="690"/>
                    <a:pt x="345" y="690"/>
                  </a:cubicBezTo>
                  <a:cubicBezTo>
                    <a:pt x="460" y="690"/>
                    <a:pt x="575" y="690"/>
                    <a:pt x="690" y="690"/>
                  </a:cubicBezTo>
                  <a:cubicBezTo>
                    <a:pt x="759" y="690"/>
                    <a:pt x="828" y="690"/>
                    <a:pt x="897" y="690"/>
                  </a:cubicBezTo>
                  <a:cubicBezTo>
                    <a:pt x="2180" y="690"/>
                    <a:pt x="3464" y="690"/>
                    <a:pt x="4747" y="690"/>
                  </a:cubicBezTo>
                  <a:cubicBezTo>
                    <a:pt x="4747" y="460"/>
                    <a:pt x="4747" y="230"/>
                    <a:pt x="4747" y="0"/>
                  </a:cubicBezTo>
                  <a:cubicBezTo>
                    <a:pt x="3464" y="0"/>
                    <a:pt x="2180" y="0"/>
                    <a:pt x="897" y="0"/>
                  </a:cubicBezTo>
                  <a:cubicBezTo>
                    <a:pt x="828" y="0"/>
                    <a:pt x="759" y="0"/>
                    <a:pt x="690" y="0"/>
                  </a:cubicBezTo>
                  <a:cubicBezTo>
                    <a:pt x="575" y="0"/>
                    <a:pt x="460" y="0"/>
                    <a:pt x="345" y="0"/>
                  </a:cubicBezTo>
                  <a:close/>
                </a:path>
              </a:pathLst>
            </a:custGeom>
            <a:solidFill>
              <a:srgbClr val="7f59ae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274" name=""/>
            <p:cNvSpPr/>
            <p:nvPr/>
          </p:nvSpPr>
          <p:spPr>
            <a:xfrm>
              <a:off x="3331440" y="2701800"/>
              <a:ext cx="1708920" cy="248400"/>
            </a:xfrm>
            <a:custGeom>
              <a:avLst/>
              <a:gdLst/>
              <a:ahLst/>
              <a:rect l="0" t="0" r="r" b="b"/>
              <a:pathLst>
                <a:path w="4747" h="690">
                  <a:moveTo>
                    <a:pt x="0" y="0"/>
                  </a:moveTo>
                  <a:cubicBezTo>
                    <a:pt x="1582" y="0"/>
                    <a:pt x="3165" y="0"/>
                    <a:pt x="4747" y="0"/>
                  </a:cubicBezTo>
                  <a:cubicBezTo>
                    <a:pt x="4747" y="230"/>
                    <a:pt x="4747" y="460"/>
                    <a:pt x="4747" y="690"/>
                  </a:cubicBezTo>
                  <a:cubicBezTo>
                    <a:pt x="3165" y="690"/>
                    <a:pt x="1582" y="690"/>
                    <a:pt x="0" y="690"/>
                  </a:cubicBezTo>
                  <a:cubicBezTo>
                    <a:pt x="0" y="460"/>
                    <a:pt x="0" y="230"/>
                    <a:pt x="0" y="0"/>
                  </a:cubicBezTo>
                  <a:close/>
                </a:path>
              </a:pathLst>
            </a:custGeom>
            <a:solidFill>
              <a:srgbClr val="60c4e4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275" name=""/>
            <p:cNvSpPr/>
            <p:nvPr/>
          </p:nvSpPr>
          <p:spPr>
            <a:xfrm>
              <a:off x="5040000" y="2701800"/>
              <a:ext cx="1708920" cy="248400"/>
            </a:xfrm>
            <a:custGeom>
              <a:avLst/>
              <a:gdLst/>
              <a:ahLst/>
              <a:rect l="0" t="0" r="r" b="b"/>
              <a:pathLst>
                <a:path w="4747" h="690">
                  <a:moveTo>
                    <a:pt x="0" y="0"/>
                  </a:moveTo>
                  <a:cubicBezTo>
                    <a:pt x="1582" y="0"/>
                    <a:pt x="3165" y="0"/>
                    <a:pt x="4747" y="0"/>
                  </a:cubicBezTo>
                  <a:cubicBezTo>
                    <a:pt x="4747" y="230"/>
                    <a:pt x="4747" y="460"/>
                    <a:pt x="4747" y="690"/>
                  </a:cubicBezTo>
                  <a:cubicBezTo>
                    <a:pt x="3165" y="690"/>
                    <a:pt x="1582" y="690"/>
                    <a:pt x="0" y="690"/>
                  </a:cubicBezTo>
                  <a:cubicBezTo>
                    <a:pt x="0" y="460"/>
                    <a:pt x="0" y="230"/>
                    <a:pt x="0" y="0"/>
                  </a:cubicBezTo>
                  <a:close/>
                </a:path>
              </a:pathLst>
            </a:custGeom>
            <a:solidFill>
              <a:srgbClr val="e54b89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276" name=""/>
            <p:cNvSpPr/>
            <p:nvPr/>
          </p:nvSpPr>
          <p:spPr>
            <a:xfrm>
              <a:off x="6748560" y="2701800"/>
              <a:ext cx="1708920" cy="248400"/>
            </a:xfrm>
            <a:custGeom>
              <a:avLst/>
              <a:gdLst/>
              <a:ahLst/>
              <a:rect l="0" t="0" r="r" b="b"/>
              <a:pathLst>
                <a:path w="4747" h="690">
                  <a:moveTo>
                    <a:pt x="0" y="0"/>
                  </a:moveTo>
                  <a:cubicBezTo>
                    <a:pt x="1582" y="0"/>
                    <a:pt x="3165" y="0"/>
                    <a:pt x="4747" y="0"/>
                  </a:cubicBezTo>
                  <a:cubicBezTo>
                    <a:pt x="4747" y="230"/>
                    <a:pt x="4747" y="460"/>
                    <a:pt x="4747" y="690"/>
                  </a:cubicBezTo>
                  <a:cubicBezTo>
                    <a:pt x="3165" y="690"/>
                    <a:pt x="1582" y="690"/>
                    <a:pt x="0" y="690"/>
                  </a:cubicBezTo>
                  <a:cubicBezTo>
                    <a:pt x="0" y="460"/>
                    <a:pt x="0" y="230"/>
                    <a:pt x="0" y="0"/>
                  </a:cubicBezTo>
                  <a:close/>
                </a:path>
              </a:pathLst>
            </a:custGeom>
            <a:solidFill>
              <a:srgbClr val="f8b622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</p:grpSp>
      <p:grpSp>
        <p:nvGrpSpPr>
          <p:cNvPr id="277" name=""/>
          <p:cNvGrpSpPr/>
          <p:nvPr/>
        </p:nvGrpSpPr>
        <p:grpSpPr>
          <a:xfrm>
            <a:off x="2857320" y="2719440"/>
            <a:ext cx="1038240" cy="2162520"/>
            <a:chOff x="2857320" y="2719440"/>
            <a:chExt cx="1038240" cy="2162520"/>
          </a:xfrm>
        </p:grpSpPr>
        <p:sp>
          <p:nvSpPr>
            <p:cNvPr id="278" name=""/>
            <p:cNvSpPr/>
            <p:nvPr/>
          </p:nvSpPr>
          <p:spPr>
            <a:xfrm>
              <a:off x="3242160" y="4074120"/>
              <a:ext cx="366120" cy="281160"/>
            </a:xfrm>
            <a:custGeom>
              <a:avLst/>
              <a:gdLst/>
              <a:ahLst/>
              <a:rect l="0" t="0" r="r" b="b"/>
              <a:pathLst>
                <a:path fill="none" w="1017" h="781">
                  <a:moveTo>
                    <a:pt x="0" y="0"/>
                  </a:moveTo>
                  <a:cubicBezTo>
                    <a:pt x="0" y="260"/>
                    <a:pt x="0" y="521"/>
                    <a:pt x="0" y="781"/>
                  </a:cubicBezTo>
                  <a:cubicBezTo>
                    <a:pt x="339" y="781"/>
                    <a:pt x="678" y="781"/>
                    <a:pt x="1017" y="781"/>
                  </a:cubicBezTo>
                </a:path>
              </a:pathLst>
            </a:custGeom>
            <a:ln w="29880">
              <a:solidFill>
                <a:srgbClr val="ffffff"/>
              </a:solidFill>
              <a:miter/>
            </a:ln>
          </p:spPr>
          <p:txBody>
            <a:bodyPr lIns="104760" rIns="104760" tIns="59760" bIns="5976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279" name=""/>
            <p:cNvSpPr/>
            <p:nvPr/>
          </p:nvSpPr>
          <p:spPr>
            <a:xfrm>
              <a:off x="3298320" y="4118760"/>
              <a:ext cx="261360" cy="180720"/>
            </a:xfrm>
            <a:custGeom>
              <a:avLst/>
              <a:gdLst/>
              <a:ahLst/>
              <a:rect l="0" t="0" r="r" b="b"/>
              <a:pathLst>
                <a:path fill="none" w="726" h="502">
                  <a:moveTo>
                    <a:pt x="0" y="502"/>
                  </a:moveTo>
                  <a:cubicBezTo>
                    <a:pt x="95" y="407"/>
                    <a:pt x="191" y="311"/>
                    <a:pt x="286" y="216"/>
                  </a:cubicBezTo>
                  <a:cubicBezTo>
                    <a:pt x="302" y="275"/>
                    <a:pt x="317" y="333"/>
                    <a:pt x="333" y="392"/>
                  </a:cubicBezTo>
                  <a:cubicBezTo>
                    <a:pt x="464" y="261"/>
                    <a:pt x="595" y="131"/>
                    <a:pt x="726" y="0"/>
                  </a:cubicBezTo>
                </a:path>
              </a:pathLst>
            </a:custGeom>
            <a:ln w="10440">
              <a:solidFill>
                <a:srgbClr val="ffffff"/>
              </a:solidFill>
              <a:miter/>
            </a:ln>
          </p:spPr>
          <p:txBody>
            <a:bodyPr lIns="95040" rIns="95040" tIns="50040" bIns="5004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280" name=""/>
            <p:cNvSpPr/>
            <p:nvPr/>
          </p:nvSpPr>
          <p:spPr>
            <a:xfrm>
              <a:off x="3539880" y="4089600"/>
              <a:ext cx="47160" cy="47880"/>
            </a:xfrm>
            <a:custGeom>
              <a:avLst/>
              <a:gdLst/>
              <a:ahLst/>
              <a:rect l="0" t="0" r="r" b="b"/>
              <a:pathLst>
                <a:path w="131" h="133">
                  <a:moveTo>
                    <a:pt x="0" y="42"/>
                  </a:moveTo>
                  <a:cubicBezTo>
                    <a:pt x="31" y="72"/>
                    <a:pt x="61" y="103"/>
                    <a:pt x="92" y="133"/>
                  </a:cubicBezTo>
                  <a:cubicBezTo>
                    <a:pt x="105" y="89"/>
                    <a:pt x="118" y="44"/>
                    <a:pt x="131" y="0"/>
                  </a:cubicBezTo>
                  <a:cubicBezTo>
                    <a:pt x="87" y="14"/>
                    <a:pt x="44" y="28"/>
                    <a:pt x="0" y="42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txBody>
            <a:bodyPr lIns="90000" rIns="90000" tIns="2880" bIns="288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281" name=""/>
            <p:cNvSpPr/>
            <p:nvPr/>
          </p:nvSpPr>
          <p:spPr>
            <a:xfrm>
              <a:off x="2947680" y="3933720"/>
              <a:ext cx="947880" cy="948240"/>
            </a:xfrm>
            <a:custGeom>
              <a:avLst/>
              <a:gdLst/>
              <a:ahLst/>
              <a:rect l="0" t="0" r="r" b="b"/>
              <a:pathLst>
                <a:path w="2633" h="2634">
                  <a:moveTo>
                    <a:pt x="2633" y="1317"/>
                  </a:moveTo>
                  <a:cubicBezTo>
                    <a:pt x="2633" y="1548"/>
                    <a:pt x="2571" y="1775"/>
                    <a:pt x="2456" y="1975"/>
                  </a:cubicBezTo>
                  <a:cubicBezTo>
                    <a:pt x="2340" y="2175"/>
                    <a:pt x="2175" y="2341"/>
                    <a:pt x="1975" y="2457"/>
                  </a:cubicBezTo>
                  <a:cubicBezTo>
                    <a:pt x="1774" y="2572"/>
                    <a:pt x="1547" y="2634"/>
                    <a:pt x="1316" y="2634"/>
                  </a:cubicBezTo>
                  <a:cubicBezTo>
                    <a:pt x="1085" y="2634"/>
                    <a:pt x="858" y="2572"/>
                    <a:pt x="658" y="2457"/>
                  </a:cubicBezTo>
                  <a:cubicBezTo>
                    <a:pt x="458" y="2341"/>
                    <a:pt x="291" y="2175"/>
                    <a:pt x="176" y="1975"/>
                  </a:cubicBezTo>
                  <a:cubicBezTo>
                    <a:pt x="60" y="1775"/>
                    <a:pt x="0" y="1548"/>
                    <a:pt x="0" y="1317"/>
                  </a:cubicBezTo>
                  <a:cubicBezTo>
                    <a:pt x="0" y="1086"/>
                    <a:pt x="61" y="859"/>
                    <a:pt x="176" y="659"/>
                  </a:cubicBezTo>
                  <a:cubicBezTo>
                    <a:pt x="292" y="459"/>
                    <a:pt x="458" y="292"/>
                    <a:pt x="658" y="177"/>
                  </a:cubicBezTo>
                  <a:cubicBezTo>
                    <a:pt x="858" y="61"/>
                    <a:pt x="1085" y="0"/>
                    <a:pt x="1316" y="0"/>
                  </a:cubicBezTo>
                  <a:cubicBezTo>
                    <a:pt x="1547" y="0"/>
                    <a:pt x="1774" y="61"/>
                    <a:pt x="1975" y="177"/>
                  </a:cubicBezTo>
                  <a:cubicBezTo>
                    <a:pt x="2175" y="292"/>
                    <a:pt x="2341" y="459"/>
                    <a:pt x="2456" y="659"/>
                  </a:cubicBezTo>
                  <a:cubicBezTo>
                    <a:pt x="2572" y="859"/>
                    <a:pt x="2633" y="1086"/>
                    <a:pt x="2633" y="1317"/>
                  </a:cubicBezTo>
                  <a:close/>
                </a:path>
              </a:pathLst>
            </a:custGeom>
            <a:solidFill>
              <a:srgbClr val="7f59ae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282" name=""/>
            <p:cNvSpPr/>
            <p:nvPr/>
          </p:nvSpPr>
          <p:spPr>
            <a:xfrm>
              <a:off x="3331440" y="2908440"/>
              <a:ext cx="0" cy="1025280"/>
            </a:xfrm>
            <a:custGeom>
              <a:avLst/>
              <a:gdLst/>
              <a:ahLst/>
              <a:rect l="0" t="0" r="r" b="b"/>
              <a:pathLst>
                <a:path fill="none" w="0" h="2848">
                  <a:moveTo>
                    <a:pt x="0" y="0"/>
                  </a:moveTo>
                  <a:cubicBezTo>
                    <a:pt x="0" y="949"/>
                    <a:pt x="0" y="1899"/>
                    <a:pt x="0" y="2848"/>
                  </a:cubicBezTo>
                </a:path>
              </a:pathLst>
            </a:custGeom>
            <a:ln w="45720">
              <a:solidFill>
                <a:srgbClr val="6f4f99"/>
              </a:solidFill>
              <a:round/>
            </a:ln>
          </p:spPr>
          <p:txBody>
            <a:bodyPr lIns="112680" rIns="112680" tIns="67680" bIns="6768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283" name=""/>
            <p:cNvSpPr/>
            <p:nvPr/>
          </p:nvSpPr>
          <p:spPr>
            <a:xfrm>
              <a:off x="3216240" y="2719440"/>
              <a:ext cx="230400" cy="230760"/>
            </a:xfrm>
            <a:custGeom>
              <a:avLst/>
              <a:gdLst/>
              <a:ahLst/>
              <a:rect l="0" t="0" r="r" b="b"/>
              <a:pathLst>
                <a:path w="640" h="641">
                  <a:moveTo>
                    <a:pt x="640" y="320"/>
                  </a:moveTo>
                  <a:cubicBezTo>
                    <a:pt x="640" y="377"/>
                    <a:pt x="625" y="432"/>
                    <a:pt x="597" y="481"/>
                  </a:cubicBezTo>
                  <a:cubicBezTo>
                    <a:pt x="569" y="529"/>
                    <a:pt x="529" y="570"/>
                    <a:pt x="480" y="598"/>
                  </a:cubicBezTo>
                  <a:cubicBezTo>
                    <a:pt x="431" y="626"/>
                    <a:pt x="376" y="641"/>
                    <a:pt x="320" y="641"/>
                  </a:cubicBezTo>
                  <a:cubicBezTo>
                    <a:pt x="264" y="641"/>
                    <a:pt x="208" y="626"/>
                    <a:pt x="160" y="598"/>
                  </a:cubicBezTo>
                  <a:cubicBezTo>
                    <a:pt x="111" y="570"/>
                    <a:pt x="71" y="529"/>
                    <a:pt x="43" y="481"/>
                  </a:cubicBezTo>
                  <a:cubicBezTo>
                    <a:pt x="15" y="432"/>
                    <a:pt x="0" y="377"/>
                    <a:pt x="0" y="320"/>
                  </a:cubicBezTo>
                  <a:cubicBezTo>
                    <a:pt x="0" y="264"/>
                    <a:pt x="15" y="209"/>
                    <a:pt x="43" y="160"/>
                  </a:cubicBezTo>
                  <a:cubicBezTo>
                    <a:pt x="71" y="112"/>
                    <a:pt x="111" y="71"/>
                    <a:pt x="160" y="43"/>
                  </a:cubicBezTo>
                  <a:cubicBezTo>
                    <a:pt x="208" y="15"/>
                    <a:pt x="264" y="0"/>
                    <a:pt x="320" y="0"/>
                  </a:cubicBezTo>
                  <a:cubicBezTo>
                    <a:pt x="376" y="0"/>
                    <a:pt x="431" y="15"/>
                    <a:pt x="480" y="43"/>
                  </a:cubicBezTo>
                  <a:cubicBezTo>
                    <a:pt x="529" y="71"/>
                    <a:pt x="569" y="112"/>
                    <a:pt x="597" y="160"/>
                  </a:cubicBezTo>
                  <a:cubicBezTo>
                    <a:pt x="625" y="209"/>
                    <a:pt x="640" y="264"/>
                    <a:pt x="640" y="32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284" name=""/>
            <p:cNvSpPr/>
            <p:nvPr/>
          </p:nvSpPr>
          <p:spPr>
            <a:xfrm>
              <a:off x="3216240" y="2719440"/>
              <a:ext cx="230400" cy="230760"/>
            </a:xfrm>
            <a:custGeom>
              <a:avLst/>
              <a:gdLst/>
              <a:ahLst/>
              <a:rect l="0" t="0" r="r" b="b"/>
              <a:pathLst>
                <a:path w="640" h="641">
                  <a:moveTo>
                    <a:pt x="640" y="320"/>
                  </a:moveTo>
                  <a:cubicBezTo>
                    <a:pt x="640" y="376"/>
                    <a:pt x="625" y="432"/>
                    <a:pt x="597" y="481"/>
                  </a:cubicBezTo>
                  <a:cubicBezTo>
                    <a:pt x="569" y="529"/>
                    <a:pt x="529" y="570"/>
                    <a:pt x="480" y="598"/>
                  </a:cubicBezTo>
                  <a:cubicBezTo>
                    <a:pt x="431" y="626"/>
                    <a:pt x="376" y="641"/>
                    <a:pt x="320" y="641"/>
                  </a:cubicBezTo>
                  <a:cubicBezTo>
                    <a:pt x="264" y="641"/>
                    <a:pt x="208" y="626"/>
                    <a:pt x="160" y="598"/>
                  </a:cubicBezTo>
                  <a:cubicBezTo>
                    <a:pt x="111" y="570"/>
                    <a:pt x="71" y="529"/>
                    <a:pt x="43" y="481"/>
                  </a:cubicBezTo>
                  <a:cubicBezTo>
                    <a:pt x="15" y="432"/>
                    <a:pt x="0" y="376"/>
                    <a:pt x="0" y="320"/>
                  </a:cubicBezTo>
                  <a:cubicBezTo>
                    <a:pt x="0" y="263"/>
                    <a:pt x="15" y="208"/>
                    <a:pt x="43" y="160"/>
                  </a:cubicBezTo>
                  <a:cubicBezTo>
                    <a:pt x="71" y="111"/>
                    <a:pt x="111" y="71"/>
                    <a:pt x="160" y="43"/>
                  </a:cubicBezTo>
                  <a:cubicBezTo>
                    <a:pt x="208" y="15"/>
                    <a:pt x="264" y="0"/>
                    <a:pt x="320" y="0"/>
                  </a:cubicBezTo>
                  <a:cubicBezTo>
                    <a:pt x="376" y="0"/>
                    <a:pt x="431" y="15"/>
                    <a:pt x="480" y="43"/>
                  </a:cubicBezTo>
                  <a:cubicBezTo>
                    <a:pt x="529" y="71"/>
                    <a:pt x="569" y="111"/>
                    <a:pt x="597" y="160"/>
                  </a:cubicBezTo>
                  <a:cubicBezTo>
                    <a:pt x="625" y="208"/>
                    <a:pt x="640" y="263"/>
                    <a:pt x="640" y="320"/>
                  </a:cubicBezTo>
                  <a:close/>
                </a:path>
              </a:pathLst>
            </a:custGeom>
            <a:noFill/>
            <a:ln w="63720">
              <a:solidFill>
                <a:srgbClr val="6f4f99"/>
              </a:solidFill>
              <a:miter/>
            </a:ln>
          </p:spPr>
          <p:txBody>
            <a:bodyPr lIns="121680" rIns="121680" tIns="76680" bIns="7668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285" name=""/>
            <p:cNvSpPr/>
            <p:nvPr/>
          </p:nvSpPr>
          <p:spPr>
            <a:xfrm>
              <a:off x="2857320" y="3933720"/>
              <a:ext cx="947880" cy="948240"/>
            </a:xfrm>
            <a:custGeom>
              <a:avLst/>
              <a:gdLst/>
              <a:ahLst/>
              <a:rect l="0" t="0" r="r" b="b"/>
              <a:pathLst>
                <a:path w="2633" h="2634">
                  <a:moveTo>
                    <a:pt x="2633" y="1317"/>
                  </a:moveTo>
                  <a:cubicBezTo>
                    <a:pt x="2633" y="1548"/>
                    <a:pt x="2572" y="1775"/>
                    <a:pt x="2457" y="1975"/>
                  </a:cubicBezTo>
                  <a:cubicBezTo>
                    <a:pt x="2341" y="2175"/>
                    <a:pt x="2175" y="2341"/>
                    <a:pt x="1975" y="2457"/>
                  </a:cubicBezTo>
                  <a:cubicBezTo>
                    <a:pt x="1775" y="2572"/>
                    <a:pt x="1548" y="2634"/>
                    <a:pt x="1317" y="2634"/>
                  </a:cubicBezTo>
                  <a:cubicBezTo>
                    <a:pt x="1086" y="2634"/>
                    <a:pt x="859" y="2572"/>
                    <a:pt x="659" y="2457"/>
                  </a:cubicBezTo>
                  <a:cubicBezTo>
                    <a:pt x="458" y="2341"/>
                    <a:pt x="292" y="2175"/>
                    <a:pt x="177" y="1975"/>
                  </a:cubicBezTo>
                  <a:cubicBezTo>
                    <a:pt x="61" y="1775"/>
                    <a:pt x="0" y="1548"/>
                    <a:pt x="0" y="1317"/>
                  </a:cubicBezTo>
                  <a:cubicBezTo>
                    <a:pt x="0" y="1086"/>
                    <a:pt x="61" y="859"/>
                    <a:pt x="177" y="659"/>
                  </a:cubicBezTo>
                  <a:cubicBezTo>
                    <a:pt x="292" y="459"/>
                    <a:pt x="458" y="292"/>
                    <a:pt x="659" y="177"/>
                  </a:cubicBezTo>
                  <a:cubicBezTo>
                    <a:pt x="859" y="61"/>
                    <a:pt x="1086" y="0"/>
                    <a:pt x="1317" y="0"/>
                  </a:cubicBezTo>
                  <a:cubicBezTo>
                    <a:pt x="1548" y="0"/>
                    <a:pt x="1775" y="61"/>
                    <a:pt x="1975" y="177"/>
                  </a:cubicBezTo>
                  <a:cubicBezTo>
                    <a:pt x="2175" y="292"/>
                    <a:pt x="2341" y="459"/>
                    <a:pt x="2457" y="659"/>
                  </a:cubicBezTo>
                  <a:cubicBezTo>
                    <a:pt x="2572" y="859"/>
                    <a:pt x="2633" y="1086"/>
                    <a:pt x="2633" y="1317"/>
                  </a:cubicBezTo>
                  <a:close/>
                </a:path>
              </a:pathLst>
            </a:custGeom>
            <a:noFill/>
            <a:ln w="45720">
              <a:solidFill>
                <a:srgbClr val="6f4f99"/>
              </a:solidFill>
              <a:miter/>
            </a:ln>
          </p:spPr>
          <p:txBody>
            <a:bodyPr lIns="112680" rIns="112680" tIns="67680" bIns="6768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</p:grpSp>
      <p:grpSp>
        <p:nvGrpSpPr>
          <p:cNvPr id="286" name=""/>
          <p:cNvGrpSpPr/>
          <p:nvPr/>
        </p:nvGrpSpPr>
        <p:grpSpPr>
          <a:xfrm>
            <a:off x="4566240" y="728280"/>
            <a:ext cx="1028880" cy="2221920"/>
            <a:chOff x="4566240" y="728280"/>
            <a:chExt cx="1028880" cy="2221920"/>
          </a:xfrm>
        </p:grpSpPr>
        <p:sp>
          <p:nvSpPr>
            <p:cNvPr id="287" name=""/>
            <p:cNvSpPr/>
            <p:nvPr/>
          </p:nvSpPr>
          <p:spPr>
            <a:xfrm>
              <a:off x="4924800" y="2719440"/>
              <a:ext cx="230760" cy="230760"/>
            </a:xfrm>
            <a:custGeom>
              <a:avLst/>
              <a:gdLst/>
              <a:ahLst/>
              <a:rect l="0" t="0" r="r" b="b"/>
              <a:pathLst>
                <a:path w="641" h="641">
                  <a:moveTo>
                    <a:pt x="641" y="320"/>
                  </a:moveTo>
                  <a:cubicBezTo>
                    <a:pt x="641" y="377"/>
                    <a:pt x="626" y="432"/>
                    <a:pt x="598" y="481"/>
                  </a:cubicBezTo>
                  <a:cubicBezTo>
                    <a:pt x="570" y="529"/>
                    <a:pt x="529" y="570"/>
                    <a:pt x="481" y="598"/>
                  </a:cubicBezTo>
                  <a:cubicBezTo>
                    <a:pt x="432" y="626"/>
                    <a:pt x="376" y="641"/>
                    <a:pt x="320" y="641"/>
                  </a:cubicBezTo>
                  <a:cubicBezTo>
                    <a:pt x="263" y="641"/>
                    <a:pt x="208" y="626"/>
                    <a:pt x="160" y="598"/>
                  </a:cubicBezTo>
                  <a:cubicBezTo>
                    <a:pt x="111" y="570"/>
                    <a:pt x="71" y="529"/>
                    <a:pt x="43" y="481"/>
                  </a:cubicBezTo>
                  <a:cubicBezTo>
                    <a:pt x="15" y="432"/>
                    <a:pt x="0" y="377"/>
                    <a:pt x="0" y="320"/>
                  </a:cubicBezTo>
                  <a:cubicBezTo>
                    <a:pt x="0" y="264"/>
                    <a:pt x="15" y="209"/>
                    <a:pt x="43" y="160"/>
                  </a:cubicBezTo>
                  <a:cubicBezTo>
                    <a:pt x="71" y="112"/>
                    <a:pt x="111" y="71"/>
                    <a:pt x="160" y="43"/>
                  </a:cubicBezTo>
                  <a:cubicBezTo>
                    <a:pt x="208" y="15"/>
                    <a:pt x="264" y="0"/>
                    <a:pt x="320" y="0"/>
                  </a:cubicBezTo>
                  <a:cubicBezTo>
                    <a:pt x="377" y="0"/>
                    <a:pt x="432" y="15"/>
                    <a:pt x="481" y="43"/>
                  </a:cubicBezTo>
                  <a:cubicBezTo>
                    <a:pt x="529" y="71"/>
                    <a:pt x="570" y="112"/>
                    <a:pt x="598" y="160"/>
                  </a:cubicBezTo>
                  <a:cubicBezTo>
                    <a:pt x="626" y="209"/>
                    <a:pt x="641" y="264"/>
                    <a:pt x="641" y="32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288" name=""/>
            <p:cNvSpPr/>
            <p:nvPr/>
          </p:nvSpPr>
          <p:spPr>
            <a:xfrm>
              <a:off x="4924800" y="2719440"/>
              <a:ext cx="230760" cy="230760"/>
            </a:xfrm>
            <a:custGeom>
              <a:avLst/>
              <a:gdLst/>
              <a:ahLst/>
              <a:rect l="0" t="0" r="r" b="b"/>
              <a:pathLst>
                <a:path w="641" h="641">
                  <a:moveTo>
                    <a:pt x="641" y="320"/>
                  </a:moveTo>
                  <a:cubicBezTo>
                    <a:pt x="641" y="376"/>
                    <a:pt x="626" y="432"/>
                    <a:pt x="598" y="481"/>
                  </a:cubicBezTo>
                  <a:cubicBezTo>
                    <a:pt x="570" y="529"/>
                    <a:pt x="529" y="570"/>
                    <a:pt x="481" y="598"/>
                  </a:cubicBezTo>
                  <a:cubicBezTo>
                    <a:pt x="432" y="626"/>
                    <a:pt x="376" y="641"/>
                    <a:pt x="320" y="641"/>
                  </a:cubicBezTo>
                  <a:cubicBezTo>
                    <a:pt x="263" y="641"/>
                    <a:pt x="208" y="626"/>
                    <a:pt x="160" y="598"/>
                  </a:cubicBezTo>
                  <a:cubicBezTo>
                    <a:pt x="111" y="570"/>
                    <a:pt x="71" y="529"/>
                    <a:pt x="43" y="481"/>
                  </a:cubicBezTo>
                  <a:cubicBezTo>
                    <a:pt x="15" y="432"/>
                    <a:pt x="0" y="376"/>
                    <a:pt x="0" y="320"/>
                  </a:cubicBezTo>
                  <a:cubicBezTo>
                    <a:pt x="0" y="263"/>
                    <a:pt x="15" y="208"/>
                    <a:pt x="43" y="160"/>
                  </a:cubicBezTo>
                  <a:cubicBezTo>
                    <a:pt x="71" y="111"/>
                    <a:pt x="111" y="71"/>
                    <a:pt x="160" y="43"/>
                  </a:cubicBezTo>
                  <a:cubicBezTo>
                    <a:pt x="208" y="15"/>
                    <a:pt x="263" y="0"/>
                    <a:pt x="320" y="0"/>
                  </a:cubicBezTo>
                  <a:cubicBezTo>
                    <a:pt x="376" y="0"/>
                    <a:pt x="432" y="15"/>
                    <a:pt x="481" y="43"/>
                  </a:cubicBezTo>
                  <a:cubicBezTo>
                    <a:pt x="529" y="71"/>
                    <a:pt x="570" y="111"/>
                    <a:pt x="598" y="160"/>
                  </a:cubicBezTo>
                  <a:cubicBezTo>
                    <a:pt x="626" y="208"/>
                    <a:pt x="641" y="263"/>
                    <a:pt x="641" y="320"/>
                  </a:cubicBezTo>
                  <a:close/>
                </a:path>
              </a:pathLst>
            </a:custGeom>
            <a:noFill/>
            <a:ln w="63720">
              <a:solidFill>
                <a:srgbClr val="56afcc"/>
              </a:solidFill>
              <a:miter/>
            </a:ln>
          </p:spPr>
          <p:txBody>
            <a:bodyPr lIns="121680" rIns="121680" tIns="76680" bIns="7668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289" name=""/>
            <p:cNvSpPr/>
            <p:nvPr/>
          </p:nvSpPr>
          <p:spPr>
            <a:xfrm>
              <a:off x="5040360" y="1676160"/>
              <a:ext cx="0" cy="1025640"/>
            </a:xfrm>
            <a:custGeom>
              <a:avLst/>
              <a:gdLst/>
              <a:ahLst/>
              <a:rect l="0" t="0" r="r" b="b"/>
              <a:pathLst>
                <a:path fill="none" w="0" h="2849">
                  <a:moveTo>
                    <a:pt x="0" y="2849"/>
                  </a:moveTo>
                  <a:cubicBezTo>
                    <a:pt x="0" y="1899"/>
                    <a:pt x="0" y="950"/>
                    <a:pt x="0" y="0"/>
                  </a:cubicBezTo>
                </a:path>
              </a:pathLst>
            </a:custGeom>
            <a:ln w="45720">
              <a:solidFill>
                <a:srgbClr val="56afcc"/>
              </a:solidFill>
              <a:round/>
            </a:ln>
          </p:spPr>
          <p:txBody>
            <a:bodyPr lIns="112680" rIns="112680" tIns="67680" bIns="6768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290" name=""/>
            <p:cNvSpPr/>
            <p:nvPr/>
          </p:nvSpPr>
          <p:spPr>
            <a:xfrm>
              <a:off x="4647240" y="747720"/>
              <a:ext cx="947880" cy="947880"/>
            </a:xfrm>
            <a:custGeom>
              <a:avLst/>
              <a:gdLst/>
              <a:ahLst/>
              <a:rect l="0" t="0" r="r" b="b"/>
              <a:pathLst>
                <a:path w="2633" h="2633">
                  <a:moveTo>
                    <a:pt x="2633" y="1316"/>
                  </a:moveTo>
                  <a:cubicBezTo>
                    <a:pt x="2633" y="1547"/>
                    <a:pt x="2572" y="1773"/>
                    <a:pt x="2457" y="1974"/>
                  </a:cubicBezTo>
                  <a:cubicBezTo>
                    <a:pt x="2341" y="2174"/>
                    <a:pt x="2175" y="2340"/>
                    <a:pt x="1975" y="2456"/>
                  </a:cubicBezTo>
                  <a:cubicBezTo>
                    <a:pt x="1775" y="2571"/>
                    <a:pt x="1548" y="2633"/>
                    <a:pt x="1317" y="2633"/>
                  </a:cubicBezTo>
                  <a:cubicBezTo>
                    <a:pt x="1086" y="2633"/>
                    <a:pt x="858" y="2571"/>
                    <a:pt x="658" y="2456"/>
                  </a:cubicBezTo>
                  <a:cubicBezTo>
                    <a:pt x="457" y="2340"/>
                    <a:pt x="291" y="2174"/>
                    <a:pt x="176" y="1974"/>
                  </a:cubicBezTo>
                  <a:cubicBezTo>
                    <a:pt x="60" y="1773"/>
                    <a:pt x="0" y="1547"/>
                    <a:pt x="0" y="1316"/>
                  </a:cubicBezTo>
                  <a:cubicBezTo>
                    <a:pt x="0" y="1085"/>
                    <a:pt x="61" y="858"/>
                    <a:pt x="176" y="658"/>
                  </a:cubicBezTo>
                  <a:cubicBezTo>
                    <a:pt x="292" y="458"/>
                    <a:pt x="457" y="292"/>
                    <a:pt x="658" y="176"/>
                  </a:cubicBezTo>
                  <a:cubicBezTo>
                    <a:pt x="858" y="60"/>
                    <a:pt x="1086" y="0"/>
                    <a:pt x="1317" y="0"/>
                  </a:cubicBezTo>
                  <a:cubicBezTo>
                    <a:pt x="1548" y="0"/>
                    <a:pt x="1775" y="60"/>
                    <a:pt x="1975" y="176"/>
                  </a:cubicBezTo>
                  <a:cubicBezTo>
                    <a:pt x="2175" y="292"/>
                    <a:pt x="2341" y="458"/>
                    <a:pt x="2457" y="658"/>
                  </a:cubicBezTo>
                  <a:cubicBezTo>
                    <a:pt x="2572" y="858"/>
                    <a:pt x="2633" y="1085"/>
                    <a:pt x="2633" y="1316"/>
                  </a:cubicBezTo>
                  <a:close/>
                </a:path>
              </a:pathLst>
            </a:custGeom>
            <a:solidFill>
              <a:srgbClr val="60c4e4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291" name=""/>
            <p:cNvSpPr/>
            <p:nvPr/>
          </p:nvSpPr>
          <p:spPr>
            <a:xfrm>
              <a:off x="4566240" y="728280"/>
              <a:ext cx="947880" cy="947880"/>
            </a:xfrm>
            <a:custGeom>
              <a:avLst/>
              <a:gdLst/>
              <a:ahLst/>
              <a:rect l="0" t="0" r="r" b="b"/>
              <a:pathLst>
                <a:path w="2633" h="2633">
                  <a:moveTo>
                    <a:pt x="2633" y="1316"/>
                  </a:moveTo>
                  <a:cubicBezTo>
                    <a:pt x="2633" y="1085"/>
                    <a:pt x="2572" y="858"/>
                    <a:pt x="2457" y="658"/>
                  </a:cubicBezTo>
                  <a:cubicBezTo>
                    <a:pt x="2341" y="458"/>
                    <a:pt x="2175" y="291"/>
                    <a:pt x="1975" y="176"/>
                  </a:cubicBezTo>
                  <a:cubicBezTo>
                    <a:pt x="1775" y="60"/>
                    <a:pt x="1547" y="0"/>
                    <a:pt x="1316" y="0"/>
                  </a:cubicBezTo>
                  <a:cubicBezTo>
                    <a:pt x="1084" y="0"/>
                    <a:pt x="858" y="60"/>
                    <a:pt x="658" y="176"/>
                  </a:cubicBezTo>
                  <a:cubicBezTo>
                    <a:pt x="458" y="291"/>
                    <a:pt x="291" y="458"/>
                    <a:pt x="176" y="658"/>
                  </a:cubicBezTo>
                  <a:cubicBezTo>
                    <a:pt x="60" y="858"/>
                    <a:pt x="0" y="1085"/>
                    <a:pt x="0" y="1316"/>
                  </a:cubicBezTo>
                  <a:cubicBezTo>
                    <a:pt x="0" y="1547"/>
                    <a:pt x="60" y="1774"/>
                    <a:pt x="176" y="1975"/>
                  </a:cubicBezTo>
                  <a:cubicBezTo>
                    <a:pt x="291" y="2175"/>
                    <a:pt x="458" y="2340"/>
                    <a:pt x="658" y="2456"/>
                  </a:cubicBezTo>
                  <a:cubicBezTo>
                    <a:pt x="858" y="2571"/>
                    <a:pt x="1084" y="2633"/>
                    <a:pt x="1316" y="2633"/>
                  </a:cubicBezTo>
                  <a:cubicBezTo>
                    <a:pt x="1547" y="2633"/>
                    <a:pt x="1775" y="2572"/>
                    <a:pt x="1975" y="2456"/>
                  </a:cubicBezTo>
                  <a:cubicBezTo>
                    <a:pt x="2175" y="2341"/>
                    <a:pt x="2341" y="2175"/>
                    <a:pt x="2457" y="1975"/>
                  </a:cubicBezTo>
                  <a:cubicBezTo>
                    <a:pt x="2572" y="1774"/>
                    <a:pt x="2633" y="1547"/>
                    <a:pt x="2633" y="1316"/>
                  </a:cubicBezTo>
                  <a:close/>
                </a:path>
              </a:pathLst>
            </a:custGeom>
            <a:noFill/>
            <a:ln w="45720">
              <a:solidFill>
                <a:srgbClr val="56afcc"/>
              </a:solidFill>
              <a:miter/>
            </a:ln>
          </p:spPr>
          <p:txBody>
            <a:bodyPr lIns="112680" rIns="112680" tIns="67680" bIns="6768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</p:grpSp>
      <p:grpSp>
        <p:nvGrpSpPr>
          <p:cNvPr id="292" name=""/>
          <p:cNvGrpSpPr/>
          <p:nvPr/>
        </p:nvGrpSpPr>
        <p:grpSpPr>
          <a:xfrm>
            <a:off x="6274800" y="2701800"/>
            <a:ext cx="1016640" cy="2180160"/>
            <a:chOff x="6274800" y="2701800"/>
            <a:chExt cx="1016640" cy="2180160"/>
          </a:xfrm>
        </p:grpSpPr>
        <p:sp>
          <p:nvSpPr>
            <p:cNvPr id="293" name=""/>
            <p:cNvSpPr/>
            <p:nvPr/>
          </p:nvSpPr>
          <p:spPr>
            <a:xfrm>
              <a:off x="6633360" y="2701800"/>
              <a:ext cx="230400" cy="230400"/>
            </a:xfrm>
            <a:custGeom>
              <a:avLst/>
              <a:gdLst/>
              <a:ahLst/>
              <a:rect l="0" t="0" r="r" b="b"/>
              <a:pathLst>
                <a:path w="640" h="640">
                  <a:moveTo>
                    <a:pt x="640" y="320"/>
                  </a:moveTo>
                  <a:cubicBezTo>
                    <a:pt x="640" y="376"/>
                    <a:pt x="625" y="431"/>
                    <a:pt x="597" y="480"/>
                  </a:cubicBezTo>
                  <a:cubicBezTo>
                    <a:pt x="569" y="528"/>
                    <a:pt x="528" y="569"/>
                    <a:pt x="480" y="597"/>
                  </a:cubicBezTo>
                  <a:cubicBezTo>
                    <a:pt x="431" y="625"/>
                    <a:pt x="376" y="640"/>
                    <a:pt x="320" y="640"/>
                  </a:cubicBezTo>
                  <a:cubicBezTo>
                    <a:pt x="264" y="640"/>
                    <a:pt x="209" y="625"/>
                    <a:pt x="160" y="597"/>
                  </a:cubicBezTo>
                  <a:cubicBezTo>
                    <a:pt x="111" y="569"/>
                    <a:pt x="71" y="528"/>
                    <a:pt x="43" y="480"/>
                  </a:cubicBezTo>
                  <a:cubicBezTo>
                    <a:pt x="15" y="431"/>
                    <a:pt x="0" y="376"/>
                    <a:pt x="0" y="320"/>
                  </a:cubicBezTo>
                  <a:cubicBezTo>
                    <a:pt x="0" y="264"/>
                    <a:pt x="15" y="208"/>
                    <a:pt x="43" y="160"/>
                  </a:cubicBezTo>
                  <a:cubicBezTo>
                    <a:pt x="71" y="111"/>
                    <a:pt x="111" y="70"/>
                    <a:pt x="160" y="42"/>
                  </a:cubicBezTo>
                  <a:cubicBezTo>
                    <a:pt x="209" y="13"/>
                    <a:pt x="264" y="0"/>
                    <a:pt x="320" y="0"/>
                  </a:cubicBezTo>
                  <a:cubicBezTo>
                    <a:pt x="376" y="0"/>
                    <a:pt x="431" y="13"/>
                    <a:pt x="480" y="42"/>
                  </a:cubicBezTo>
                  <a:cubicBezTo>
                    <a:pt x="528" y="70"/>
                    <a:pt x="569" y="111"/>
                    <a:pt x="597" y="160"/>
                  </a:cubicBezTo>
                  <a:cubicBezTo>
                    <a:pt x="625" y="208"/>
                    <a:pt x="640" y="264"/>
                    <a:pt x="640" y="32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294" name=""/>
            <p:cNvSpPr/>
            <p:nvPr/>
          </p:nvSpPr>
          <p:spPr>
            <a:xfrm>
              <a:off x="6633360" y="2701800"/>
              <a:ext cx="230400" cy="230400"/>
            </a:xfrm>
            <a:custGeom>
              <a:avLst/>
              <a:gdLst/>
              <a:ahLst/>
              <a:rect l="0" t="0" r="r" b="b"/>
              <a:pathLst>
                <a:path w="640" h="640">
                  <a:moveTo>
                    <a:pt x="640" y="320"/>
                  </a:moveTo>
                  <a:cubicBezTo>
                    <a:pt x="640" y="376"/>
                    <a:pt x="625" y="431"/>
                    <a:pt x="597" y="480"/>
                  </a:cubicBezTo>
                  <a:cubicBezTo>
                    <a:pt x="569" y="528"/>
                    <a:pt x="528" y="569"/>
                    <a:pt x="480" y="597"/>
                  </a:cubicBezTo>
                  <a:cubicBezTo>
                    <a:pt x="431" y="625"/>
                    <a:pt x="376" y="640"/>
                    <a:pt x="320" y="640"/>
                  </a:cubicBezTo>
                  <a:cubicBezTo>
                    <a:pt x="264" y="640"/>
                    <a:pt x="209" y="625"/>
                    <a:pt x="160" y="597"/>
                  </a:cubicBezTo>
                  <a:cubicBezTo>
                    <a:pt x="111" y="569"/>
                    <a:pt x="71" y="528"/>
                    <a:pt x="43" y="480"/>
                  </a:cubicBezTo>
                  <a:cubicBezTo>
                    <a:pt x="15" y="431"/>
                    <a:pt x="0" y="376"/>
                    <a:pt x="0" y="320"/>
                  </a:cubicBezTo>
                  <a:cubicBezTo>
                    <a:pt x="0" y="264"/>
                    <a:pt x="15" y="208"/>
                    <a:pt x="43" y="160"/>
                  </a:cubicBezTo>
                  <a:cubicBezTo>
                    <a:pt x="71" y="111"/>
                    <a:pt x="111" y="70"/>
                    <a:pt x="160" y="42"/>
                  </a:cubicBezTo>
                  <a:cubicBezTo>
                    <a:pt x="209" y="13"/>
                    <a:pt x="264" y="0"/>
                    <a:pt x="320" y="0"/>
                  </a:cubicBezTo>
                  <a:cubicBezTo>
                    <a:pt x="376" y="0"/>
                    <a:pt x="431" y="13"/>
                    <a:pt x="480" y="42"/>
                  </a:cubicBezTo>
                  <a:cubicBezTo>
                    <a:pt x="528" y="70"/>
                    <a:pt x="569" y="111"/>
                    <a:pt x="597" y="160"/>
                  </a:cubicBezTo>
                  <a:cubicBezTo>
                    <a:pt x="625" y="208"/>
                    <a:pt x="640" y="264"/>
                    <a:pt x="640" y="320"/>
                  </a:cubicBezTo>
                  <a:close/>
                </a:path>
              </a:pathLst>
            </a:custGeom>
            <a:noFill/>
            <a:ln w="63720">
              <a:solidFill>
                <a:srgbClr val="cc417a"/>
              </a:solidFill>
              <a:miter/>
            </a:ln>
          </p:spPr>
          <p:txBody>
            <a:bodyPr lIns="121680" rIns="121680" tIns="76680" bIns="7668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295" name=""/>
            <p:cNvSpPr/>
            <p:nvPr/>
          </p:nvSpPr>
          <p:spPr>
            <a:xfrm>
              <a:off x="6748560" y="2908440"/>
              <a:ext cx="0" cy="1025280"/>
            </a:xfrm>
            <a:custGeom>
              <a:avLst/>
              <a:gdLst/>
              <a:ahLst/>
              <a:rect l="0" t="0" r="r" b="b"/>
              <a:pathLst>
                <a:path fill="none" w="0" h="2848">
                  <a:moveTo>
                    <a:pt x="0" y="0"/>
                  </a:moveTo>
                  <a:cubicBezTo>
                    <a:pt x="0" y="949"/>
                    <a:pt x="0" y="1899"/>
                    <a:pt x="0" y="2848"/>
                  </a:cubicBezTo>
                </a:path>
              </a:pathLst>
            </a:custGeom>
            <a:ln w="45720">
              <a:solidFill>
                <a:srgbClr val="cc417a"/>
              </a:solidFill>
              <a:round/>
            </a:ln>
          </p:spPr>
          <p:txBody>
            <a:bodyPr lIns="112680" rIns="112680" tIns="67680" bIns="6768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296" name=""/>
            <p:cNvSpPr/>
            <p:nvPr/>
          </p:nvSpPr>
          <p:spPr>
            <a:xfrm>
              <a:off x="6343560" y="3919680"/>
              <a:ext cx="947880" cy="947880"/>
            </a:xfrm>
            <a:custGeom>
              <a:avLst/>
              <a:gdLst/>
              <a:ahLst/>
              <a:rect l="0" t="0" r="r" b="b"/>
              <a:pathLst>
                <a:path w="2633" h="2633">
                  <a:moveTo>
                    <a:pt x="2633" y="1317"/>
                  </a:moveTo>
                  <a:cubicBezTo>
                    <a:pt x="2633" y="1548"/>
                    <a:pt x="2571" y="1775"/>
                    <a:pt x="2456" y="1975"/>
                  </a:cubicBezTo>
                  <a:cubicBezTo>
                    <a:pt x="2340" y="2175"/>
                    <a:pt x="2174" y="2341"/>
                    <a:pt x="1974" y="2457"/>
                  </a:cubicBezTo>
                  <a:cubicBezTo>
                    <a:pt x="1773" y="2572"/>
                    <a:pt x="1547" y="2633"/>
                    <a:pt x="1316" y="2633"/>
                  </a:cubicBezTo>
                  <a:cubicBezTo>
                    <a:pt x="1085" y="2633"/>
                    <a:pt x="858" y="2572"/>
                    <a:pt x="658" y="2457"/>
                  </a:cubicBezTo>
                  <a:cubicBezTo>
                    <a:pt x="458" y="2341"/>
                    <a:pt x="291" y="2175"/>
                    <a:pt x="176" y="1975"/>
                  </a:cubicBezTo>
                  <a:cubicBezTo>
                    <a:pt x="60" y="1775"/>
                    <a:pt x="0" y="1548"/>
                    <a:pt x="0" y="1317"/>
                  </a:cubicBezTo>
                  <a:cubicBezTo>
                    <a:pt x="0" y="1086"/>
                    <a:pt x="60" y="859"/>
                    <a:pt x="176" y="658"/>
                  </a:cubicBezTo>
                  <a:cubicBezTo>
                    <a:pt x="291" y="458"/>
                    <a:pt x="458" y="291"/>
                    <a:pt x="658" y="176"/>
                  </a:cubicBezTo>
                  <a:cubicBezTo>
                    <a:pt x="858" y="60"/>
                    <a:pt x="1085" y="0"/>
                    <a:pt x="1316" y="0"/>
                  </a:cubicBezTo>
                  <a:cubicBezTo>
                    <a:pt x="1547" y="0"/>
                    <a:pt x="1773" y="60"/>
                    <a:pt x="1974" y="176"/>
                  </a:cubicBezTo>
                  <a:cubicBezTo>
                    <a:pt x="2174" y="291"/>
                    <a:pt x="2341" y="458"/>
                    <a:pt x="2456" y="658"/>
                  </a:cubicBezTo>
                  <a:cubicBezTo>
                    <a:pt x="2572" y="859"/>
                    <a:pt x="2633" y="1086"/>
                    <a:pt x="2633" y="1317"/>
                  </a:cubicBezTo>
                  <a:close/>
                </a:path>
              </a:pathLst>
            </a:custGeom>
            <a:solidFill>
              <a:srgbClr val="e54b89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297" name=""/>
            <p:cNvSpPr/>
            <p:nvPr/>
          </p:nvSpPr>
          <p:spPr>
            <a:xfrm>
              <a:off x="6274800" y="3933720"/>
              <a:ext cx="947880" cy="948240"/>
            </a:xfrm>
            <a:custGeom>
              <a:avLst/>
              <a:gdLst/>
              <a:ahLst/>
              <a:rect l="0" t="0" r="r" b="b"/>
              <a:pathLst>
                <a:path w="2633" h="2634">
                  <a:moveTo>
                    <a:pt x="2633" y="1317"/>
                  </a:moveTo>
                  <a:cubicBezTo>
                    <a:pt x="2633" y="1548"/>
                    <a:pt x="2571" y="1775"/>
                    <a:pt x="2456" y="1975"/>
                  </a:cubicBezTo>
                  <a:cubicBezTo>
                    <a:pt x="2340" y="2175"/>
                    <a:pt x="2174" y="2341"/>
                    <a:pt x="1974" y="2457"/>
                  </a:cubicBezTo>
                  <a:cubicBezTo>
                    <a:pt x="1773" y="2572"/>
                    <a:pt x="1547" y="2634"/>
                    <a:pt x="1316" y="2634"/>
                  </a:cubicBezTo>
                  <a:cubicBezTo>
                    <a:pt x="1085" y="2634"/>
                    <a:pt x="858" y="2572"/>
                    <a:pt x="658" y="2457"/>
                  </a:cubicBezTo>
                  <a:cubicBezTo>
                    <a:pt x="458" y="2341"/>
                    <a:pt x="292" y="2175"/>
                    <a:pt x="176" y="1975"/>
                  </a:cubicBezTo>
                  <a:cubicBezTo>
                    <a:pt x="60" y="1775"/>
                    <a:pt x="0" y="1548"/>
                    <a:pt x="0" y="1317"/>
                  </a:cubicBezTo>
                  <a:cubicBezTo>
                    <a:pt x="0" y="1086"/>
                    <a:pt x="60" y="859"/>
                    <a:pt x="176" y="659"/>
                  </a:cubicBezTo>
                  <a:cubicBezTo>
                    <a:pt x="292" y="459"/>
                    <a:pt x="458" y="292"/>
                    <a:pt x="658" y="177"/>
                  </a:cubicBezTo>
                  <a:cubicBezTo>
                    <a:pt x="858" y="61"/>
                    <a:pt x="1085" y="0"/>
                    <a:pt x="1316" y="0"/>
                  </a:cubicBezTo>
                  <a:cubicBezTo>
                    <a:pt x="1547" y="0"/>
                    <a:pt x="1773" y="61"/>
                    <a:pt x="1974" y="177"/>
                  </a:cubicBezTo>
                  <a:cubicBezTo>
                    <a:pt x="2174" y="292"/>
                    <a:pt x="2340" y="459"/>
                    <a:pt x="2456" y="659"/>
                  </a:cubicBezTo>
                  <a:cubicBezTo>
                    <a:pt x="2571" y="859"/>
                    <a:pt x="2633" y="1086"/>
                    <a:pt x="2633" y="1317"/>
                  </a:cubicBezTo>
                  <a:close/>
                </a:path>
              </a:pathLst>
            </a:custGeom>
            <a:noFill/>
            <a:ln w="45720">
              <a:solidFill>
                <a:srgbClr val="cc417a"/>
              </a:solidFill>
              <a:miter/>
            </a:ln>
          </p:spPr>
          <p:txBody>
            <a:bodyPr lIns="112680" rIns="112680" tIns="67680" bIns="6768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</p:grpSp>
      <p:grpSp>
        <p:nvGrpSpPr>
          <p:cNvPr id="298" name=""/>
          <p:cNvGrpSpPr/>
          <p:nvPr/>
        </p:nvGrpSpPr>
        <p:grpSpPr>
          <a:xfrm>
            <a:off x="7983360" y="728280"/>
            <a:ext cx="1015200" cy="2203920"/>
            <a:chOff x="7983360" y="728280"/>
            <a:chExt cx="1015200" cy="2203920"/>
          </a:xfrm>
        </p:grpSpPr>
        <p:sp>
          <p:nvSpPr>
            <p:cNvPr id="299" name=""/>
            <p:cNvSpPr/>
            <p:nvPr/>
          </p:nvSpPr>
          <p:spPr>
            <a:xfrm>
              <a:off x="8342280" y="2701800"/>
              <a:ext cx="230400" cy="230400"/>
            </a:xfrm>
            <a:custGeom>
              <a:avLst/>
              <a:gdLst/>
              <a:ahLst/>
              <a:rect l="0" t="0" r="r" b="b"/>
              <a:pathLst>
                <a:path w="640" h="640">
                  <a:moveTo>
                    <a:pt x="640" y="320"/>
                  </a:moveTo>
                  <a:cubicBezTo>
                    <a:pt x="640" y="376"/>
                    <a:pt x="625" y="431"/>
                    <a:pt x="597" y="480"/>
                  </a:cubicBezTo>
                  <a:cubicBezTo>
                    <a:pt x="569" y="528"/>
                    <a:pt x="529" y="569"/>
                    <a:pt x="480" y="597"/>
                  </a:cubicBezTo>
                  <a:cubicBezTo>
                    <a:pt x="431" y="625"/>
                    <a:pt x="376" y="640"/>
                    <a:pt x="320" y="640"/>
                  </a:cubicBezTo>
                  <a:cubicBezTo>
                    <a:pt x="264" y="640"/>
                    <a:pt x="208" y="625"/>
                    <a:pt x="160" y="597"/>
                  </a:cubicBezTo>
                  <a:cubicBezTo>
                    <a:pt x="111" y="569"/>
                    <a:pt x="71" y="528"/>
                    <a:pt x="43" y="480"/>
                  </a:cubicBezTo>
                  <a:cubicBezTo>
                    <a:pt x="14" y="431"/>
                    <a:pt x="0" y="376"/>
                    <a:pt x="0" y="320"/>
                  </a:cubicBezTo>
                  <a:cubicBezTo>
                    <a:pt x="0" y="264"/>
                    <a:pt x="14" y="208"/>
                    <a:pt x="43" y="160"/>
                  </a:cubicBezTo>
                  <a:cubicBezTo>
                    <a:pt x="71" y="111"/>
                    <a:pt x="111" y="70"/>
                    <a:pt x="160" y="42"/>
                  </a:cubicBezTo>
                  <a:cubicBezTo>
                    <a:pt x="208" y="13"/>
                    <a:pt x="264" y="0"/>
                    <a:pt x="320" y="0"/>
                  </a:cubicBezTo>
                  <a:cubicBezTo>
                    <a:pt x="376" y="0"/>
                    <a:pt x="431" y="13"/>
                    <a:pt x="480" y="42"/>
                  </a:cubicBezTo>
                  <a:cubicBezTo>
                    <a:pt x="529" y="70"/>
                    <a:pt x="569" y="111"/>
                    <a:pt x="597" y="160"/>
                  </a:cubicBezTo>
                  <a:cubicBezTo>
                    <a:pt x="625" y="208"/>
                    <a:pt x="640" y="264"/>
                    <a:pt x="640" y="32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300" name=""/>
            <p:cNvSpPr/>
            <p:nvPr/>
          </p:nvSpPr>
          <p:spPr>
            <a:xfrm>
              <a:off x="8342280" y="2701800"/>
              <a:ext cx="230400" cy="230400"/>
            </a:xfrm>
            <a:custGeom>
              <a:avLst/>
              <a:gdLst/>
              <a:ahLst/>
              <a:rect l="0" t="0" r="r" b="b"/>
              <a:pathLst>
                <a:path w="640" h="640">
                  <a:moveTo>
                    <a:pt x="640" y="320"/>
                  </a:moveTo>
                  <a:cubicBezTo>
                    <a:pt x="640" y="376"/>
                    <a:pt x="625" y="431"/>
                    <a:pt x="597" y="480"/>
                  </a:cubicBezTo>
                  <a:cubicBezTo>
                    <a:pt x="569" y="528"/>
                    <a:pt x="529" y="569"/>
                    <a:pt x="480" y="597"/>
                  </a:cubicBezTo>
                  <a:cubicBezTo>
                    <a:pt x="431" y="625"/>
                    <a:pt x="376" y="640"/>
                    <a:pt x="320" y="640"/>
                  </a:cubicBezTo>
                  <a:cubicBezTo>
                    <a:pt x="264" y="640"/>
                    <a:pt x="208" y="625"/>
                    <a:pt x="160" y="597"/>
                  </a:cubicBezTo>
                  <a:cubicBezTo>
                    <a:pt x="111" y="569"/>
                    <a:pt x="71" y="528"/>
                    <a:pt x="43" y="480"/>
                  </a:cubicBezTo>
                  <a:cubicBezTo>
                    <a:pt x="14" y="431"/>
                    <a:pt x="0" y="376"/>
                    <a:pt x="0" y="320"/>
                  </a:cubicBezTo>
                  <a:cubicBezTo>
                    <a:pt x="0" y="264"/>
                    <a:pt x="14" y="208"/>
                    <a:pt x="43" y="160"/>
                  </a:cubicBezTo>
                  <a:cubicBezTo>
                    <a:pt x="71" y="111"/>
                    <a:pt x="111" y="70"/>
                    <a:pt x="160" y="42"/>
                  </a:cubicBezTo>
                  <a:cubicBezTo>
                    <a:pt x="208" y="13"/>
                    <a:pt x="264" y="0"/>
                    <a:pt x="320" y="0"/>
                  </a:cubicBezTo>
                  <a:cubicBezTo>
                    <a:pt x="376" y="0"/>
                    <a:pt x="431" y="13"/>
                    <a:pt x="480" y="42"/>
                  </a:cubicBezTo>
                  <a:cubicBezTo>
                    <a:pt x="529" y="70"/>
                    <a:pt x="569" y="111"/>
                    <a:pt x="597" y="160"/>
                  </a:cubicBezTo>
                  <a:cubicBezTo>
                    <a:pt x="625" y="208"/>
                    <a:pt x="640" y="264"/>
                    <a:pt x="640" y="320"/>
                  </a:cubicBezTo>
                  <a:close/>
                </a:path>
              </a:pathLst>
            </a:custGeom>
            <a:noFill/>
            <a:ln w="63720">
              <a:solidFill>
                <a:srgbClr val="e5a822"/>
              </a:solidFill>
              <a:miter/>
            </a:ln>
          </p:spPr>
          <p:txBody>
            <a:bodyPr lIns="121680" rIns="121680" tIns="76680" bIns="7668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301" name=""/>
            <p:cNvSpPr/>
            <p:nvPr/>
          </p:nvSpPr>
          <p:spPr>
            <a:xfrm>
              <a:off x="8457480" y="1676160"/>
              <a:ext cx="0" cy="1025640"/>
            </a:xfrm>
            <a:custGeom>
              <a:avLst/>
              <a:gdLst/>
              <a:ahLst/>
              <a:rect l="0" t="0" r="r" b="b"/>
              <a:pathLst>
                <a:path fill="none" w="0" h="2849">
                  <a:moveTo>
                    <a:pt x="0" y="2849"/>
                  </a:moveTo>
                  <a:cubicBezTo>
                    <a:pt x="0" y="1899"/>
                    <a:pt x="0" y="950"/>
                    <a:pt x="0" y="0"/>
                  </a:cubicBezTo>
                </a:path>
              </a:pathLst>
            </a:custGeom>
            <a:ln w="45720">
              <a:solidFill>
                <a:srgbClr val="e5a822"/>
              </a:solidFill>
              <a:round/>
            </a:ln>
          </p:spPr>
          <p:txBody>
            <a:bodyPr lIns="112680" rIns="112680" tIns="67680" bIns="6768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302" name=""/>
            <p:cNvSpPr/>
            <p:nvPr/>
          </p:nvSpPr>
          <p:spPr>
            <a:xfrm>
              <a:off x="8050320" y="728280"/>
              <a:ext cx="948240" cy="947880"/>
            </a:xfrm>
            <a:custGeom>
              <a:avLst/>
              <a:gdLst/>
              <a:ahLst/>
              <a:rect l="0" t="0" r="r" b="b"/>
              <a:pathLst>
                <a:path w="2634" h="2633">
                  <a:moveTo>
                    <a:pt x="2634" y="1316"/>
                  </a:moveTo>
                  <a:cubicBezTo>
                    <a:pt x="2634" y="1547"/>
                    <a:pt x="2572" y="1774"/>
                    <a:pt x="2457" y="1975"/>
                  </a:cubicBezTo>
                  <a:cubicBezTo>
                    <a:pt x="2341" y="2175"/>
                    <a:pt x="2175" y="2340"/>
                    <a:pt x="1975" y="2456"/>
                  </a:cubicBezTo>
                  <a:cubicBezTo>
                    <a:pt x="1775" y="2571"/>
                    <a:pt x="1548" y="2633"/>
                    <a:pt x="1317" y="2633"/>
                  </a:cubicBezTo>
                  <a:cubicBezTo>
                    <a:pt x="1086" y="2633"/>
                    <a:pt x="859" y="2571"/>
                    <a:pt x="659" y="2456"/>
                  </a:cubicBezTo>
                  <a:cubicBezTo>
                    <a:pt x="459" y="2340"/>
                    <a:pt x="292" y="2175"/>
                    <a:pt x="177" y="1975"/>
                  </a:cubicBezTo>
                  <a:cubicBezTo>
                    <a:pt x="61" y="1774"/>
                    <a:pt x="0" y="1547"/>
                    <a:pt x="0" y="1316"/>
                  </a:cubicBezTo>
                  <a:cubicBezTo>
                    <a:pt x="0" y="1085"/>
                    <a:pt x="61" y="858"/>
                    <a:pt x="177" y="658"/>
                  </a:cubicBezTo>
                  <a:cubicBezTo>
                    <a:pt x="292" y="458"/>
                    <a:pt x="459" y="291"/>
                    <a:pt x="659" y="176"/>
                  </a:cubicBezTo>
                  <a:cubicBezTo>
                    <a:pt x="859" y="60"/>
                    <a:pt x="1086" y="0"/>
                    <a:pt x="1317" y="0"/>
                  </a:cubicBezTo>
                  <a:cubicBezTo>
                    <a:pt x="1548" y="0"/>
                    <a:pt x="1775" y="60"/>
                    <a:pt x="1975" y="176"/>
                  </a:cubicBezTo>
                  <a:cubicBezTo>
                    <a:pt x="2175" y="291"/>
                    <a:pt x="2342" y="458"/>
                    <a:pt x="2457" y="658"/>
                  </a:cubicBezTo>
                  <a:cubicBezTo>
                    <a:pt x="2573" y="858"/>
                    <a:pt x="2634" y="1085"/>
                    <a:pt x="2634" y="1316"/>
                  </a:cubicBezTo>
                  <a:close/>
                </a:path>
              </a:pathLst>
            </a:custGeom>
            <a:solidFill>
              <a:srgbClr val="f8b622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303" name=""/>
            <p:cNvSpPr/>
            <p:nvPr/>
          </p:nvSpPr>
          <p:spPr>
            <a:xfrm>
              <a:off x="7983360" y="728280"/>
              <a:ext cx="947880" cy="947880"/>
            </a:xfrm>
            <a:custGeom>
              <a:avLst/>
              <a:gdLst/>
              <a:ahLst/>
              <a:rect l="0" t="0" r="r" b="b"/>
              <a:pathLst>
                <a:path w="2633" h="2633">
                  <a:moveTo>
                    <a:pt x="2633" y="1316"/>
                  </a:moveTo>
                  <a:cubicBezTo>
                    <a:pt x="2633" y="1085"/>
                    <a:pt x="2573" y="858"/>
                    <a:pt x="2457" y="658"/>
                  </a:cubicBezTo>
                  <a:cubicBezTo>
                    <a:pt x="2341" y="458"/>
                    <a:pt x="2175" y="291"/>
                    <a:pt x="1975" y="176"/>
                  </a:cubicBezTo>
                  <a:cubicBezTo>
                    <a:pt x="1775" y="60"/>
                    <a:pt x="1548" y="0"/>
                    <a:pt x="1317" y="0"/>
                  </a:cubicBezTo>
                  <a:cubicBezTo>
                    <a:pt x="1086" y="0"/>
                    <a:pt x="858" y="60"/>
                    <a:pt x="658" y="176"/>
                  </a:cubicBezTo>
                  <a:cubicBezTo>
                    <a:pt x="457" y="291"/>
                    <a:pt x="292" y="458"/>
                    <a:pt x="177" y="658"/>
                  </a:cubicBezTo>
                  <a:cubicBezTo>
                    <a:pt x="61" y="858"/>
                    <a:pt x="0" y="1085"/>
                    <a:pt x="0" y="1316"/>
                  </a:cubicBezTo>
                  <a:cubicBezTo>
                    <a:pt x="0" y="1547"/>
                    <a:pt x="61" y="1774"/>
                    <a:pt x="177" y="1975"/>
                  </a:cubicBezTo>
                  <a:cubicBezTo>
                    <a:pt x="292" y="2175"/>
                    <a:pt x="457" y="2340"/>
                    <a:pt x="658" y="2456"/>
                  </a:cubicBezTo>
                  <a:cubicBezTo>
                    <a:pt x="858" y="2571"/>
                    <a:pt x="1086" y="2633"/>
                    <a:pt x="1317" y="2633"/>
                  </a:cubicBezTo>
                  <a:cubicBezTo>
                    <a:pt x="1548" y="2633"/>
                    <a:pt x="1775" y="2572"/>
                    <a:pt x="1975" y="2456"/>
                  </a:cubicBezTo>
                  <a:cubicBezTo>
                    <a:pt x="2175" y="2341"/>
                    <a:pt x="2341" y="2175"/>
                    <a:pt x="2457" y="1975"/>
                  </a:cubicBezTo>
                  <a:cubicBezTo>
                    <a:pt x="2573" y="1774"/>
                    <a:pt x="2633" y="1547"/>
                    <a:pt x="2633" y="1316"/>
                  </a:cubicBezTo>
                  <a:close/>
                </a:path>
              </a:pathLst>
            </a:custGeom>
            <a:noFill/>
            <a:ln w="45720">
              <a:solidFill>
                <a:srgbClr val="e5a822"/>
              </a:solidFill>
              <a:miter/>
            </a:ln>
          </p:spPr>
          <p:txBody>
            <a:bodyPr lIns="112680" rIns="112680" tIns="67680" bIns="6768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</p:grpSp>
      <p:sp>
        <p:nvSpPr>
          <p:cNvPr id="304" name="PlaceHolder 1"/>
          <p:cNvSpPr>
            <a:spLocks noGrp="1"/>
          </p:cNvSpPr>
          <p:nvPr>
            <p:ph type="title"/>
          </p:nvPr>
        </p:nvSpPr>
        <p:spPr>
          <a:xfrm>
            <a:off x="926280" y="2977920"/>
            <a:ext cx="1954080" cy="1244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br>
              <a:rPr sz="1200"/>
            </a:br>
            <a:r>
              <a:rPr b="0" lang="en-US" sz="1200" spc="-1" strike="noStrike">
                <a:solidFill>
                  <a:srgbClr val="000000"/>
                </a:solidFill>
                <a:latin typeface="Noto Sans"/>
              </a:rPr>
              <a:t>Lorem ipsum dolor sit amet, consectetuer adipiscing elit. Aliquam imperdiet lobortis metus. Phasellus nisi metus, </a:t>
            </a:r>
            <a:endParaRPr b="0" lang="en-US" sz="12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305" name="PlaceHolder 2"/>
          <p:cNvSpPr>
            <a:spLocks noGrp="1"/>
          </p:cNvSpPr>
          <p:nvPr>
            <p:ph type="title"/>
          </p:nvPr>
        </p:nvSpPr>
        <p:spPr>
          <a:xfrm>
            <a:off x="2582280" y="1376280"/>
            <a:ext cx="1954080" cy="1244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br>
              <a:rPr sz="1200"/>
            </a:br>
            <a:r>
              <a:rPr b="0" lang="en-US" sz="1200" spc="-1" strike="noStrike">
                <a:solidFill>
                  <a:srgbClr val="000000"/>
                </a:solidFill>
                <a:latin typeface="Noto Sans"/>
              </a:rPr>
              <a:t>Lorem ipsum dolor sit amet, consectetuer adipiscing elit. Aliquam imperdiet lobortis metus. Phasellus nisi metus, </a:t>
            </a:r>
            <a:endParaRPr b="0" lang="en-US" sz="12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306" name="PlaceHolder 3"/>
          <p:cNvSpPr>
            <a:spLocks noGrp="1"/>
          </p:cNvSpPr>
          <p:nvPr>
            <p:ph type="title"/>
          </p:nvPr>
        </p:nvSpPr>
        <p:spPr>
          <a:xfrm>
            <a:off x="4238280" y="2977920"/>
            <a:ext cx="1954080" cy="1244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br>
              <a:rPr sz="1200"/>
            </a:br>
            <a:r>
              <a:rPr b="0" lang="en-US" sz="1200" spc="-1" strike="noStrike">
                <a:solidFill>
                  <a:srgbClr val="000000"/>
                </a:solidFill>
                <a:latin typeface="Noto Sans"/>
              </a:rPr>
              <a:t>Lorem ipsum dolor sit amet, consectetuer adipiscing elit. Aliquam imperdiet lobortis metus. Phasellus nisi metus, </a:t>
            </a:r>
            <a:endParaRPr b="0" lang="en-US" sz="12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307" name="PlaceHolder 4"/>
          <p:cNvSpPr>
            <a:spLocks noGrp="1"/>
          </p:cNvSpPr>
          <p:nvPr>
            <p:ph type="title"/>
          </p:nvPr>
        </p:nvSpPr>
        <p:spPr>
          <a:xfrm>
            <a:off x="6096240" y="1411200"/>
            <a:ext cx="1954080" cy="1244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br>
              <a:rPr sz="1200"/>
            </a:br>
            <a:r>
              <a:rPr b="0" lang="en-US" sz="1200" spc="-1" strike="noStrike">
                <a:solidFill>
                  <a:srgbClr val="000000"/>
                </a:solidFill>
                <a:latin typeface="Noto Sans"/>
              </a:rPr>
              <a:t>Lorem ipsum dolor sit amet, consectetuer adipiscing elit. Aliquam imperdiet lobortis metus. Phasellus nisi metus, </a:t>
            </a:r>
            <a:endParaRPr b="0" lang="en-US" sz="12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308" name="PlaceHolder 5"/>
          <p:cNvSpPr>
            <a:spLocks noGrp="1"/>
          </p:cNvSpPr>
          <p:nvPr>
            <p:ph type="title"/>
          </p:nvPr>
        </p:nvSpPr>
        <p:spPr>
          <a:xfrm>
            <a:off x="2730240" y="1067400"/>
            <a:ext cx="1656000" cy="65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1" lang="en-US" sz="1800" spc="-1" strike="noStrike">
                <a:solidFill>
                  <a:srgbClr val="60c4e4"/>
                </a:solidFill>
                <a:latin typeface="Noto Sans"/>
              </a:rPr>
              <a:t>Lorem</a:t>
            </a:r>
            <a:endParaRPr b="0" lang="en-US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309" name="PlaceHolder 6"/>
          <p:cNvSpPr>
            <a:spLocks noGrp="1"/>
          </p:cNvSpPr>
          <p:nvPr>
            <p:ph type="title"/>
          </p:nvPr>
        </p:nvSpPr>
        <p:spPr>
          <a:xfrm>
            <a:off x="6192360" y="1067400"/>
            <a:ext cx="1656000" cy="65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1" lang="en-US" sz="1800" spc="-1" strike="noStrike">
                <a:solidFill>
                  <a:srgbClr val="f8b622"/>
                </a:solidFill>
                <a:latin typeface="Noto Sans"/>
              </a:rPr>
              <a:t>Ipsum</a:t>
            </a:r>
            <a:endParaRPr b="0" lang="en-US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310" name=""/>
          <p:cNvSpPr txBox="1"/>
          <p:nvPr/>
        </p:nvSpPr>
        <p:spPr>
          <a:xfrm>
            <a:off x="4363560" y="4178880"/>
            <a:ext cx="1656000" cy="524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/>
            <a:r>
              <a:rPr b="1" lang="en-US" sz="1800" spc="-1" strike="noStrike">
                <a:solidFill>
                  <a:srgbClr val="e54b89"/>
                </a:solidFill>
                <a:latin typeface="Noto Sans"/>
                <a:ea typeface="Noto Sans CJK SC"/>
              </a:rPr>
              <a:t>Sit</a:t>
            </a:r>
            <a:endParaRPr b="0" lang="en-US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311" name=""/>
          <p:cNvSpPr txBox="1"/>
          <p:nvPr/>
        </p:nvSpPr>
        <p:spPr>
          <a:xfrm>
            <a:off x="1080360" y="4178880"/>
            <a:ext cx="1656000" cy="524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800" spc="-1" strike="noStrike">
                <a:solidFill>
                  <a:srgbClr val="7f59ae"/>
                </a:solidFill>
                <a:latin typeface="Noto Sans"/>
                <a:ea typeface="Noto Sans CJK SC"/>
              </a:rPr>
              <a:t>Dolor</a:t>
            </a:r>
            <a:endParaRPr b="0" lang="en-US" sz="1800" spc="-1" strike="noStrike">
              <a:solidFill>
                <a:srgbClr val="000000"/>
              </a:solidFill>
              <a:latin typeface="Noto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"/>
          <p:cNvSpPr/>
          <p:nvPr/>
        </p:nvSpPr>
        <p:spPr>
          <a:xfrm>
            <a:off x="5004360" y="677520"/>
            <a:ext cx="4193640" cy="4193280"/>
          </a:xfrm>
          <a:custGeom>
            <a:avLst/>
            <a:gdLst/>
            <a:ahLst/>
            <a:rect l="0" t="0" r="r" b="b"/>
            <a:pathLst>
              <a:path w="11649" h="11648">
                <a:moveTo>
                  <a:pt x="0" y="0"/>
                </a:moveTo>
                <a:cubicBezTo>
                  <a:pt x="3883" y="0"/>
                  <a:pt x="7766" y="0"/>
                  <a:pt x="11649" y="0"/>
                </a:cubicBezTo>
                <a:cubicBezTo>
                  <a:pt x="11649" y="3883"/>
                  <a:pt x="11649" y="7765"/>
                  <a:pt x="11649" y="11648"/>
                </a:cubicBezTo>
                <a:cubicBezTo>
                  <a:pt x="7766" y="11648"/>
                  <a:pt x="3883" y="11648"/>
                  <a:pt x="0" y="11648"/>
                </a:cubicBezTo>
                <a:cubicBezTo>
                  <a:pt x="0" y="7765"/>
                  <a:pt x="0" y="3883"/>
                  <a:pt x="0" y="0"/>
                </a:cubicBezTo>
                <a:close/>
              </a:path>
            </a:pathLst>
          </a:custGeom>
          <a:blipFill rotWithShape="0">
            <a:blip r:embed="rId1"/>
            <a:stretch/>
          </a:blip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313" name="PlaceHolder 1"/>
          <p:cNvSpPr>
            <a:spLocks noGrp="1"/>
          </p:cNvSpPr>
          <p:nvPr>
            <p:ph type="title"/>
          </p:nvPr>
        </p:nvSpPr>
        <p:spPr>
          <a:xfrm>
            <a:off x="424080" y="2325240"/>
            <a:ext cx="2830320" cy="111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r">
              <a:buNone/>
            </a:pPr>
            <a:br>
              <a:rPr sz="1200"/>
            </a:br>
            <a:r>
              <a:rPr b="0" lang="en-US" sz="1200" spc="-1" strike="noStrike">
                <a:solidFill>
                  <a:srgbClr val="000000"/>
                </a:solidFill>
                <a:latin typeface="Noto Sans"/>
              </a:rPr>
              <a:t>Lorem ipsum dolor sit amet, consectetuer adipiscing elit. Aliquam imperdiet lobortis metus. Phasellus nisi metus, tempes ac, porta nec, felis. </a:t>
            </a:r>
            <a:endParaRPr b="0" lang="en-US" sz="12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314" name=""/>
          <p:cNvSpPr txBox="1"/>
          <p:nvPr/>
        </p:nvSpPr>
        <p:spPr>
          <a:xfrm>
            <a:off x="4680000" y="5178600"/>
            <a:ext cx="1812960" cy="33264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Noto Sans"/>
              </a:rPr>
              <a:t>Work by: Falia Vicky</a:t>
            </a:r>
            <a:endParaRPr b="0" lang="en-US" sz="1400" spc="-1" strike="noStrike">
              <a:solidFill>
                <a:srgbClr val="000000"/>
              </a:solidFill>
              <a:latin typeface="Noto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"/>
          <p:cNvSpPr/>
          <p:nvPr/>
        </p:nvSpPr>
        <p:spPr>
          <a:xfrm>
            <a:off x="942480" y="824760"/>
            <a:ext cx="3739320" cy="4019040"/>
          </a:xfrm>
          <a:custGeom>
            <a:avLst/>
            <a:gdLst/>
            <a:ahLst/>
            <a:rect l="0" t="0" r="r" b="b"/>
            <a:pathLst>
              <a:path w="10387" h="11164">
                <a:moveTo>
                  <a:pt x="0" y="0"/>
                </a:moveTo>
                <a:cubicBezTo>
                  <a:pt x="3462" y="0"/>
                  <a:pt x="6924" y="0"/>
                  <a:pt x="10387" y="0"/>
                </a:cubicBezTo>
                <a:cubicBezTo>
                  <a:pt x="10387" y="3721"/>
                  <a:pt x="10387" y="7443"/>
                  <a:pt x="10387" y="11164"/>
                </a:cubicBezTo>
                <a:cubicBezTo>
                  <a:pt x="6924" y="11164"/>
                  <a:pt x="3462" y="11164"/>
                  <a:pt x="0" y="11164"/>
                </a:cubicBezTo>
                <a:cubicBezTo>
                  <a:pt x="0" y="7443"/>
                  <a:pt x="0" y="3721"/>
                  <a:pt x="0" y="0"/>
                </a:cubicBezTo>
                <a:close/>
              </a:path>
            </a:pathLst>
          </a:custGeom>
          <a:noFill/>
          <a:ln cap="rnd" w="52560">
            <a:solidFill>
              <a:srgbClr val="f8b622"/>
            </a:solidFill>
            <a:round/>
          </a:ln>
        </p:spPr>
        <p:txBody>
          <a:bodyPr lIns="116280" rIns="116280" tIns="71280" bIns="7128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316" name=""/>
          <p:cNvSpPr/>
          <p:nvPr/>
        </p:nvSpPr>
        <p:spPr>
          <a:xfrm>
            <a:off x="858600" y="734760"/>
            <a:ext cx="3907080" cy="4199400"/>
          </a:xfrm>
          <a:custGeom>
            <a:avLst/>
            <a:gdLst/>
            <a:ahLst/>
            <a:rect l="0" t="0" r="r" b="b"/>
            <a:pathLst>
              <a:path w="10853" h="11665">
                <a:moveTo>
                  <a:pt x="0" y="0"/>
                </a:moveTo>
                <a:cubicBezTo>
                  <a:pt x="3618" y="0"/>
                  <a:pt x="7235" y="0"/>
                  <a:pt x="10853" y="0"/>
                </a:cubicBezTo>
                <a:cubicBezTo>
                  <a:pt x="10853" y="3888"/>
                  <a:pt x="10853" y="7777"/>
                  <a:pt x="10853" y="11665"/>
                </a:cubicBezTo>
                <a:cubicBezTo>
                  <a:pt x="7235" y="11665"/>
                  <a:pt x="3618" y="11665"/>
                  <a:pt x="0" y="11665"/>
                </a:cubicBezTo>
                <a:cubicBezTo>
                  <a:pt x="0" y="7777"/>
                  <a:pt x="0" y="3888"/>
                  <a:pt x="0" y="0"/>
                </a:cubicBezTo>
                <a:close/>
              </a:path>
            </a:pathLst>
          </a:custGeom>
          <a:solidFill>
            <a:srgbClr val="ffffff">
              <a:alpha val="98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317" name=""/>
          <p:cNvSpPr/>
          <p:nvPr/>
        </p:nvSpPr>
        <p:spPr>
          <a:xfrm>
            <a:off x="847080" y="723240"/>
            <a:ext cx="3929760" cy="4222440"/>
          </a:xfrm>
          <a:custGeom>
            <a:avLst/>
            <a:gdLst/>
            <a:ahLst/>
            <a:rect l="0" t="0" r="r" b="b"/>
            <a:pathLst>
              <a:path w="10916" h="11729">
                <a:moveTo>
                  <a:pt x="4" y="16"/>
                </a:moveTo>
                <a:cubicBezTo>
                  <a:pt x="7" y="11"/>
                  <a:pt x="11" y="7"/>
                  <a:pt x="16" y="4"/>
                </a:cubicBezTo>
                <a:cubicBezTo>
                  <a:pt x="19" y="2"/>
                  <a:pt x="23" y="1"/>
                  <a:pt x="27" y="0"/>
                </a:cubicBezTo>
                <a:cubicBezTo>
                  <a:pt x="3648" y="0"/>
                  <a:pt x="7269" y="0"/>
                  <a:pt x="10889" y="0"/>
                </a:cubicBezTo>
                <a:cubicBezTo>
                  <a:pt x="10893" y="1"/>
                  <a:pt x="10897" y="2"/>
                  <a:pt x="10900" y="4"/>
                </a:cubicBezTo>
                <a:cubicBezTo>
                  <a:pt x="10905" y="7"/>
                  <a:pt x="10909" y="11"/>
                  <a:pt x="10912" y="16"/>
                </a:cubicBezTo>
                <a:cubicBezTo>
                  <a:pt x="10915" y="20"/>
                  <a:pt x="10916" y="26"/>
                  <a:pt x="10916" y="32"/>
                </a:cubicBezTo>
                <a:cubicBezTo>
                  <a:pt x="10916" y="3920"/>
                  <a:pt x="10916" y="7808"/>
                  <a:pt x="10916" y="11697"/>
                </a:cubicBezTo>
                <a:cubicBezTo>
                  <a:pt x="10916" y="11702"/>
                  <a:pt x="10915" y="11708"/>
                  <a:pt x="10912" y="11713"/>
                </a:cubicBezTo>
                <a:cubicBezTo>
                  <a:pt x="10909" y="11718"/>
                  <a:pt x="10905" y="11722"/>
                  <a:pt x="10900" y="11725"/>
                </a:cubicBezTo>
                <a:cubicBezTo>
                  <a:pt x="10895" y="11727"/>
                  <a:pt x="10890" y="11729"/>
                  <a:pt x="10884" y="11729"/>
                </a:cubicBezTo>
                <a:cubicBezTo>
                  <a:pt x="7267" y="11729"/>
                  <a:pt x="3649" y="11729"/>
                  <a:pt x="32" y="11729"/>
                </a:cubicBezTo>
                <a:cubicBezTo>
                  <a:pt x="26" y="11729"/>
                  <a:pt x="21" y="11727"/>
                  <a:pt x="16" y="11725"/>
                </a:cubicBezTo>
                <a:cubicBezTo>
                  <a:pt x="11" y="11722"/>
                  <a:pt x="7" y="11718"/>
                  <a:pt x="4" y="11713"/>
                </a:cubicBezTo>
                <a:cubicBezTo>
                  <a:pt x="1" y="11708"/>
                  <a:pt x="0" y="11702"/>
                  <a:pt x="0" y="11697"/>
                </a:cubicBezTo>
                <a:cubicBezTo>
                  <a:pt x="0" y="7808"/>
                  <a:pt x="0" y="3920"/>
                  <a:pt x="0" y="32"/>
                </a:cubicBezTo>
                <a:cubicBezTo>
                  <a:pt x="0" y="26"/>
                  <a:pt x="1" y="20"/>
                  <a:pt x="4" y="16"/>
                </a:cubicBezTo>
                <a:close/>
              </a:path>
            </a:pathLst>
          </a:custGeom>
          <a:blipFill rotWithShape="0">
            <a:blip r:embed="rId1"/>
            <a:stretch/>
          </a:blip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318" name=""/>
          <p:cNvSpPr/>
          <p:nvPr/>
        </p:nvSpPr>
        <p:spPr>
          <a:xfrm>
            <a:off x="858600" y="734760"/>
            <a:ext cx="3907080" cy="4199400"/>
          </a:xfrm>
          <a:custGeom>
            <a:avLst/>
            <a:gdLst/>
            <a:ahLst/>
            <a:rect l="0" t="0" r="r" b="b"/>
            <a:pathLst>
              <a:path w="10853" h="11665">
                <a:moveTo>
                  <a:pt x="0" y="0"/>
                </a:moveTo>
                <a:cubicBezTo>
                  <a:pt x="3618" y="0"/>
                  <a:pt x="7235" y="0"/>
                  <a:pt x="10853" y="0"/>
                </a:cubicBezTo>
                <a:cubicBezTo>
                  <a:pt x="10853" y="3888"/>
                  <a:pt x="10853" y="7777"/>
                  <a:pt x="10853" y="11665"/>
                </a:cubicBezTo>
                <a:cubicBezTo>
                  <a:pt x="7235" y="11665"/>
                  <a:pt x="3618" y="11665"/>
                  <a:pt x="0" y="11665"/>
                </a:cubicBezTo>
                <a:cubicBezTo>
                  <a:pt x="0" y="7777"/>
                  <a:pt x="0" y="3888"/>
                  <a:pt x="0" y="0"/>
                </a:cubicBezTo>
                <a:close/>
              </a:path>
            </a:pathLst>
          </a:custGeom>
          <a:noFill/>
          <a:ln cap="rnd" w="23040">
            <a:solidFill>
              <a:srgbClr val="7f59ae"/>
            </a:solidFill>
            <a:round/>
          </a:ln>
        </p:spPr>
        <p:txBody>
          <a:bodyPr lIns="101520" rIns="101520" tIns="56520" bIns="565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319" name="PlaceHolder 1"/>
          <p:cNvSpPr>
            <a:spLocks noGrp="1"/>
          </p:cNvSpPr>
          <p:nvPr>
            <p:ph type="title"/>
          </p:nvPr>
        </p:nvSpPr>
        <p:spPr>
          <a:xfrm>
            <a:off x="4093920" y="1218960"/>
            <a:ext cx="4746600" cy="107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r">
              <a:buNone/>
            </a:pPr>
            <a:r>
              <a:rPr b="1" lang="en-US" sz="4800" spc="-1" strike="noStrike">
                <a:solidFill>
                  <a:srgbClr val="fe7130"/>
                </a:solidFill>
                <a:latin typeface="Noto Sans"/>
              </a:rPr>
              <a:t>Lorem</a:t>
            </a:r>
            <a:endParaRPr b="0" lang="en-US" sz="4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320" name="PlaceHolder 2"/>
          <p:cNvSpPr>
            <a:spLocks noGrp="1"/>
          </p:cNvSpPr>
          <p:nvPr>
            <p:ph type="title"/>
          </p:nvPr>
        </p:nvSpPr>
        <p:spPr>
          <a:xfrm>
            <a:off x="6037920" y="2291040"/>
            <a:ext cx="2830320" cy="111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r">
              <a:buNone/>
            </a:pPr>
            <a:br>
              <a:rPr sz="1200"/>
            </a:br>
            <a:r>
              <a:rPr b="0" lang="en-US" sz="1200" spc="-1" strike="noStrike">
                <a:solidFill>
                  <a:srgbClr val="000000"/>
                </a:solidFill>
                <a:latin typeface="Noto Sans"/>
              </a:rPr>
              <a:t>Lorem ipsum dolor sit amet, consectetuer adipiscing elit. Aliquam imperdiet lobortis metus. Phasellus nisi metus, tempes ac, porta nec, felis. </a:t>
            </a:r>
            <a:endParaRPr b="0" lang="en-US" sz="12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321" name=""/>
          <p:cNvSpPr txBox="1"/>
          <p:nvPr/>
        </p:nvSpPr>
        <p:spPr>
          <a:xfrm>
            <a:off x="682200" y="5148000"/>
            <a:ext cx="2361600" cy="33264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Noto Sans"/>
              </a:rPr>
              <a:t>Work by: Muhammad Aria</a:t>
            </a:r>
            <a:endParaRPr b="0" lang="en-US" sz="1400" spc="-1" strike="noStrike">
              <a:solidFill>
                <a:srgbClr val="000000"/>
              </a:solidFill>
              <a:latin typeface="Noto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"/>
          <p:cNvSpPr/>
          <p:nvPr/>
        </p:nvSpPr>
        <p:spPr>
          <a:xfrm>
            <a:off x="1165680" y="2126880"/>
            <a:ext cx="1120320" cy="1120320"/>
          </a:xfrm>
          <a:custGeom>
            <a:avLst/>
            <a:gdLst/>
            <a:ahLst/>
            <a:rect l="0" t="0" r="r" b="b"/>
            <a:pathLst>
              <a:path w="3112" h="3112">
                <a:moveTo>
                  <a:pt x="3112" y="1556"/>
                </a:moveTo>
                <a:lnTo>
                  <a:pt x="3109" y="1658"/>
                </a:lnTo>
                <a:lnTo>
                  <a:pt x="3098" y="1759"/>
                </a:lnTo>
                <a:lnTo>
                  <a:pt x="3082" y="1860"/>
                </a:lnTo>
                <a:lnTo>
                  <a:pt x="3059" y="1959"/>
                </a:lnTo>
                <a:lnTo>
                  <a:pt x="3029" y="2056"/>
                </a:lnTo>
                <a:lnTo>
                  <a:pt x="2993" y="2151"/>
                </a:lnTo>
                <a:lnTo>
                  <a:pt x="2951" y="2244"/>
                </a:lnTo>
                <a:lnTo>
                  <a:pt x="2903" y="2334"/>
                </a:lnTo>
                <a:lnTo>
                  <a:pt x="2849" y="2421"/>
                </a:lnTo>
                <a:lnTo>
                  <a:pt x="2790" y="2503"/>
                </a:lnTo>
                <a:lnTo>
                  <a:pt x="2725" y="2582"/>
                </a:lnTo>
                <a:lnTo>
                  <a:pt x="2656" y="2656"/>
                </a:lnTo>
                <a:lnTo>
                  <a:pt x="2582" y="2725"/>
                </a:lnTo>
                <a:lnTo>
                  <a:pt x="2503" y="2790"/>
                </a:lnTo>
                <a:lnTo>
                  <a:pt x="2421" y="2849"/>
                </a:lnTo>
                <a:lnTo>
                  <a:pt x="2334" y="2903"/>
                </a:lnTo>
                <a:lnTo>
                  <a:pt x="2244" y="2951"/>
                </a:lnTo>
                <a:lnTo>
                  <a:pt x="2151" y="2993"/>
                </a:lnTo>
                <a:lnTo>
                  <a:pt x="2056" y="3029"/>
                </a:lnTo>
                <a:lnTo>
                  <a:pt x="1959" y="3058"/>
                </a:lnTo>
                <a:lnTo>
                  <a:pt x="1860" y="3082"/>
                </a:lnTo>
                <a:lnTo>
                  <a:pt x="1759" y="3098"/>
                </a:lnTo>
                <a:lnTo>
                  <a:pt x="1658" y="3108"/>
                </a:lnTo>
                <a:lnTo>
                  <a:pt x="1556" y="3112"/>
                </a:lnTo>
                <a:lnTo>
                  <a:pt x="1454" y="3108"/>
                </a:lnTo>
                <a:lnTo>
                  <a:pt x="1352" y="3098"/>
                </a:lnTo>
                <a:lnTo>
                  <a:pt x="1252" y="3082"/>
                </a:lnTo>
                <a:lnTo>
                  <a:pt x="1153" y="3058"/>
                </a:lnTo>
                <a:lnTo>
                  <a:pt x="1056" y="3029"/>
                </a:lnTo>
                <a:lnTo>
                  <a:pt x="961" y="2993"/>
                </a:lnTo>
                <a:lnTo>
                  <a:pt x="868" y="2951"/>
                </a:lnTo>
                <a:lnTo>
                  <a:pt x="778" y="2903"/>
                </a:lnTo>
                <a:lnTo>
                  <a:pt x="691" y="2849"/>
                </a:lnTo>
                <a:lnTo>
                  <a:pt x="608" y="2790"/>
                </a:lnTo>
                <a:lnTo>
                  <a:pt x="530" y="2725"/>
                </a:lnTo>
                <a:lnTo>
                  <a:pt x="455" y="2656"/>
                </a:lnTo>
                <a:lnTo>
                  <a:pt x="386" y="2582"/>
                </a:lnTo>
                <a:lnTo>
                  <a:pt x="321" y="2503"/>
                </a:lnTo>
                <a:lnTo>
                  <a:pt x="262" y="2421"/>
                </a:lnTo>
                <a:lnTo>
                  <a:pt x="208" y="2334"/>
                </a:lnTo>
                <a:lnTo>
                  <a:pt x="160" y="2244"/>
                </a:lnTo>
                <a:lnTo>
                  <a:pt x="118" y="2151"/>
                </a:lnTo>
                <a:lnTo>
                  <a:pt x="82" y="2056"/>
                </a:lnTo>
                <a:lnTo>
                  <a:pt x="53" y="1959"/>
                </a:lnTo>
                <a:lnTo>
                  <a:pt x="30" y="1860"/>
                </a:lnTo>
                <a:lnTo>
                  <a:pt x="13" y="1759"/>
                </a:lnTo>
                <a:lnTo>
                  <a:pt x="3" y="1658"/>
                </a:lnTo>
                <a:lnTo>
                  <a:pt x="0" y="1556"/>
                </a:lnTo>
                <a:lnTo>
                  <a:pt x="3" y="1454"/>
                </a:lnTo>
                <a:lnTo>
                  <a:pt x="13" y="1352"/>
                </a:lnTo>
                <a:lnTo>
                  <a:pt x="30" y="1252"/>
                </a:lnTo>
                <a:lnTo>
                  <a:pt x="53" y="1153"/>
                </a:lnTo>
                <a:lnTo>
                  <a:pt x="82" y="1056"/>
                </a:lnTo>
                <a:lnTo>
                  <a:pt x="118" y="961"/>
                </a:lnTo>
                <a:lnTo>
                  <a:pt x="160" y="868"/>
                </a:lnTo>
                <a:lnTo>
                  <a:pt x="208" y="778"/>
                </a:lnTo>
                <a:lnTo>
                  <a:pt x="262" y="691"/>
                </a:lnTo>
                <a:lnTo>
                  <a:pt x="322" y="608"/>
                </a:lnTo>
                <a:lnTo>
                  <a:pt x="386" y="529"/>
                </a:lnTo>
                <a:lnTo>
                  <a:pt x="456" y="455"/>
                </a:lnTo>
                <a:lnTo>
                  <a:pt x="530" y="386"/>
                </a:lnTo>
                <a:lnTo>
                  <a:pt x="608" y="321"/>
                </a:lnTo>
                <a:lnTo>
                  <a:pt x="691" y="262"/>
                </a:lnTo>
                <a:lnTo>
                  <a:pt x="778" y="208"/>
                </a:lnTo>
                <a:lnTo>
                  <a:pt x="868" y="160"/>
                </a:lnTo>
                <a:lnTo>
                  <a:pt x="961" y="118"/>
                </a:lnTo>
                <a:lnTo>
                  <a:pt x="1056" y="82"/>
                </a:lnTo>
                <a:lnTo>
                  <a:pt x="1153" y="53"/>
                </a:lnTo>
                <a:lnTo>
                  <a:pt x="1252" y="30"/>
                </a:lnTo>
                <a:lnTo>
                  <a:pt x="1352" y="13"/>
                </a:lnTo>
                <a:lnTo>
                  <a:pt x="1454" y="3"/>
                </a:lnTo>
                <a:lnTo>
                  <a:pt x="1556" y="0"/>
                </a:lnTo>
                <a:lnTo>
                  <a:pt x="1658" y="3"/>
                </a:lnTo>
                <a:lnTo>
                  <a:pt x="1759" y="13"/>
                </a:lnTo>
                <a:lnTo>
                  <a:pt x="1860" y="30"/>
                </a:lnTo>
                <a:lnTo>
                  <a:pt x="1959" y="53"/>
                </a:lnTo>
                <a:lnTo>
                  <a:pt x="2056" y="82"/>
                </a:lnTo>
                <a:lnTo>
                  <a:pt x="2151" y="118"/>
                </a:lnTo>
                <a:lnTo>
                  <a:pt x="2244" y="160"/>
                </a:lnTo>
                <a:lnTo>
                  <a:pt x="2334" y="208"/>
                </a:lnTo>
                <a:lnTo>
                  <a:pt x="2421" y="262"/>
                </a:lnTo>
                <a:lnTo>
                  <a:pt x="2503" y="321"/>
                </a:lnTo>
                <a:lnTo>
                  <a:pt x="2582" y="386"/>
                </a:lnTo>
                <a:lnTo>
                  <a:pt x="2656" y="455"/>
                </a:lnTo>
                <a:lnTo>
                  <a:pt x="2725" y="529"/>
                </a:lnTo>
                <a:lnTo>
                  <a:pt x="2790" y="608"/>
                </a:lnTo>
                <a:lnTo>
                  <a:pt x="2849" y="691"/>
                </a:lnTo>
                <a:lnTo>
                  <a:pt x="2903" y="778"/>
                </a:lnTo>
                <a:lnTo>
                  <a:pt x="2951" y="868"/>
                </a:lnTo>
                <a:lnTo>
                  <a:pt x="2993" y="961"/>
                </a:lnTo>
                <a:lnTo>
                  <a:pt x="3029" y="1056"/>
                </a:lnTo>
                <a:lnTo>
                  <a:pt x="3059" y="1153"/>
                </a:lnTo>
                <a:lnTo>
                  <a:pt x="3082" y="1252"/>
                </a:lnTo>
                <a:lnTo>
                  <a:pt x="3098" y="1352"/>
                </a:lnTo>
                <a:lnTo>
                  <a:pt x="3109" y="1454"/>
                </a:lnTo>
                <a:lnTo>
                  <a:pt x="3112" y="1556"/>
                </a:lnTo>
                <a:close/>
              </a:path>
            </a:pathLst>
          </a:custGeom>
          <a:solidFill>
            <a:srgbClr val="f8b62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pPr algn="ctr"/>
            <a:r>
              <a:rPr b="1" lang="en-US" sz="4400" spc="-1" strike="noStrike">
                <a:solidFill>
                  <a:srgbClr val="7f59ae"/>
                </a:solidFill>
                <a:latin typeface="Noto Sans"/>
              </a:rPr>
              <a:t>3</a:t>
            </a:r>
            <a:endParaRPr b="0" lang="en-US" sz="4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323" name="PlaceHolder 1"/>
          <p:cNvSpPr>
            <a:spLocks noGrp="1"/>
          </p:cNvSpPr>
          <p:nvPr>
            <p:ph type="title"/>
          </p:nvPr>
        </p:nvSpPr>
        <p:spPr>
          <a:xfrm>
            <a:off x="1941840" y="2223360"/>
            <a:ext cx="4060440" cy="934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r">
              <a:buNone/>
            </a:pPr>
            <a:r>
              <a:rPr b="1" lang="en-US" sz="5400" spc="-1" strike="noStrike">
                <a:solidFill>
                  <a:srgbClr val="e54b89"/>
                </a:solidFill>
                <a:latin typeface="Noto Sans"/>
              </a:rPr>
              <a:t>Lorem</a:t>
            </a:r>
            <a:endParaRPr b="0" lang="en-US" sz="5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324" name="PlaceHolder 2"/>
          <p:cNvSpPr>
            <a:spLocks noGrp="1"/>
          </p:cNvSpPr>
          <p:nvPr>
            <p:ph type="title"/>
          </p:nvPr>
        </p:nvSpPr>
        <p:spPr>
          <a:xfrm>
            <a:off x="2556000" y="2958840"/>
            <a:ext cx="2962080" cy="10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br>
              <a:rPr sz="1200"/>
            </a:br>
            <a:r>
              <a:rPr b="0" lang="en-US" sz="1200" spc="-1" strike="noStrike">
                <a:solidFill>
                  <a:srgbClr val="000000"/>
                </a:solidFill>
                <a:latin typeface="Noto Sans"/>
              </a:rPr>
              <a:t>Lorem ipsum dolor sit amet, consectetuer adipiscing elit. Aliquam imperdiet lobortis metus. Phasellus nisi metus, tempes ac, porta nec, felis. </a:t>
            </a:r>
            <a:endParaRPr b="0" lang="en-US" sz="1200" spc="-1" strike="noStrike">
              <a:solidFill>
                <a:srgbClr val="000000"/>
              </a:solidFill>
              <a:latin typeface="Noto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"/>
          <p:cNvSpPr/>
          <p:nvPr/>
        </p:nvSpPr>
        <p:spPr>
          <a:xfrm>
            <a:off x="4084920" y="1823760"/>
            <a:ext cx="2089800" cy="2089800"/>
          </a:xfrm>
          <a:custGeom>
            <a:avLst/>
            <a:gdLst/>
            <a:ahLst/>
            <a:rect l="0" t="0" r="r" b="b"/>
            <a:pathLst>
              <a:path w="5805" h="5805">
                <a:moveTo>
                  <a:pt x="5782" y="3272"/>
                </a:moveTo>
                <a:cubicBezTo>
                  <a:pt x="5717" y="3778"/>
                  <a:pt x="5520" y="4257"/>
                  <a:pt x="5212" y="4662"/>
                </a:cubicBezTo>
                <a:cubicBezTo>
                  <a:pt x="4902" y="5067"/>
                  <a:pt x="4492" y="5384"/>
                  <a:pt x="4022" y="5581"/>
                </a:cubicBezTo>
                <a:cubicBezTo>
                  <a:pt x="3552" y="5777"/>
                  <a:pt x="3039" y="5846"/>
                  <a:pt x="2533" y="5782"/>
                </a:cubicBezTo>
                <a:cubicBezTo>
                  <a:pt x="2028" y="5717"/>
                  <a:pt x="1548" y="5520"/>
                  <a:pt x="1143" y="5212"/>
                </a:cubicBezTo>
                <a:cubicBezTo>
                  <a:pt x="737" y="4902"/>
                  <a:pt x="421" y="4492"/>
                  <a:pt x="225" y="4022"/>
                </a:cubicBezTo>
                <a:cubicBezTo>
                  <a:pt x="28" y="3552"/>
                  <a:pt x="-41" y="3039"/>
                  <a:pt x="24" y="2533"/>
                </a:cubicBezTo>
                <a:cubicBezTo>
                  <a:pt x="88" y="2028"/>
                  <a:pt x="285" y="1548"/>
                  <a:pt x="595" y="1143"/>
                </a:cubicBezTo>
                <a:cubicBezTo>
                  <a:pt x="903" y="737"/>
                  <a:pt x="1312" y="421"/>
                  <a:pt x="1783" y="225"/>
                </a:cubicBezTo>
                <a:cubicBezTo>
                  <a:pt x="2253" y="28"/>
                  <a:pt x="2767" y="-41"/>
                  <a:pt x="3272" y="24"/>
                </a:cubicBezTo>
                <a:cubicBezTo>
                  <a:pt x="3778" y="88"/>
                  <a:pt x="4257" y="286"/>
                  <a:pt x="4662" y="595"/>
                </a:cubicBezTo>
                <a:cubicBezTo>
                  <a:pt x="5067" y="903"/>
                  <a:pt x="5385" y="1313"/>
                  <a:pt x="5581" y="1784"/>
                </a:cubicBezTo>
                <a:cubicBezTo>
                  <a:pt x="5777" y="2253"/>
                  <a:pt x="5846" y="2767"/>
                  <a:pt x="5782" y="327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326" name=""/>
          <p:cNvSpPr/>
          <p:nvPr/>
        </p:nvSpPr>
        <p:spPr>
          <a:xfrm>
            <a:off x="5127120" y="1837800"/>
            <a:ext cx="656280" cy="1042560"/>
          </a:xfrm>
          <a:custGeom>
            <a:avLst/>
            <a:gdLst/>
            <a:ahLst/>
            <a:rect l="0" t="0" r="r" b="b"/>
            <a:pathLst>
              <a:path w="1823" h="2896">
                <a:moveTo>
                  <a:pt x="189" y="0"/>
                </a:moveTo>
                <a:cubicBezTo>
                  <a:pt x="503" y="20"/>
                  <a:pt x="811" y="92"/>
                  <a:pt x="1102" y="211"/>
                </a:cubicBezTo>
                <a:cubicBezTo>
                  <a:pt x="1362" y="317"/>
                  <a:pt x="1605" y="461"/>
                  <a:pt x="1823" y="637"/>
                </a:cubicBezTo>
                <a:cubicBezTo>
                  <a:pt x="1215" y="1390"/>
                  <a:pt x="608" y="2143"/>
                  <a:pt x="0" y="2896"/>
                </a:cubicBezTo>
                <a:cubicBezTo>
                  <a:pt x="63" y="1931"/>
                  <a:pt x="126" y="965"/>
                  <a:pt x="189" y="0"/>
                </a:cubicBezTo>
                <a:close/>
              </a:path>
            </a:pathLst>
          </a:custGeom>
          <a:solidFill>
            <a:srgbClr val="f8b621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327" name=""/>
          <p:cNvSpPr/>
          <p:nvPr/>
        </p:nvSpPr>
        <p:spPr>
          <a:xfrm>
            <a:off x="5119920" y="2185920"/>
            <a:ext cx="1038960" cy="689040"/>
          </a:xfrm>
          <a:custGeom>
            <a:avLst/>
            <a:gdLst/>
            <a:ahLst/>
            <a:rect l="0" t="0" r="r" b="b"/>
            <a:pathLst>
              <a:path w="2886" h="1914">
                <a:moveTo>
                  <a:pt x="2182" y="0"/>
                </a:moveTo>
                <a:cubicBezTo>
                  <a:pt x="2389" y="236"/>
                  <a:pt x="2556" y="505"/>
                  <a:pt x="2678" y="795"/>
                </a:cubicBezTo>
                <a:cubicBezTo>
                  <a:pt x="2785" y="1054"/>
                  <a:pt x="2856" y="1327"/>
                  <a:pt x="2886" y="1606"/>
                </a:cubicBezTo>
                <a:cubicBezTo>
                  <a:pt x="1924" y="1709"/>
                  <a:pt x="962" y="1812"/>
                  <a:pt x="0" y="1914"/>
                </a:cubicBezTo>
                <a:cubicBezTo>
                  <a:pt x="728" y="1276"/>
                  <a:pt x="1454" y="638"/>
                  <a:pt x="2182" y="0"/>
                </a:cubicBezTo>
                <a:close/>
              </a:path>
            </a:pathLst>
          </a:custGeom>
          <a:solidFill>
            <a:srgbClr val="fcdd99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328" name=""/>
          <p:cNvSpPr/>
          <p:nvPr/>
        </p:nvSpPr>
        <p:spPr>
          <a:xfrm>
            <a:off x="5123520" y="2858760"/>
            <a:ext cx="689040" cy="1038960"/>
          </a:xfrm>
          <a:custGeom>
            <a:avLst/>
            <a:gdLst/>
            <a:ahLst/>
            <a:rect l="0" t="0" r="r" b="b"/>
            <a:pathLst>
              <a:path w="1914" h="2886">
                <a:moveTo>
                  <a:pt x="1914" y="2182"/>
                </a:moveTo>
                <a:cubicBezTo>
                  <a:pt x="1678" y="2389"/>
                  <a:pt x="1410" y="2557"/>
                  <a:pt x="1120" y="2678"/>
                </a:cubicBezTo>
                <a:cubicBezTo>
                  <a:pt x="860" y="2786"/>
                  <a:pt x="588" y="2856"/>
                  <a:pt x="308" y="2886"/>
                </a:cubicBezTo>
                <a:cubicBezTo>
                  <a:pt x="205" y="1924"/>
                  <a:pt x="102" y="962"/>
                  <a:pt x="0" y="0"/>
                </a:cubicBezTo>
                <a:cubicBezTo>
                  <a:pt x="638" y="728"/>
                  <a:pt x="1276" y="1454"/>
                  <a:pt x="1914" y="2182"/>
                </a:cubicBezTo>
                <a:close/>
              </a:path>
            </a:pathLst>
          </a:custGeom>
          <a:solidFill>
            <a:srgbClr val="ed85ad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329" name=""/>
          <p:cNvSpPr/>
          <p:nvPr/>
        </p:nvSpPr>
        <p:spPr>
          <a:xfrm>
            <a:off x="4476240" y="2856960"/>
            <a:ext cx="656640" cy="1042920"/>
          </a:xfrm>
          <a:custGeom>
            <a:avLst/>
            <a:gdLst/>
            <a:ahLst/>
            <a:rect l="0" t="0" r="r" b="b"/>
            <a:pathLst>
              <a:path w="1824" h="2897">
                <a:moveTo>
                  <a:pt x="1634" y="2897"/>
                </a:moveTo>
                <a:cubicBezTo>
                  <a:pt x="1320" y="2876"/>
                  <a:pt x="1013" y="2805"/>
                  <a:pt x="721" y="2685"/>
                </a:cubicBezTo>
                <a:cubicBezTo>
                  <a:pt x="462" y="2579"/>
                  <a:pt x="219" y="2435"/>
                  <a:pt x="0" y="2259"/>
                </a:cubicBezTo>
                <a:cubicBezTo>
                  <a:pt x="608" y="1506"/>
                  <a:pt x="1216" y="753"/>
                  <a:pt x="1824" y="0"/>
                </a:cubicBezTo>
                <a:cubicBezTo>
                  <a:pt x="1761" y="965"/>
                  <a:pt x="1697" y="1932"/>
                  <a:pt x="1634" y="2897"/>
                </a:cubicBezTo>
                <a:close/>
              </a:path>
            </a:pathLst>
          </a:custGeom>
          <a:solidFill>
            <a:srgbClr val="60c4e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330" name=""/>
          <p:cNvSpPr/>
          <p:nvPr/>
        </p:nvSpPr>
        <p:spPr>
          <a:xfrm>
            <a:off x="4101120" y="2862360"/>
            <a:ext cx="1039320" cy="689040"/>
          </a:xfrm>
          <a:custGeom>
            <a:avLst/>
            <a:gdLst/>
            <a:ahLst/>
            <a:rect l="0" t="0" r="r" b="b"/>
            <a:pathLst>
              <a:path w="2887" h="1914">
                <a:moveTo>
                  <a:pt x="704" y="1914"/>
                </a:moveTo>
                <a:cubicBezTo>
                  <a:pt x="497" y="1678"/>
                  <a:pt x="330" y="1410"/>
                  <a:pt x="208" y="1120"/>
                </a:cubicBezTo>
                <a:cubicBezTo>
                  <a:pt x="100" y="860"/>
                  <a:pt x="30" y="588"/>
                  <a:pt x="0" y="308"/>
                </a:cubicBezTo>
                <a:cubicBezTo>
                  <a:pt x="962" y="205"/>
                  <a:pt x="1925" y="102"/>
                  <a:pt x="2887" y="0"/>
                </a:cubicBezTo>
                <a:cubicBezTo>
                  <a:pt x="2159" y="638"/>
                  <a:pt x="1431" y="1276"/>
                  <a:pt x="704" y="1914"/>
                </a:cubicBezTo>
                <a:close/>
              </a:path>
            </a:pathLst>
          </a:custGeom>
          <a:solidFill>
            <a:srgbClr val="a9dff1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331" name=""/>
          <p:cNvSpPr/>
          <p:nvPr/>
        </p:nvSpPr>
        <p:spPr>
          <a:xfrm>
            <a:off x="4098600" y="2215440"/>
            <a:ext cx="1042920" cy="656280"/>
          </a:xfrm>
          <a:custGeom>
            <a:avLst/>
            <a:gdLst/>
            <a:ahLst/>
            <a:rect l="0" t="0" r="r" b="b"/>
            <a:pathLst>
              <a:path w="2897" h="1823">
                <a:moveTo>
                  <a:pt x="0" y="1633"/>
                </a:moveTo>
                <a:cubicBezTo>
                  <a:pt x="21" y="1320"/>
                  <a:pt x="92" y="1012"/>
                  <a:pt x="212" y="721"/>
                </a:cubicBezTo>
                <a:cubicBezTo>
                  <a:pt x="318" y="461"/>
                  <a:pt x="462" y="218"/>
                  <a:pt x="638" y="0"/>
                </a:cubicBezTo>
                <a:cubicBezTo>
                  <a:pt x="1391" y="608"/>
                  <a:pt x="2144" y="1215"/>
                  <a:pt x="2897" y="1823"/>
                </a:cubicBezTo>
                <a:cubicBezTo>
                  <a:pt x="1932" y="1760"/>
                  <a:pt x="965" y="1696"/>
                  <a:pt x="0" y="1633"/>
                </a:cubicBezTo>
                <a:close/>
              </a:path>
            </a:pathLst>
          </a:custGeom>
          <a:solidFill>
            <a:srgbClr val="7f59a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Noto Sans"/>
            </a:endParaRPr>
          </a:p>
        </p:txBody>
      </p:sp>
      <p:sp>
        <p:nvSpPr>
          <p:cNvPr id="332" name=""/>
          <p:cNvSpPr/>
          <p:nvPr/>
        </p:nvSpPr>
        <p:spPr>
          <a:xfrm>
            <a:off x="4447080" y="1839960"/>
            <a:ext cx="689040" cy="1039320"/>
          </a:xfrm>
          <a:custGeom>
            <a:avLst/>
            <a:gdLst/>
            <a:ahLst/>
            <a:rect l="0" t="0" r="r" b="b"/>
            <a:pathLst>
              <a:path w="1914" h="2887">
                <a:moveTo>
                  <a:pt x="0" y="704"/>
                </a:moveTo>
                <a:cubicBezTo>
                  <a:pt x="236" y="497"/>
                  <a:pt x="505" y="330"/>
                  <a:pt x="795" y="208"/>
                </a:cubicBezTo>
                <a:cubicBezTo>
                  <a:pt x="1054" y="100"/>
                  <a:pt x="1327" y="30"/>
                  <a:pt x="1606" y="0"/>
                </a:cubicBezTo>
                <a:cubicBezTo>
                  <a:pt x="1709" y="962"/>
                  <a:pt x="1812" y="1925"/>
                  <a:pt x="1914" y="2887"/>
                </a:cubicBezTo>
                <a:cubicBezTo>
                  <a:pt x="1276" y="2159"/>
                  <a:pt x="638" y="1431"/>
                  <a:pt x="0" y="704"/>
                </a:cubicBezTo>
                <a:close/>
              </a:path>
            </a:pathLst>
          </a:custGeom>
          <a:solidFill>
            <a:srgbClr val="ab93c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333" name=""/>
          <p:cNvSpPr/>
          <p:nvPr/>
        </p:nvSpPr>
        <p:spPr>
          <a:xfrm>
            <a:off x="5118120" y="2865960"/>
            <a:ext cx="1042920" cy="656280"/>
          </a:xfrm>
          <a:custGeom>
            <a:avLst/>
            <a:gdLst/>
            <a:ahLst/>
            <a:rect l="0" t="0" r="r" b="b"/>
            <a:pathLst>
              <a:path w="2897" h="1823">
                <a:moveTo>
                  <a:pt x="2897" y="189"/>
                </a:moveTo>
                <a:cubicBezTo>
                  <a:pt x="2876" y="503"/>
                  <a:pt x="2805" y="811"/>
                  <a:pt x="2685" y="1102"/>
                </a:cubicBezTo>
                <a:cubicBezTo>
                  <a:pt x="2579" y="1362"/>
                  <a:pt x="2435" y="1605"/>
                  <a:pt x="2259" y="1823"/>
                </a:cubicBezTo>
                <a:cubicBezTo>
                  <a:pt x="1506" y="1215"/>
                  <a:pt x="753" y="608"/>
                  <a:pt x="0" y="0"/>
                </a:cubicBezTo>
                <a:cubicBezTo>
                  <a:pt x="965" y="63"/>
                  <a:pt x="1932" y="126"/>
                  <a:pt x="2897" y="189"/>
                </a:cubicBezTo>
                <a:close/>
              </a:path>
            </a:pathLst>
          </a:custGeom>
          <a:solidFill>
            <a:srgbClr val="e54b87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Noto Sans"/>
            </a:endParaRPr>
          </a:p>
        </p:txBody>
      </p:sp>
      <p:sp>
        <p:nvSpPr>
          <p:cNvPr id="334" name=""/>
          <p:cNvSpPr/>
          <p:nvPr/>
        </p:nvSpPr>
        <p:spPr>
          <a:xfrm>
            <a:off x="4197240" y="1936080"/>
            <a:ext cx="1865880" cy="1865880"/>
          </a:xfrm>
          <a:custGeom>
            <a:avLst/>
            <a:gdLst/>
            <a:ahLst/>
            <a:rect l="0" t="0" r="r" b="b"/>
            <a:pathLst>
              <a:path w="5183" h="5183">
                <a:moveTo>
                  <a:pt x="5162" y="2921"/>
                </a:moveTo>
                <a:cubicBezTo>
                  <a:pt x="5104" y="3373"/>
                  <a:pt x="4928" y="3800"/>
                  <a:pt x="4653" y="4162"/>
                </a:cubicBezTo>
                <a:cubicBezTo>
                  <a:pt x="4377" y="4523"/>
                  <a:pt x="4011" y="4807"/>
                  <a:pt x="3591" y="4983"/>
                </a:cubicBezTo>
                <a:cubicBezTo>
                  <a:pt x="3172" y="5158"/>
                  <a:pt x="2713" y="5219"/>
                  <a:pt x="2261" y="5162"/>
                </a:cubicBezTo>
                <a:cubicBezTo>
                  <a:pt x="1810" y="5104"/>
                  <a:pt x="1383" y="4928"/>
                  <a:pt x="1021" y="4653"/>
                </a:cubicBezTo>
                <a:cubicBezTo>
                  <a:pt x="659" y="4377"/>
                  <a:pt x="376" y="4011"/>
                  <a:pt x="200" y="3591"/>
                </a:cubicBezTo>
                <a:cubicBezTo>
                  <a:pt x="25" y="3172"/>
                  <a:pt x="-37" y="2712"/>
                  <a:pt x="21" y="2261"/>
                </a:cubicBezTo>
                <a:cubicBezTo>
                  <a:pt x="79" y="1810"/>
                  <a:pt x="255" y="1382"/>
                  <a:pt x="530" y="1020"/>
                </a:cubicBezTo>
                <a:cubicBezTo>
                  <a:pt x="806" y="658"/>
                  <a:pt x="1173" y="375"/>
                  <a:pt x="1592" y="200"/>
                </a:cubicBezTo>
                <a:cubicBezTo>
                  <a:pt x="2012" y="25"/>
                  <a:pt x="2470" y="-37"/>
                  <a:pt x="2922" y="21"/>
                </a:cubicBezTo>
                <a:cubicBezTo>
                  <a:pt x="3373" y="79"/>
                  <a:pt x="3800" y="255"/>
                  <a:pt x="4162" y="531"/>
                </a:cubicBezTo>
                <a:cubicBezTo>
                  <a:pt x="4524" y="806"/>
                  <a:pt x="4808" y="1173"/>
                  <a:pt x="4983" y="1592"/>
                </a:cubicBezTo>
                <a:cubicBezTo>
                  <a:pt x="5158" y="2012"/>
                  <a:pt x="5220" y="2470"/>
                  <a:pt x="5162" y="2921"/>
                </a:cubicBezTo>
                <a:close/>
              </a:path>
            </a:pathLst>
          </a:custGeom>
          <a:solidFill>
            <a:srgbClr val="f4f4f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"/>
            </a:endParaRPr>
          </a:p>
        </p:txBody>
      </p:sp>
      <p:grpSp>
        <p:nvGrpSpPr>
          <p:cNvPr id="335" name=""/>
          <p:cNvGrpSpPr/>
          <p:nvPr/>
        </p:nvGrpSpPr>
        <p:grpSpPr>
          <a:xfrm>
            <a:off x="3144600" y="3262320"/>
            <a:ext cx="940680" cy="87480"/>
            <a:chOff x="3144600" y="3262320"/>
            <a:chExt cx="940680" cy="87480"/>
          </a:xfrm>
        </p:grpSpPr>
        <p:sp>
          <p:nvSpPr>
            <p:cNvPr id="336" name=""/>
            <p:cNvSpPr/>
            <p:nvPr/>
          </p:nvSpPr>
          <p:spPr>
            <a:xfrm>
              <a:off x="3144600" y="3281040"/>
              <a:ext cx="890280" cy="30600"/>
            </a:xfrm>
            <a:custGeom>
              <a:avLst/>
              <a:gdLst/>
              <a:ahLst/>
              <a:rect l="0" t="0" r="r" b="b"/>
              <a:pathLst>
                <a:path fill="none" w="2473" h="85">
                  <a:moveTo>
                    <a:pt x="2473" y="84"/>
                  </a:moveTo>
                  <a:cubicBezTo>
                    <a:pt x="2352" y="92"/>
                    <a:pt x="825" y="28"/>
                    <a:pt x="0" y="0"/>
                  </a:cubicBezTo>
                </a:path>
              </a:pathLst>
            </a:custGeom>
            <a:ln w="9720">
              <a:solidFill>
                <a:srgbClr val="000000"/>
              </a:solidFill>
              <a:miter/>
            </a:ln>
          </p:spPr>
          <p:txBody>
            <a:bodyPr lIns="94680" rIns="94680" tIns="-19080" bIns="-1908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337" name=""/>
            <p:cNvSpPr/>
            <p:nvPr/>
          </p:nvSpPr>
          <p:spPr>
            <a:xfrm>
              <a:off x="3997440" y="3262320"/>
              <a:ext cx="87840" cy="87480"/>
            </a:xfrm>
            <a:custGeom>
              <a:avLst/>
              <a:gdLst/>
              <a:ahLst/>
              <a:rect l="0" t="0" r="r" b="b"/>
              <a:pathLst>
                <a:path w="244" h="243">
                  <a:moveTo>
                    <a:pt x="243" y="134"/>
                  </a:moveTo>
                  <a:cubicBezTo>
                    <a:pt x="240" y="156"/>
                    <a:pt x="233" y="176"/>
                    <a:pt x="220" y="193"/>
                  </a:cubicBezTo>
                  <a:cubicBezTo>
                    <a:pt x="208" y="210"/>
                    <a:pt x="191" y="224"/>
                    <a:pt x="171" y="233"/>
                  </a:cubicBezTo>
                  <a:cubicBezTo>
                    <a:pt x="152" y="241"/>
                    <a:pt x="130" y="244"/>
                    <a:pt x="109" y="242"/>
                  </a:cubicBezTo>
                  <a:cubicBezTo>
                    <a:pt x="88" y="240"/>
                    <a:pt x="67" y="233"/>
                    <a:pt x="51" y="220"/>
                  </a:cubicBezTo>
                  <a:cubicBezTo>
                    <a:pt x="33" y="207"/>
                    <a:pt x="19" y="191"/>
                    <a:pt x="10" y="171"/>
                  </a:cubicBezTo>
                  <a:cubicBezTo>
                    <a:pt x="2" y="151"/>
                    <a:pt x="-2" y="130"/>
                    <a:pt x="1" y="109"/>
                  </a:cubicBezTo>
                  <a:cubicBezTo>
                    <a:pt x="3" y="87"/>
                    <a:pt x="10" y="66"/>
                    <a:pt x="24" y="50"/>
                  </a:cubicBezTo>
                  <a:cubicBezTo>
                    <a:pt x="36" y="32"/>
                    <a:pt x="52" y="19"/>
                    <a:pt x="72" y="10"/>
                  </a:cubicBezTo>
                  <a:cubicBezTo>
                    <a:pt x="91" y="2"/>
                    <a:pt x="113" y="-2"/>
                    <a:pt x="135" y="1"/>
                  </a:cubicBezTo>
                  <a:cubicBezTo>
                    <a:pt x="156" y="3"/>
                    <a:pt x="176" y="10"/>
                    <a:pt x="193" y="23"/>
                  </a:cubicBezTo>
                  <a:cubicBezTo>
                    <a:pt x="211" y="35"/>
                    <a:pt x="224" y="52"/>
                    <a:pt x="233" y="72"/>
                  </a:cubicBezTo>
                  <a:cubicBezTo>
                    <a:pt x="241" y="92"/>
                    <a:pt x="245" y="113"/>
                    <a:pt x="243" y="134"/>
                  </a:cubicBezTo>
                  <a:close/>
                </a:path>
              </a:pathLst>
            </a:custGeom>
            <a:solidFill>
              <a:srgbClr val="7f59ae"/>
            </a:solidFill>
            <a:ln w="0">
              <a:noFill/>
            </a:ln>
          </p:spPr>
          <p:txBody>
            <a:bodyPr lIns="90000" rIns="90000" tIns="42480" bIns="4248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</p:grpSp>
      <p:grpSp>
        <p:nvGrpSpPr>
          <p:cNvPr id="338" name=""/>
          <p:cNvGrpSpPr/>
          <p:nvPr/>
        </p:nvGrpSpPr>
        <p:grpSpPr>
          <a:xfrm>
            <a:off x="3043080" y="2268720"/>
            <a:ext cx="975960" cy="269280"/>
            <a:chOff x="3043080" y="2268720"/>
            <a:chExt cx="975960" cy="269280"/>
          </a:xfrm>
        </p:grpSpPr>
        <p:sp>
          <p:nvSpPr>
            <p:cNvPr id="339" name=""/>
            <p:cNvSpPr/>
            <p:nvPr/>
          </p:nvSpPr>
          <p:spPr>
            <a:xfrm>
              <a:off x="3043080" y="2268720"/>
              <a:ext cx="958680" cy="228600"/>
            </a:xfrm>
            <a:custGeom>
              <a:avLst/>
              <a:gdLst/>
              <a:ahLst/>
              <a:rect l="0" t="0" r="r" b="b"/>
              <a:pathLst>
                <a:path fill="none" w="2663" h="635">
                  <a:moveTo>
                    <a:pt x="2663" y="635"/>
                  </a:moveTo>
                  <a:cubicBezTo>
                    <a:pt x="1776" y="423"/>
                    <a:pt x="887" y="211"/>
                    <a:pt x="0" y="0"/>
                  </a:cubicBezTo>
                </a:path>
              </a:pathLst>
            </a:custGeom>
            <a:ln w="9720">
              <a:solidFill>
                <a:srgbClr val="000000"/>
              </a:solidFill>
              <a:miter/>
            </a:ln>
          </p:spPr>
          <p:txBody>
            <a:bodyPr lIns="94680" rIns="94680" tIns="49680" bIns="4968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340" name=""/>
            <p:cNvSpPr/>
            <p:nvPr/>
          </p:nvSpPr>
          <p:spPr>
            <a:xfrm>
              <a:off x="3931560" y="2450160"/>
              <a:ext cx="87480" cy="87840"/>
            </a:xfrm>
            <a:custGeom>
              <a:avLst/>
              <a:gdLst/>
              <a:ahLst/>
              <a:rect l="0" t="0" r="r" b="b"/>
              <a:pathLst>
                <a:path w="243" h="244">
                  <a:moveTo>
                    <a:pt x="1" y="135"/>
                  </a:moveTo>
                  <a:cubicBezTo>
                    <a:pt x="3" y="156"/>
                    <a:pt x="10" y="176"/>
                    <a:pt x="24" y="193"/>
                  </a:cubicBezTo>
                  <a:cubicBezTo>
                    <a:pt x="36" y="211"/>
                    <a:pt x="52" y="224"/>
                    <a:pt x="73" y="233"/>
                  </a:cubicBezTo>
                  <a:cubicBezTo>
                    <a:pt x="92" y="241"/>
                    <a:pt x="113" y="245"/>
                    <a:pt x="135" y="243"/>
                  </a:cubicBezTo>
                  <a:cubicBezTo>
                    <a:pt x="156" y="240"/>
                    <a:pt x="176" y="233"/>
                    <a:pt x="193" y="220"/>
                  </a:cubicBezTo>
                  <a:cubicBezTo>
                    <a:pt x="211" y="208"/>
                    <a:pt x="224" y="191"/>
                    <a:pt x="233" y="171"/>
                  </a:cubicBezTo>
                  <a:cubicBezTo>
                    <a:pt x="241" y="152"/>
                    <a:pt x="244" y="130"/>
                    <a:pt x="243" y="109"/>
                  </a:cubicBezTo>
                  <a:cubicBezTo>
                    <a:pt x="240" y="88"/>
                    <a:pt x="233" y="67"/>
                    <a:pt x="220" y="51"/>
                  </a:cubicBezTo>
                  <a:cubicBezTo>
                    <a:pt x="208" y="33"/>
                    <a:pt x="191" y="19"/>
                    <a:pt x="171" y="10"/>
                  </a:cubicBezTo>
                  <a:cubicBezTo>
                    <a:pt x="152" y="2"/>
                    <a:pt x="130" y="-2"/>
                    <a:pt x="109" y="1"/>
                  </a:cubicBezTo>
                  <a:cubicBezTo>
                    <a:pt x="88" y="3"/>
                    <a:pt x="68" y="10"/>
                    <a:pt x="51" y="24"/>
                  </a:cubicBezTo>
                  <a:cubicBezTo>
                    <a:pt x="33" y="36"/>
                    <a:pt x="19" y="52"/>
                    <a:pt x="10" y="72"/>
                  </a:cubicBezTo>
                  <a:cubicBezTo>
                    <a:pt x="2" y="92"/>
                    <a:pt x="-2" y="113"/>
                    <a:pt x="1" y="135"/>
                  </a:cubicBezTo>
                  <a:close/>
                </a:path>
              </a:pathLst>
            </a:custGeom>
            <a:solidFill>
              <a:srgbClr val="7f59ae"/>
            </a:solidFill>
            <a:ln w="0">
              <a:noFill/>
            </a:ln>
          </p:spPr>
          <p:txBody>
            <a:bodyPr lIns="90000" rIns="90000" tIns="42840" bIns="4284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</p:grpSp>
      <p:grpSp>
        <p:nvGrpSpPr>
          <p:cNvPr id="341" name=""/>
          <p:cNvGrpSpPr/>
          <p:nvPr/>
        </p:nvGrpSpPr>
        <p:grpSpPr>
          <a:xfrm>
            <a:off x="3243960" y="1245240"/>
            <a:ext cx="1418760" cy="582480"/>
            <a:chOff x="3243960" y="1245240"/>
            <a:chExt cx="1418760" cy="582480"/>
          </a:xfrm>
        </p:grpSpPr>
        <p:sp>
          <p:nvSpPr>
            <p:cNvPr id="342" name=""/>
            <p:cNvSpPr/>
            <p:nvPr/>
          </p:nvSpPr>
          <p:spPr>
            <a:xfrm>
              <a:off x="3243960" y="1245240"/>
              <a:ext cx="1382400" cy="554400"/>
            </a:xfrm>
            <a:custGeom>
              <a:avLst/>
              <a:gdLst/>
              <a:ahLst/>
              <a:rect l="0" t="0" r="r" b="b"/>
              <a:pathLst>
                <a:path fill="none" w="3840" h="1540">
                  <a:moveTo>
                    <a:pt x="3840" y="1540"/>
                  </a:moveTo>
                  <a:cubicBezTo>
                    <a:pt x="3766" y="1303"/>
                    <a:pt x="3693" y="1065"/>
                    <a:pt x="3618" y="828"/>
                  </a:cubicBezTo>
                  <a:cubicBezTo>
                    <a:pt x="2412" y="552"/>
                    <a:pt x="1207" y="276"/>
                    <a:pt x="0" y="0"/>
                  </a:cubicBezTo>
                </a:path>
              </a:pathLst>
            </a:custGeom>
            <a:ln w="9720">
              <a:solidFill>
                <a:srgbClr val="000000"/>
              </a:solidFill>
              <a:miter/>
            </a:ln>
          </p:spPr>
          <p:txBody>
            <a:bodyPr lIns="94680" rIns="94680" tIns="49680" bIns="4968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343" name=""/>
            <p:cNvSpPr/>
            <p:nvPr/>
          </p:nvSpPr>
          <p:spPr>
            <a:xfrm>
              <a:off x="4575600" y="1740240"/>
              <a:ext cx="87120" cy="87480"/>
            </a:xfrm>
            <a:custGeom>
              <a:avLst/>
              <a:gdLst/>
              <a:ahLst/>
              <a:rect l="0" t="0" r="r" b="b"/>
              <a:pathLst>
                <a:path w="242" h="243">
                  <a:moveTo>
                    <a:pt x="242" y="134"/>
                  </a:moveTo>
                  <a:cubicBezTo>
                    <a:pt x="239" y="156"/>
                    <a:pt x="232" y="176"/>
                    <a:pt x="219" y="193"/>
                  </a:cubicBezTo>
                  <a:cubicBezTo>
                    <a:pt x="207" y="210"/>
                    <a:pt x="190" y="224"/>
                    <a:pt x="170" y="233"/>
                  </a:cubicBezTo>
                  <a:cubicBezTo>
                    <a:pt x="151" y="241"/>
                    <a:pt x="130" y="244"/>
                    <a:pt x="108" y="242"/>
                  </a:cubicBezTo>
                  <a:cubicBezTo>
                    <a:pt x="87" y="240"/>
                    <a:pt x="67" y="233"/>
                    <a:pt x="49" y="220"/>
                  </a:cubicBezTo>
                  <a:cubicBezTo>
                    <a:pt x="32" y="207"/>
                    <a:pt x="19" y="191"/>
                    <a:pt x="10" y="171"/>
                  </a:cubicBezTo>
                  <a:cubicBezTo>
                    <a:pt x="1" y="151"/>
                    <a:pt x="-1" y="130"/>
                    <a:pt x="1" y="109"/>
                  </a:cubicBezTo>
                  <a:cubicBezTo>
                    <a:pt x="2" y="87"/>
                    <a:pt x="10" y="66"/>
                    <a:pt x="22" y="50"/>
                  </a:cubicBezTo>
                  <a:cubicBezTo>
                    <a:pt x="35" y="32"/>
                    <a:pt x="52" y="19"/>
                    <a:pt x="71" y="10"/>
                  </a:cubicBezTo>
                  <a:cubicBezTo>
                    <a:pt x="91" y="2"/>
                    <a:pt x="112" y="-2"/>
                    <a:pt x="133" y="1"/>
                  </a:cubicBezTo>
                  <a:cubicBezTo>
                    <a:pt x="154" y="3"/>
                    <a:pt x="175" y="10"/>
                    <a:pt x="192" y="23"/>
                  </a:cubicBezTo>
                  <a:cubicBezTo>
                    <a:pt x="210" y="35"/>
                    <a:pt x="223" y="52"/>
                    <a:pt x="232" y="72"/>
                  </a:cubicBezTo>
                  <a:cubicBezTo>
                    <a:pt x="241" y="92"/>
                    <a:pt x="244" y="113"/>
                    <a:pt x="242" y="134"/>
                  </a:cubicBezTo>
                  <a:close/>
                </a:path>
              </a:pathLst>
            </a:custGeom>
            <a:solidFill>
              <a:srgbClr val="7f59ae"/>
            </a:solidFill>
            <a:ln w="0">
              <a:noFill/>
            </a:ln>
          </p:spPr>
          <p:txBody>
            <a:bodyPr lIns="90000" rIns="90000" tIns="42480" bIns="4248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</p:grpSp>
      <p:grpSp>
        <p:nvGrpSpPr>
          <p:cNvPr id="344" name=""/>
          <p:cNvGrpSpPr/>
          <p:nvPr/>
        </p:nvGrpSpPr>
        <p:grpSpPr>
          <a:xfrm>
            <a:off x="3260520" y="3939480"/>
            <a:ext cx="1367640" cy="472320"/>
            <a:chOff x="3260520" y="3939480"/>
            <a:chExt cx="1367640" cy="472320"/>
          </a:xfrm>
        </p:grpSpPr>
        <p:sp>
          <p:nvSpPr>
            <p:cNvPr id="345" name=""/>
            <p:cNvSpPr/>
            <p:nvPr/>
          </p:nvSpPr>
          <p:spPr>
            <a:xfrm>
              <a:off x="3260520" y="4024440"/>
              <a:ext cx="1306800" cy="387360"/>
            </a:xfrm>
            <a:custGeom>
              <a:avLst/>
              <a:gdLst/>
              <a:ahLst/>
              <a:rect l="0" t="0" r="r" b="b"/>
              <a:pathLst>
                <a:path fill="none" w="3630" h="1076">
                  <a:moveTo>
                    <a:pt x="3630" y="0"/>
                  </a:moveTo>
                  <a:cubicBezTo>
                    <a:pt x="3527" y="227"/>
                    <a:pt x="3426" y="455"/>
                    <a:pt x="3325" y="682"/>
                  </a:cubicBezTo>
                  <a:cubicBezTo>
                    <a:pt x="2217" y="813"/>
                    <a:pt x="1108" y="945"/>
                    <a:pt x="0" y="1076"/>
                  </a:cubicBezTo>
                </a:path>
              </a:pathLst>
            </a:custGeom>
            <a:ln w="9720">
              <a:solidFill>
                <a:srgbClr val="000000"/>
              </a:solidFill>
              <a:miter/>
            </a:ln>
          </p:spPr>
          <p:txBody>
            <a:bodyPr lIns="94680" rIns="94680" tIns="49680" bIns="4968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346" name=""/>
            <p:cNvSpPr/>
            <p:nvPr/>
          </p:nvSpPr>
          <p:spPr>
            <a:xfrm>
              <a:off x="4541040" y="3939480"/>
              <a:ext cx="87120" cy="87480"/>
            </a:xfrm>
            <a:custGeom>
              <a:avLst/>
              <a:gdLst/>
              <a:ahLst/>
              <a:rect l="0" t="0" r="r" b="b"/>
              <a:pathLst>
                <a:path w="242" h="243">
                  <a:moveTo>
                    <a:pt x="242" y="134"/>
                  </a:moveTo>
                  <a:cubicBezTo>
                    <a:pt x="239" y="155"/>
                    <a:pt x="232" y="175"/>
                    <a:pt x="219" y="192"/>
                  </a:cubicBezTo>
                  <a:cubicBezTo>
                    <a:pt x="207" y="209"/>
                    <a:pt x="190" y="224"/>
                    <a:pt x="170" y="233"/>
                  </a:cubicBezTo>
                  <a:cubicBezTo>
                    <a:pt x="151" y="241"/>
                    <a:pt x="130" y="244"/>
                    <a:pt x="108" y="242"/>
                  </a:cubicBezTo>
                  <a:cubicBezTo>
                    <a:pt x="87" y="240"/>
                    <a:pt x="67" y="232"/>
                    <a:pt x="49" y="219"/>
                  </a:cubicBezTo>
                  <a:cubicBezTo>
                    <a:pt x="32" y="206"/>
                    <a:pt x="19" y="191"/>
                    <a:pt x="10" y="171"/>
                  </a:cubicBezTo>
                  <a:cubicBezTo>
                    <a:pt x="1" y="151"/>
                    <a:pt x="-1" y="130"/>
                    <a:pt x="1" y="109"/>
                  </a:cubicBezTo>
                  <a:cubicBezTo>
                    <a:pt x="2" y="87"/>
                    <a:pt x="10" y="67"/>
                    <a:pt x="22" y="50"/>
                  </a:cubicBezTo>
                  <a:cubicBezTo>
                    <a:pt x="35" y="32"/>
                    <a:pt x="52" y="19"/>
                    <a:pt x="71" y="10"/>
                  </a:cubicBezTo>
                  <a:cubicBezTo>
                    <a:pt x="91" y="2"/>
                    <a:pt x="112" y="-2"/>
                    <a:pt x="133" y="1"/>
                  </a:cubicBezTo>
                  <a:cubicBezTo>
                    <a:pt x="154" y="3"/>
                    <a:pt x="175" y="10"/>
                    <a:pt x="192" y="23"/>
                  </a:cubicBezTo>
                  <a:cubicBezTo>
                    <a:pt x="210" y="35"/>
                    <a:pt x="223" y="52"/>
                    <a:pt x="232" y="72"/>
                  </a:cubicBezTo>
                  <a:cubicBezTo>
                    <a:pt x="241" y="91"/>
                    <a:pt x="244" y="113"/>
                    <a:pt x="242" y="134"/>
                  </a:cubicBezTo>
                  <a:close/>
                </a:path>
              </a:pathLst>
            </a:custGeom>
            <a:solidFill>
              <a:srgbClr val="7f59ae"/>
            </a:solidFill>
            <a:ln w="0">
              <a:noFill/>
            </a:ln>
          </p:spPr>
          <p:txBody>
            <a:bodyPr lIns="90000" rIns="90000" tIns="42480" bIns="4248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</p:grpSp>
      <p:grpSp>
        <p:nvGrpSpPr>
          <p:cNvPr id="347" name=""/>
          <p:cNvGrpSpPr/>
          <p:nvPr/>
        </p:nvGrpSpPr>
        <p:grpSpPr>
          <a:xfrm>
            <a:off x="6168960" y="2346480"/>
            <a:ext cx="914400" cy="191520"/>
            <a:chOff x="6168960" y="2346480"/>
            <a:chExt cx="914400" cy="191520"/>
          </a:xfrm>
        </p:grpSpPr>
        <p:sp>
          <p:nvSpPr>
            <p:cNvPr id="348" name=""/>
            <p:cNvSpPr/>
            <p:nvPr/>
          </p:nvSpPr>
          <p:spPr>
            <a:xfrm>
              <a:off x="6224040" y="2346480"/>
              <a:ext cx="859320" cy="150840"/>
            </a:xfrm>
            <a:custGeom>
              <a:avLst/>
              <a:gdLst/>
              <a:ahLst/>
              <a:rect l="0" t="0" r="r" b="b"/>
              <a:pathLst>
                <a:path fill="none" w="2387" h="419">
                  <a:moveTo>
                    <a:pt x="0" y="419"/>
                  </a:moveTo>
                  <a:cubicBezTo>
                    <a:pt x="796" y="279"/>
                    <a:pt x="1591" y="140"/>
                    <a:pt x="2387" y="0"/>
                  </a:cubicBezTo>
                </a:path>
              </a:pathLst>
            </a:custGeom>
            <a:ln w="10080">
              <a:solidFill>
                <a:srgbClr val="000000"/>
              </a:solidFill>
              <a:miter/>
            </a:ln>
          </p:spPr>
          <p:txBody>
            <a:bodyPr lIns="95040" rIns="95040" tIns="50040" bIns="5004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349" name=""/>
            <p:cNvSpPr/>
            <p:nvPr/>
          </p:nvSpPr>
          <p:spPr>
            <a:xfrm>
              <a:off x="6168960" y="2450160"/>
              <a:ext cx="87480" cy="87840"/>
            </a:xfrm>
            <a:custGeom>
              <a:avLst/>
              <a:gdLst/>
              <a:ahLst/>
              <a:rect l="0" t="0" r="r" b="b"/>
              <a:pathLst>
                <a:path w="243" h="244">
                  <a:moveTo>
                    <a:pt x="242" y="135"/>
                  </a:moveTo>
                  <a:cubicBezTo>
                    <a:pt x="240" y="156"/>
                    <a:pt x="233" y="176"/>
                    <a:pt x="220" y="193"/>
                  </a:cubicBezTo>
                  <a:cubicBezTo>
                    <a:pt x="207" y="211"/>
                    <a:pt x="191" y="224"/>
                    <a:pt x="171" y="233"/>
                  </a:cubicBezTo>
                  <a:cubicBezTo>
                    <a:pt x="152" y="241"/>
                    <a:pt x="130" y="245"/>
                    <a:pt x="109" y="243"/>
                  </a:cubicBezTo>
                  <a:cubicBezTo>
                    <a:pt x="87" y="240"/>
                    <a:pt x="66" y="233"/>
                    <a:pt x="50" y="220"/>
                  </a:cubicBezTo>
                  <a:cubicBezTo>
                    <a:pt x="32" y="208"/>
                    <a:pt x="19" y="191"/>
                    <a:pt x="10" y="171"/>
                  </a:cubicBezTo>
                  <a:cubicBezTo>
                    <a:pt x="2" y="152"/>
                    <a:pt x="-2" y="130"/>
                    <a:pt x="1" y="109"/>
                  </a:cubicBezTo>
                  <a:cubicBezTo>
                    <a:pt x="3" y="88"/>
                    <a:pt x="10" y="67"/>
                    <a:pt x="23" y="51"/>
                  </a:cubicBezTo>
                  <a:cubicBezTo>
                    <a:pt x="35" y="33"/>
                    <a:pt x="52" y="19"/>
                    <a:pt x="72" y="10"/>
                  </a:cubicBezTo>
                  <a:cubicBezTo>
                    <a:pt x="91" y="2"/>
                    <a:pt x="113" y="-2"/>
                    <a:pt x="134" y="1"/>
                  </a:cubicBezTo>
                  <a:cubicBezTo>
                    <a:pt x="156" y="3"/>
                    <a:pt x="176" y="10"/>
                    <a:pt x="193" y="24"/>
                  </a:cubicBezTo>
                  <a:cubicBezTo>
                    <a:pt x="210" y="36"/>
                    <a:pt x="224" y="52"/>
                    <a:pt x="233" y="72"/>
                  </a:cubicBezTo>
                  <a:cubicBezTo>
                    <a:pt x="241" y="92"/>
                    <a:pt x="245" y="113"/>
                    <a:pt x="242" y="135"/>
                  </a:cubicBezTo>
                  <a:close/>
                </a:path>
              </a:pathLst>
            </a:custGeom>
            <a:solidFill>
              <a:srgbClr val="7f59ae"/>
            </a:solidFill>
            <a:ln w="0">
              <a:noFill/>
            </a:ln>
          </p:spPr>
          <p:txBody>
            <a:bodyPr lIns="90000" rIns="90000" tIns="42840" bIns="4284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</p:grpSp>
      <p:grpSp>
        <p:nvGrpSpPr>
          <p:cNvPr id="350" name=""/>
          <p:cNvGrpSpPr/>
          <p:nvPr/>
        </p:nvGrpSpPr>
        <p:grpSpPr>
          <a:xfrm>
            <a:off x="6146280" y="3303000"/>
            <a:ext cx="887400" cy="87480"/>
            <a:chOff x="6146280" y="3303000"/>
            <a:chExt cx="887400" cy="87480"/>
          </a:xfrm>
        </p:grpSpPr>
        <p:sp>
          <p:nvSpPr>
            <p:cNvPr id="351" name=""/>
            <p:cNvSpPr/>
            <p:nvPr/>
          </p:nvSpPr>
          <p:spPr>
            <a:xfrm>
              <a:off x="6193080" y="3344040"/>
              <a:ext cx="840600" cy="5760"/>
            </a:xfrm>
            <a:custGeom>
              <a:avLst/>
              <a:gdLst/>
              <a:ahLst/>
              <a:rect l="0" t="0" r="r" b="b"/>
              <a:pathLst>
                <a:path fill="none" w="2335" h="16">
                  <a:moveTo>
                    <a:pt x="0" y="12"/>
                  </a:moveTo>
                  <a:cubicBezTo>
                    <a:pt x="114" y="24"/>
                    <a:pt x="1556" y="4"/>
                    <a:pt x="2335" y="0"/>
                  </a:cubicBezTo>
                </a:path>
              </a:pathLst>
            </a:custGeom>
            <a:ln w="9720">
              <a:solidFill>
                <a:srgbClr val="000000"/>
              </a:solidFill>
              <a:miter/>
            </a:ln>
          </p:spPr>
          <p:txBody>
            <a:bodyPr lIns="94680" rIns="94680" tIns="-43920" bIns="-4392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352" name=""/>
            <p:cNvSpPr/>
            <p:nvPr/>
          </p:nvSpPr>
          <p:spPr>
            <a:xfrm>
              <a:off x="6146280" y="3303000"/>
              <a:ext cx="87480" cy="87480"/>
            </a:xfrm>
            <a:custGeom>
              <a:avLst/>
              <a:gdLst/>
              <a:ahLst/>
              <a:rect l="0" t="0" r="r" b="b"/>
              <a:pathLst>
                <a:path w="243" h="243">
                  <a:moveTo>
                    <a:pt x="242" y="134"/>
                  </a:moveTo>
                  <a:cubicBezTo>
                    <a:pt x="240" y="156"/>
                    <a:pt x="233" y="176"/>
                    <a:pt x="220" y="193"/>
                  </a:cubicBezTo>
                  <a:cubicBezTo>
                    <a:pt x="207" y="210"/>
                    <a:pt x="191" y="224"/>
                    <a:pt x="171" y="233"/>
                  </a:cubicBezTo>
                  <a:cubicBezTo>
                    <a:pt x="151" y="241"/>
                    <a:pt x="130" y="244"/>
                    <a:pt x="109" y="242"/>
                  </a:cubicBezTo>
                  <a:cubicBezTo>
                    <a:pt x="87" y="240"/>
                    <a:pt x="66" y="233"/>
                    <a:pt x="50" y="220"/>
                  </a:cubicBezTo>
                  <a:cubicBezTo>
                    <a:pt x="32" y="207"/>
                    <a:pt x="19" y="191"/>
                    <a:pt x="10" y="171"/>
                  </a:cubicBezTo>
                  <a:cubicBezTo>
                    <a:pt x="2" y="152"/>
                    <a:pt x="-2" y="130"/>
                    <a:pt x="1" y="109"/>
                  </a:cubicBezTo>
                  <a:cubicBezTo>
                    <a:pt x="3" y="87"/>
                    <a:pt x="10" y="66"/>
                    <a:pt x="23" y="50"/>
                  </a:cubicBezTo>
                  <a:cubicBezTo>
                    <a:pt x="35" y="32"/>
                    <a:pt x="52" y="19"/>
                    <a:pt x="72" y="10"/>
                  </a:cubicBezTo>
                  <a:cubicBezTo>
                    <a:pt x="91" y="2"/>
                    <a:pt x="113" y="-2"/>
                    <a:pt x="134" y="1"/>
                  </a:cubicBezTo>
                  <a:cubicBezTo>
                    <a:pt x="156" y="3"/>
                    <a:pt x="176" y="10"/>
                    <a:pt x="193" y="23"/>
                  </a:cubicBezTo>
                  <a:cubicBezTo>
                    <a:pt x="210" y="35"/>
                    <a:pt x="224" y="52"/>
                    <a:pt x="233" y="72"/>
                  </a:cubicBezTo>
                  <a:cubicBezTo>
                    <a:pt x="241" y="92"/>
                    <a:pt x="245" y="113"/>
                    <a:pt x="242" y="134"/>
                  </a:cubicBezTo>
                  <a:close/>
                </a:path>
              </a:pathLst>
            </a:custGeom>
            <a:solidFill>
              <a:srgbClr val="7f59ae"/>
            </a:solidFill>
            <a:ln w="0">
              <a:noFill/>
            </a:ln>
          </p:spPr>
          <p:txBody>
            <a:bodyPr lIns="90000" rIns="90000" tIns="42480" bIns="4248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</p:grpSp>
      <p:grpSp>
        <p:nvGrpSpPr>
          <p:cNvPr id="353" name=""/>
          <p:cNvGrpSpPr/>
          <p:nvPr/>
        </p:nvGrpSpPr>
        <p:grpSpPr>
          <a:xfrm>
            <a:off x="5616720" y="3939480"/>
            <a:ext cx="1431720" cy="589680"/>
            <a:chOff x="5616720" y="3939480"/>
            <a:chExt cx="1431720" cy="589680"/>
          </a:xfrm>
        </p:grpSpPr>
        <p:sp>
          <p:nvSpPr>
            <p:cNvPr id="354" name=""/>
            <p:cNvSpPr/>
            <p:nvPr/>
          </p:nvSpPr>
          <p:spPr>
            <a:xfrm>
              <a:off x="5657760" y="3982680"/>
              <a:ext cx="1390680" cy="546480"/>
            </a:xfrm>
            <a:custGeom>
              <a:avLst/>
              <a:gdLst/>
              <a:ahLst/>
              <a:rect l="0" t="0" r="r" b="b"/>
              <a:pathLst>
                <a:path fill="none" w="3863" h="1518">
                  <a:moveTo>
                    <a:pt x="0" y="0"/>
                  </a:moveTo>
                  <a:cubicBezTo>
                    <a:pt x="96" y="241"/>
                    <a:pt x="192" y="482"/>
                    <a:pt x="288" y="723"/>
                  </a:cubicBezTo>
                  <a:cubicBezTo>
                    <a:pt x="1479" y="988"/>
                    <a:pt x="2671" y="1253"/>
                    <a:pt x="3863" y="1518"/>
                  </a:cubicBezTo>
                </a:path>
              </a:pathLst>
            </a:custGeom>
            <a:ln w="10080">
              <a:solidFill>
                <a:srgbClr val="000000"/>
              </a:solidFill>
              <a:miter/>
            </a:ln>
          </p:spPr>
          <p:txBody>
            <a:bodyPr lIns="95040" rIns="95040" tIns="50040" bIns="5004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355" name=""/>
            <p:cNvSpPr/>
            <p:nvPr/>
          </p:nvSpPr>
          <p:spPr>
            <a:xfrm>
              <a:off x="5616720" y="3939480"/>
              <a:ext cx="87120" cy="87480"/>
            </a:xfrm>
            <a:custGeom>
              <a:avLst/>
              <a:gdLst/>
              <a:ahLst/>
              <a:rect l="0" t="0" r="r" b="b"/>
              <a:pathLst>
                <a:path w="242" h="243">
                  <a:moveTo>
                    <a:pt x="242" y="134"/>
                  </a:moveTo>
                  <a:cubicBezTo>
                    <a:pt x="240" y="155"/>
                    <a:pt x="232" y="175"/>
                    <a:pt x="219" y="192"/>
                  </a:cubicBezTo>
                  <a:cubicBezTo>
                    <a:pt x="207" y="209"/>
                    <a:pt x="191" y="224"/>
                    <a:pt x="171" y="233"/>
                  </a:cubicBezTo>
                  <a:cubicBezTo>
                    <a:pt x="152" y="241"/>
                    <a:pt x="130" y="244"/>
                    <a:pt x="108" y="242"/>
                  </a:cubicBezTo>
                  <a:cubicBezTo>
                    <a:pt x="87" y="240"/>
                    <a:pt x="67" y="232"/>
                    <a:pt x="49" y="219"/>
                  </a:cubicBezTo>
                  <a:cubicBezTo>
                    <a:pt x="32" y="206"/>
                    <a:pt x="19" y="191"/>
                    <a:pt x="10" y="171"/>
                  </a:cubicBezTo>
                  <a:cubicBezTo>
                    <a:pt x="1" y="151"/>
                    <a:pt x="-1" y="130"/>
                    <a:pt x="1" y="109"/>
                  </a:cubicBezTo>
                  <a:cubicBezTo>
                    <a:pt x="2" y="87"/>
                    <a:pt x="10" y="67"/>
                    <a:pt x="22" y="50"/>
                  </a:cubicBezTo>
                  <a:cubicBezTo>
                    <a:pt x="35" y="32"/>
                    <a:pt x="52" y="19"/>
                    <a:pt x="71" y="10"/>
                  </a:cubicBezTo>
                  <a:cubicBezTo>
                    <a:pt x="91" y="2"/>
                    <a:pt x="112" y="-2"/>
                    <a:pt x="133" y="1"/>
                  </a:cubicBezTo>
                  <a:cubicBezTo>
                    <a:pt x="154" y="3"/>
                    <a:pt x="175" y="10"/>
                    <a:pt x="192" y="23"/>
                  </a:cubicBezTo>
                  <a:cubicBezTo>
                    <a:pt x="210" y="35"/>
                    <a:pt x="223" y="52"/>
                    <a:pt x="232" y="72"/>
                  </a:cubicBezTo>
                  <a:cubicBezTo>
                    <a:pt x="241" y="91"/>
                    <a:pt x="244" y="113"/>
                    <a:pt x="242" y="134"/>
                  </a:cubicBezTo>
                  <a:close/>
                </a:path>
              </a:pathLst>
            </a:custGeom>
            <a:solidFill>
              <a:srgbClr val="7f59ae"/>
            </a:solidFill>
            <a:ln w="0">
              <a:noFill/>
            </a:ln>
          </p:spPr>
          <p:txBody>
            <a:bodyPr lIns="90000" rIns="90000" tIns="42480" bIns="4248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</p:grpSp>
      <p:grpSp>
        <p:nvGrpSpPr>
          <p:cNvPr id="356" name=""/>
          <p:cNvGrpSpPr/>
          <p:nvPr/>
        </p:nvGrpSpPr>
        <p:grpSpPr>
          <a:xfrm>
            <a:off x="5616720" y="1282680"/>
            <a:ext cx="1356840" cy="545040"/>
            <a:chOff x="5616720" y="1282680"/>
            <a:chExt cx="1356840" cy="545040"/>
          </a:xfrm>
        </p:grpSpPr>
        <p:sp>
          <p:nvSpPr>
            <p:cNvPr id="357" name=""/>
            <p:cNvSpPr/>
            <p:nvPr/>
          </p:nvSpPr>
          <p:spPr>
            <a:xfrm>
              <a:off x="5672160" y="1282680"/>
              <a:ext cx="1301400" cy="506520"/>
            </a:xfrm>
            <a:custGeom>
              <a:avLst/>
              <a:gdLst/>
              <a:ahLst/>
              <a:rect l="0" t="0" r="r" b="b"/>
              <a:pathLst>
                <a:path fill="none" w="3615" h="1407">
                  <a:moveTo>
                    <a:pt x="0" y="1407"/>
                  </a:moveTo>
                  <a:cubicBezTo>
                    <a:pt x="60" y="1175"/>
                    <a:pt x="119" y="942"/>
                    <a:pt x="178" y="709"/>
                  </a:cubicBezTo>
                  <a:cubicBezTo>
                    <a:pt x="1324" y="473"/>
                    <a:pt x="2470" y="238"/>
                    <a:pt x="3615" y="0"/>
                  </a:cubicBezTo>
                </a:path>
              </a:pathLst>
            </a:custGeom>
            <a:ln w="9720">
              <a:solidFill>
                <a:srgbClr val="000000"/>
              </a:solidFill>
              <a:miter/>
            </a:ln>
          </p:spPr>
          <p:txBody>
            <a:bodyPr lIns="94680" rIns="94680" tIns="49680" bIns="4968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358" name=""/>
            <p:cNvSpPr/>
            <p:nvPr/>
          </p:nvSpPr>
          <p:spPr>
            <a:xfrm>
              <a:off x="5616720" y="1740240"/>
              <a:ext cx="87120" cy="87480"/>
            </a:xfrm>
            <a:custGeom>
              <a:avLst/>
              <a:gdLst/>
              <a:ahLst/>
              <a:rect l="0" t="0" r="r" b="b"/>
              <a:pathLst>
                <a:path w="242" h="243">
                  <a:moveTo>
                    <a:pt x="242" y="134"/>
                  </a:moveTo>
                  <a:cubicBezTo>
                    <a:pt x="240" y="156"/>
                    <a:pt x="232" y="176"/>
                    <a:pt x="219" y="193"/>
                  </a:cubicBezTo>
                  <a:cubicBezTo>
                    <a:pt x="207" y="210"/>
                    <a:pt x="191" y="224"/>
                    <a:pt x="171" y="233"/>
                  </a:cubicBezTo>
                  <a:cubicBezTo>
                    <a:pt x="152" y="241"/>
                    <a:pt x="130" y="244"/>
                    <a:pt x="108" y="242"/>
                  </a:cubicBezTo>
                  <a:cubicBezTo>
                    <a:pt x="87" y="240"/>
                    <a:pt x="67" y="233"/>
                    <a:pt x="49" y="220"/>
                  </a:cubicBezTo>
                  <a:cubicBezTo>
                    <a:pt x="32" y="207"/>
                    <a:pt x="19" y="191"/>
                    <a:pt x="10" y="171"/>
                  </a:cubicBezTo>
                  <a:cubicBezTo>
                    <a:pt x="1" y="151"/>
                    <a:pt x="-1" y="130"/>
                    <a:pt x="1" y="109"/>
                  </a:cubicBezTo>
                  <a:cubicBezTo>
                    <a:pt x="2" y="87"/>
                    <a:pt x="10" y="66"/>
                    <a:pt x="22" y="50"/>
                  </a:cubicBezTo>
                  <a:cubicBezTo>
                    <a:pt x="35" y="32"/>
                    <a:pt x="52" y="19"/>
                    <a:pt x="71" y="10"/>
                  </a:cubicBezTo>
                  <a:cubicBezTo>
                    <a:pt x="91" y="2"/>
                    <a:pt x="112" y="-2"/>
                    <a:pt x="133" y="1"/>
                  </a:cubicBezTo>
                  <a:cubicBezTo>
                    <a:pt x="154" y="3"/>
                    <a:pt x="175" y="10"/>
                    <a:pt x="192" y="23"/>
                  </a:cubicBezTo>
                  <a:cubicBezTo>
                    <a:pt x="210" y="35"/>
                    <a:pt x="223" y="52"/>
                    <a:pt x="232" y="72"/>
                  </a:cubicBezTo>
                  <a:cubicBezTo>
                    <a:pt x="241" y="92"/>
                    <a:pt x="244" y="113"/>
                    <a:pt x="242" y="134"/>
                  </a:cubicBezTo>
                  <a:close/>
                </a:path>
              </a:pathLst>
            </a:custGeom>
            <a:solidFill>
              <a:srgbClr val="7f59ae"/>
            </a:solidFill>
            <a:ln w="0">
              <a:noFill/>
            </a:ln>
          </p:spPr>
          <p:txBody>
            <a:bodyPr lIns="90000" rIns="90000" tIns="42480" bIns="4248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</p:grpSp>
      <p:grpSp>
        <p:nvGrpSpPr>
          <p:cNvPr id="359" name=""/>
          <p:cNvGrpSpPr/>
          <p:nvPr/>
        </p:nvGrpSpPr>
        <p:grpSpPr>
          <a:xfrm>
            <a:off x="4701240" y="3048480"/>
            <a:ext cx="857160" cy="106920"/>
            <a:chOff x="4701240" y="3048480"/>
            <a:chExt cx="857160" cy="106920"/>
          </a:xfrm>
        </p:grpSpPr>
        <p:sp>
          <p:nvSpPr>
            <p:cNvPr id="360" name=""/>
            <p:cNvSpPr/>
            <p:nvPr/>
          </p:nvSpPr>
          <p:spPr>
            <a:xfrm>
              <a:off x="4701240" y="3048480"/>
              <a:ext cx="107280" cy="106920"/>
            </a:xfrm>
            <a:custGeom>
              <a:avLst/>
              <a:gdLst/>
              <a:ahLst/>
              <a:rect l="0" t="0" r="r" b="b"/>
              <a:pathLst>
                <a:path w="298" h="297">
                  <a:moveTo>
                    <a:pt x="0" y="0"/>
                  </a:moveTo>
                  <a:cubicBezTo>
                    <a:pt x="100" y="0"/>
                    <a:pt x="198" y="0"/>
                    <a:pt x="298" y="0"/>
                  </a:cubicBezTo>
                  <a:cubicBezTo>
                    <a:pt x="298" y="99"/>
                    <a:pt x="298" y="198"/>
                    <a:pt x="298" y="297"/>
                  </a:cubicBezTo>
                  <a:cubicBezTo>
                    <a:pt x="198" y="297"/>
                    <a:pt x="100" y="297"/>
                    <a:pt x="0" y="297"/>
                  </a:cubicBezTo>
                  <a:cubicBezTo>
                    <a:pt x="0" y="198"/>
                    <a:pt x="0" y="99"/>
                    <a:pt x="0" y="0"/>
                  </a:cubicBezTo>
                  <a:close/>
                </a:path>
              </a:pathLst>
            </a:custGeom>
            <a:solidFill>
              <a:srgbClr val="f8b621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361" name=""/>
            <p:cNvSpPr/>
            <p:nvPr/>
          </p:nvSpPr>
          <p:spPr>
            <a:xfrm>
              <a:off x="4808520" y="3048480"/>
              <a:ext cx="106920" cy="106920"/>
            </a:xfrm>
            <a:custGeom>
              <a:avLst/>
              <a:gdLst/>
              <a:ahLst/>
              <a:rect l="0" t="0" r="r" b="b"/>
              <a:pathLst>
                <a:path w="297" h="297">
                  <a:moveTo>
                    <a:pt x="0" y="0"/>
                  </a:moveTo>
                  <a:cubicBezTo>
                    <a:pt x="99" y="0"/>
                    <a:pt x="198" y="0"/>
                    <a:pt x="297" y="0"/>
                  </a:cubicBezTo>
                  <a:cubicBezTo>
                    <a:pt x="297" y="99"/>
                    <a:pt x="297" y="198"/>
                    <a:pt x="297" y="297"/>
                  </a:cubicBezTo>
                  <a:cubicBezTo>
                    <a:pt x="198" y="297"/>
                    <a:pt x="99" y="297"/>
                    <a:pt x="0" y="297"/>
                  </a:cubicBezTo>
                  <a:cubicBezTo>
                    <a:pt x="0" y="198"/>
                    <a:pt x="0" y="99"/>
                    <a:pt x="0" y="0"/>
                  </a:cubicBezTo>
                  <a:close/>
                </a:path>
              </a:pathLst>
            </a:custGeom>
            <a:solidFill>
              <a:srgbClr val="fcdd99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362" name=""/>
            <p:cNvSpPr/>
            <p:nvPr/>
          </p:nvSpPr>
          <p:spPr>
            <a:xfrm>
              <a:off x="4915440" y="3048480"/>
              <a:ext cx="107280" cy="106920"/>
            </a:xfrm>
            <a:custGeom>
              <a:avLst/>
              <a:gdLst/>
              <a:ahLst/>
              <a:rect l="0" t="0" r="r" b="b"/>
              <a:pathLst>
                <a:path w="298" h="297">
                  <a:moveTo>
                    <a:pt x="0" y="0"/>
                  </a:moveTo>
                  <a:cubicBezTo>
                    <a:pt x="100" y="0"/>
                    <a:pt x="198" y="0"/>
                    <a:pt x="298" y="0"/>
                  </a:cubicBezTo>
                  <a:cubicBezTo>
                    <a:pt x="298" y="99"/>
                    <a:pt x="298" y="198"/>
                    <a:pt x="298" y="297"/>
                  </a:cubicBezTo>
                  <a:cubicBezTo>
                    <a:pt x="198" y="297"/>
                    <a:pt x="100" y="297"/>
                    <a:pt x="0" y="297"/>
                  </a:cubicBezTo>
                  <a:cubicBezTo>
                    <a:pt x="0" y="198"/>
                    <a:pt x="0" y="99"/>
                    <a:pt x="0" y="0"/>
                  </a:cubicBezTo>
                  <a:close/>
                </a:path>
              </a:pathLst>
            </a:custGeom>
            <a:solidFill>
              <a:srgbClr val="e54b87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363" name=""/>
            <p:cNvSpPr/>
            <p:nvPr/>
          </p:nvSpPr>
          <p:spPr>
            <a:xfrm>
              <a:off x="5022720" y="3048480"/>
              <a:ext cx="107280" cy="106920"/>
            </a:xfrm>
            <a:custGeom>
              <a:avLst/>
              <a:gdLst/>
              <a:ahLst/>
              <a:rect l="0" t="0" r="r" b="b"/>
              <a:pathLst>
                <a:path w="298" h="297">
                  <a:moveTo>
                    <a:pt x="0" y="0"/>
                  </a:moveTo>
                  <a:cubicBezTo>
                    <a:pt x="100" y="0"/>
                    <a:pt x="198" y="0"/>
                    <a:pt x="298" y="0"/>
                  </a:cubicBezTo>
                  <a:cubicBezTo>
                    <a:pt x="298" y="99"/>
                    <a:pt x="298" y="198"/>
                    <a:pt x="298" y="297"/>
                  </a:cubicBezTo>
                  <a:cubicBezTo>
                    <a:pt x="198" y="297"/>
                    <a:pt x="100" y="297"/>
                    <a:pt x="0" y="297"/>
                  </a:cubicBezTo>
                  <a:cubicBezTo>
                    <a:pt x="0" y="198"/>
                    <a:pt x="0" y="99"/>
                    <a:pt x="0" y="0"/>
                  </a:cubicBezTo>
                  <a:close/>
                </a:path>
              </a:pathLst>
            </a:custGeom>
            <a:solidFill>
              <a:srgbClr val="ed85ad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364" name=""/>
            <p:cNvSpPr/>
            <p:nvPr/>
          </p:nvSpPr>
          <p:spPr>
            <a:xfrm>
              <a:off x="5130000" y="3048480"/>
              <a:ext cx="106920" cy="106920"/>
            </a:xfrm>
            <a:custGeom>
              <a:avLst/>
              <a:gdLst/>
              <a:ahLst/>
              <a:rect l="0" t="0" r="r" b="b"/>
              <a:pathLst>
                <a:path w="297" h="297">
                  <a:moveTo>
                    <a:pt x="0" y="0"/>
                  </a:moveTo>
                  <a:cubicBezTo>
                    <a:pt x="99" y="0"/>
                    <a:pt x="198" y="0"/>
                    <a:pt x="297" y="0"/>
                  </a:cubicBezTo>
                  <a:cubicBezTo>
                    <a:pt x="297" y="99"/>
                    <a:pt x="297" y="198"/>
                    <a:pt x="297" y="297"/>
                  </a:cubicBezTo>
                  <a:cubicBezTo>
                    <a:pt x="198" y="297"/>
                    <a:pt x="99" y="297"/>
                    <a:pt x="0" y="297"/>
                  </a:cubicBezTo>
                  <a:cubicBezTo>
                    <a:pt x="0" y="198"/>
                    <a:pt x="0" y="99"/>
                    <a:pt x="0" y="0"/>
                  </a:cubicBezTo>
                  <a:close/>
                </a:path>
              </a:pathLst>
            </a:custGeom>
            <a:solidFill>
              <a:srgbClr val="60c4e4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365" name=""/>
            <p:cNvSpPr/>
            <p:nvPr/>
          </p:nvSpPr>
          <p:spPr>
            <a:xfrm>
              <a:off x="5236920" y="3048480"/>
              <a:ext cx="107280" cy="106920"/>
            </a:xfrm>
            <a:custGeom>
              <a:avLst/>
              <a:gdLst/>
              <a:ahLst/>
              <a:rect l="0" t="0" r="r" b="b"/>
              <a:pathLst>
                <a:path w="298" h="297">
                  <a:moveTo>
                    <a:pt x="0" y="0"/>
                  </a:moveTo>
                  <a:cubicBezTo>
                    <a:pt x="100" y="0"/>
                    <a:pt x="198" y="0"/>
                    <a:pt x="298" y="0"/>
                  </a:cubicBezTo>
                  <a:cubicBezTo>
                    <a:pt x="298" y="99"/>
                    <a:pt x="298" y="198"/>
                    <a:pt x="298" y="297"/>
                  </a:cubicBezTo>
                  <a:cubicBezTo>
                    <a:pt x="198" y="297"/>
                    <a:pt x="100" y="297"/>
                    <a:pt x="0" y="297"/>
                  </a:cubicBezTo>
                  <a:cubicBezTo>
                    <a:pt x="0" y="198"/>
                    <a:pt x="0" y="99"/>
                    <a:pt x="0" y="0"/>
                  </a:cubicBezTo>
                  <a:close/>
                </a:path>
              </a:pathLst>
            </a:custGeom>
            <a:solidFill>
              <a:srgbClr val="c5e9f5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366" name=""/>
            <p:cNvSpPr/>
            <p:nvPr/>
          </p:nvSpPr>
          <p:spPr>
            <a:xfrm>
              <a:off x="5344200" y="3048480"/>
              <a:ext cx="106920" cy="106920"/>
            </a:xfrm>
            <a:custGeom>
              <a:avLst/>
              <a:gdLst/>
              <a:ahLst/>
              <a:rect l="0" t="0" r="r" b="b"/>
              <a:pathLst>
                <a:path w="297" h="297">
                  <a:moveTo>
                    <a:pt x="0" y="0"/>
                  </a:moveTo>
                  <a:cubicBezTo>
                    <a:pt x="99" y="0"/>
                    <a:pt x="198" y="0"/>
                    <a:pt x="297" y="0"/>
                  </a:cubicBezTo>
                  <a:cubicBezTo>
                    <a:pt x="297" y="99"/>
                    <a:pt x="297" y="198"/>
                    <a:pt x="297" y="297"/>
                  </a:cubicBezTo>
                  <a:cubicBezTo>
                    <a:pt x="198" y="297"/>
                    <a:pt x="99" y="297"/>
                    <a:pt x="0" y="297"/>
                  </a:cubicBezTo>
                  <a:cubicBezTo>
                    <a:pt x="0" y="198"/>
                    <a:pt x="0" y="99"/>
                    <a:pt x="0" y="0"/>
                  </a:cubicBezTo>
                  <a:close/>
                </a:path>
              </a:pathLst>
            </a:custGeom>
            <a:solidFill>
              <a:srgbClr val="7f59ae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367" name=""/>
            <p:cNvSpPr/>
            <p:nvPr/>
          </p:nvSpPr>
          <p:spPr>
            <a:xfrm>
              <a:off x="5451120" y="3048480"/>
              <a:ext cx="107280" cy="106920"/>
            </a:xfrm>
            <a:custGeom>
              <a:avLst/>
              <a:gdLst/>
              <a:ahLst/>
              <a:rect l="0" t="0" r="r" b="b"/>
              <a:pathLst>
                <a:path w="298" h="297">
                  <a:moveTo>
                    <a:pt x="0" y="0"/>
                  </a:moveTo>
                  <a:cubicBezTo>
                    <a:pt x="100" y="0"/>
                    <a:pt x="198" y="0"/>
                    <a:pt x="298" y="0"/>
                  </a:cubicBezTo>
                  <a:cubicBezTo>
                    <a:pt x="298" y="99"/>
                    <a:pt x="298" y="198"/>
                    <a:pt x="298" y="297"/>
                  </a:cubicBezTo>
                  <a:cubicBezTo>
                    <a:pt x="198" y="297"/>
                    <a:pt x="100" y="297"/>
                    <a:pt x="0" y="297"/>
                  </a:cubicBezTo>
                  <a:cubicBezTo>
                    <a:pt x="0" y="198"/>
                    <a:pt x="0" y="99"/>
                    <a:pt x="0" y="0"/>
                  </a:cubicBezTo>
                  <a:close/>
                </a:path>
              </a:pathLst>
            </a:custGeom>
            <a:solidFill>
              <a:srgbClr val="ab93ca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</p:grpSp>
      <p:grpSp>
        <p:nvGrpSpPr>
          <p:cNvPr id="368" name=""/>
          <p:cNvGrpSpPr/>
          <p:nvPr/>
        </p:nvGrpSpPr>
        <p:grpSpPr>
          <a:xfrm>
            <a:off x="6656400" y="3937680"/>
            <a:ext cx="954720" cy="1102320"/>
            <a:chOff x="6656400" y="3937680"/>
            <a:chExt cx="954720" cy="1102320"/>
          </a:xfrm>
        </p:grpSpPr>
        <p:sp>
          <p:nvSpPr>
            <p:cNvPr id="369" name=""/>
            <p:cNvSpPr/>
            <p:nvPr/>
          </p:nvSpPr>
          <p:spPr>
            <a:xfrm>
              <a:off x="6656400" y="3937680"/>
              <a:ext cx="954720" cy="1102320"/>
            </a:xfrm>
            <a:custGeom>
              <a:avLst/>
              <a:gdLst/>
              <a:ahLst/>
              <a:rect l="0" t="0" r="r" b="b"/>
              <a:pathLst>
                <a:path w="2652" h="3062">
                  <a:moveTo>
                    <a:pt x="2652" y="2296"/>
                  </a:moveTo>
                  <a:cubicBezTo>
                    <a:pt x="2211" y="2552"/>
                    <a:pt x="1768" y="2807"/>
                    <a:pt x="1327" y="3062"/>
                  </a:cubicBezTo>
                  <a:cubicBezTo>
                    <a:pt x="884" y="2807"/>
                    <a:pt x="442" y="2552"/>
                    <a:pt x="0" y="2296"/>
                  </a:cubicBezTo>
                  <a:cubicBezTo>
                    <a:pt x="0" y="1786"/>
                    <a:pt x="0" y="1276"/>
                    <a:pt x="0" y="765"/>
                  </a:cubicBezTo>
                  <a:cubicBezTo>
                    <a:pt x="442" y="510"/>
                    <a:pt x="884" y="255"/>
                    <a:pt x="1327" y="0"/>
                  </a:cubicBezTo>
                  <a:cubicBezTo>
                    <a:pt x="1768" y="255"/>
                    <a:pt x="2211" y="510"/>
                    <a:pt x="2652" y="765"/>
                  </a:cubicBezTo>
                  <a:cubicBezTo>
                    <a:pt x="2652" y="1276"/>
                    <a:pt x="2652" y="1786"/>
                    <a:pt x="2652" y="2296"/>
                  </a:cubicBezTo>
                  <a:close/>
                </a:path>
              </a:pathLst>
            </a:custGeom>
            <a:noFill/>
            <a:ln cap="rnd" w="19800">
              <a:solidFill>
                <a:srgbClr val="e54b87"/>
              </a:solidFill>
              <a:round/>
            </a:ln>
          </p:spPr>
          <p:txBody>
            <a:bodyPr lIns="99720" rIns="99720" tIns="54720" bIns="5472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370" name=""/>
            <p:cNvSpPr/>
            <p:nvPr/>
          </p:nvSpPr>
          <p:spPr>
            <a:xfrm>
              <a:off x="6730560" y="4023000"/>
              <a:ext cx="807120" cy="931680"/>
            </a:xfrm>
            <a:custGeom>
              <a:avLst/>
              <a:gdLst/>
              <a:ahLst/>
              <a:rect l="0" t="0" r="r" b="b"/>
              <a:pathLst>
                <a:path w="2242" h="2588">
                  <a:moveTo>
                    <a:pt x="2242" y="1941"/>
                  </a:moveTo>
                  <a:cubicBezTo>
                    <a:pt x="1869" y="2157"/>
                    <a:pt x="1494" y="2372"/>
                    <a:pt x="1121" y="2588"/>
                  </a:cubicBezTo>
                  <a:cubicBezTo>
                    <a:pt x="748" y="2372"/>
                    <a:pt x="373" y="2157"/>
                    <a:pt x="0" y="1941"/>
                  </a:cubicBezTo>
                  <a:cubicBezTo>
                    <a:pt x="0" y="1510"/>
                    <a:pt x="0" y="1078"/>
                    <a:pt x="0" y="647"/>
                  </a:cubicBezTo>
                  <a:cubicBezTo>
                    <a:pt x="373" y="431"/>
                    <a:pt x="748" y="216"/>
                    <a:pt x="1121" y="0"/>
                  </a:cubicBezTo>
                  <a:cubicBezTo>
                    <a:pt x="1494" y="216"/>
                    <a:pt x="1869" y="431"/>
                    <a:pt x="2242" y="647"/>
                  </a:cubicBezTo>
                  <a:cubicBezTo>
                    <a:pt x="2242" y="1078"/>
                    <a:pt x="2242" y="1510"/>
                    <a:pt x="2242" y="1941"/>
                  </a:cubicBezTo>
                  <a:close/>
                </a:path>
              </a:pathLst>
            </a:custGeom>
            <a:solidFill>
              <a:srgbClr val="ed85ad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</p:grpSp>
      <p:grpSp>
        <p:nvGrpSpPr>
          <p:cNvPr id="371" name=""/>
          <p:cNvGrpSpPr/>
          <p:nvPr/>
        </p:nvGrpSpPr>
        <p:grpSpPr>
          <a:xfrm>
            <a:off x="6361920" y="2839680"/>
            <a:ext cx="954720" cy="1102320"/>
            <a:chOff x="6361920" y="2839680"/>
            <a:chExt cx="954720" cy="1102320"/>
          </a:xfrm>
        </p:grpSpPr>
        <p:sp>
          <p:nvSpPr>
            <p:cNvPr id="372" name=""/>
            <p:cNvSpPr/>
            <p:nvPr/>
          </p:nvSpPr>
          <p:spPr>
            <a:xfrm>
              <a:off x="6361920" y="2839680"/>
              <a:ext cx="954720" cy="1102320"/>
            </a:xfrm>
            <a:custGeom>
              <a:avLst/>
              <a:gdLst/>
              <a:ahLst/>
              <a:rect l="0" t="0" r="r" b="b"/>
              <a:pathLst>
                <a:path w="2652" h="3062">
                  <a:moveTo>
                    <a:pt x="2652" y="2296"/>
                  </a:moveTo>
                  <a:cubicBezTo>
                    <a:pt x="2210" y="2552"/>
                    <a:pt x="1768" y="2807"/>
                    <a:pt x="1326" y="3062"/>
                  </a:cubicBezTo>
                  <a:cubicBezTo>
                    <a:pt x="884" y="2807"/>
                    <a:pt x="442" y="2552"/>
                    <a:pt x="0" y="2296"/>
                  </a:cubicBezTo>
                  <a:cubicBezTo>
                    <a:pt x="0" y="1786"/>
                    <a:pt x="0" y="1276"/>
                    <a:pt x="0" y="765"/>
                  </a:cubicBezTo>
                  <a:cubicBezTo>
                    <a:pt x="442" y="510"/>
                    <a:pt x="884" y="255"/>
                    <a:pt x="1326" y="0"/>
                  </a:cubicBezTo>
                  <a:cubicBezTo>
                    <a:pt x="1768" y="255"/>
                    <a:pt x="2210" y="510"/>
                    <a:pt x="2652" y="765"/>
                  </a:cubicBezTo>
                  <a:cubicBezTo>
                    <a:pt x="2652" y="1276"/>
                    <a:pt x="2652" y="1786"/>
                    <a:pt x="2652" y="2296"/>
                  </a:cubicBezTo>
                  <a:close/>
                </a:path>
              </a:pathLst>
            </a:custGeom>
            <a:noFill/>
            <a:ln cap="rnd" w="19800">
              <a:solidFill>
                <a:srgbClr val="e54b87"/>
              </a:solidFill>
              <a:round/>
            </a:ln>
          </p:spPr>
          <p:txBody>
            <a:bodyPr lIns="99720" rIns="99720" tIns="54720" bIns="5472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373" name=""/>
            <p:cNvSpPr/>
            <p:nvPr/>
          </p:nvSpPr>
          <p:spPr>
            <a:xfrm>
              <a:off x="6435720" y="2925000"/>
              <a:ext cx="807120" cy="931680"/>
            </a:xfrm>
            <a:custGeom>
              <a:avLst/>
              <a:gdLst/>
              <a:ahLst/>
              <a:rect l="0" t="0" r="r" b="b"/>
              <a:pathLst>
                <a:path w="2242" h="2588">
                  <a:moveTo>
                    <a:pt x="2242" y="1941"/>
                  </a:moveTo>
                  <a:cubicBezTo>
                    <a:pt x="1869" y="2157"/>
                    <a:pt x="1494" y="2372"/>
                    <a:pt x="1121" y="2588"/>
                  </a:cubicBezTo>
                  <a:cubicBezTo>
                    <a:pt x="748" y="2372"/>
                    <a:pt x="373" y="2157"/>
                    <a:pt x="0" y="1941"/>
                  </a:cubicBezTo>
                  <a:cubicBezTo>
                    <a:pt x="0" y="1510"/>
                    <a:pt x="0" y="1078"/>
                    <a:pt x="0" y="647"/>
                  </a:cubicBezTo>
                  <a:cubicBezTo>
                    <a:pt x="373" y="431"/>
                    <a:pt x="748" y="216"/>
                    <a:pt x="1121" y="0"/>
                  </a:cubicBezTo>
                  <a:cubicBezTo>
                    <a:pt x="1494" y="216"/>
                    <a:pt x="1869" y="431"/>
                    <a:pt x="2242" y="647"/>
                  </a:cubicBezTo>
                  <a:cubicBezTo>
                    <a:pt x="2242" y="1078"/>
                    <a:pt x="2242" y="1510"/>
                    <a:pt x="2242" y="1941"/>
                  </a:cubicBezTo>
                  <a:close/>
                </a:path>
              </a:pathLst>
            </a:custGeom>
            <a:solidFill>
              <a:srgbClr val="e54b87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</p:grpSp>
      <p:grpSp>
        <p:nvGrpSpPr>
          <p:cNvPr id="374" name=""/>
          <p:cNvGrpSpPr/>
          <p:nvPr/>
        </p:nvGrpSpPr>
        <p:grpSpPr>
          <a:xfrm>
            <a:off x="6711840" y="1812240"/>
            <a:ext cx="954720" cy="1102320"/>
            <a:chOff x="6711840" y="1812240"/>
            <a:chExt cx="954720" cy="1102320"/>
          </a:xfrm>
        </p:grpSpPr>
        <p:sp>
          <p:nvSpPr>
            <p:cNvPr id="375" name=""/>
            <p:cNvSpPr/>
            <p:nvPr/>
          </p:nvSpPr>
          <p:spPr>
            <a:xfrm>
              <a:off x="6711840" y="1812240"/>
              <a:ext cx="954720" cy="1102320"/>
            </a:xfrm>
            <a:custGeom>
              <a:avLst/>
              <a:gdLst/>
              <a:ahLst/>
              <a:rect l="0" t="0" r="r" b="b"/>
              <a:pathLst>
                <a:path w="2652" h="3062">
                  <a:moveTo>
                    <a:pt x="2652" y="2297"/>
                  </a:moveTo>
                  <a:cubicBezTo>
                    <a:pt x="2211" y="2552"/>
                    <a:pt x="1768" y="2807"/>
                    <a:pt x="1327" y="3062"/>
                  </a:cubicBezTo>
                  <a:cubicBezTo>
                    <a:pt x="884" y="2807"/>
                    <a:pt x="442" y="2552"/>
                    <a:pt x="0" y="2297"/>
                  </a:cubicBezTo>
                  <a:cubicBezTo>
                    <a:pt x="0" y="1786"/>
                    <a:pt x="0" y="1277"/>
                    <a:pt x="0" y="766"/>
                  </a:cubicBezTo>
                  <a:cubicBezTo>
                    <a:pt x="442" y="511"/>
                    <a:pt x="884" y="255"/>
                    <a:pt x="1327" y="0"/>
                  </a:cubicBezTo>
                  <a:cubicBezTo>
                    <a:pt x="1768" y="255"/>
                    <a:pt x="2211" y="511"/>
                    <a:pt x="2652" y="766"/>
                  </a:cubicBezTo>
                  <a:cubicBezTo>
                    <a:pt x="2652" y="1277"/>
                    <a:pt x="2652" y="1786"/>
                    <a:pt x="2652" y="2297"/>
                  </a:cubicBezTo>
                  <a:close/>
                </a:path>
              </a:pathLst>
            </a:custGeom>
            <a:noFill/>
            <a:ln cap="rnd" w="19800">
              <a:solidFill>
                <a:srgbClr val="f8b621"/>
              </a:solidFill>
              <a:round/>
            </a:ln>
          </p:spPr>
          <p:txBody>
            <a:bodyPr lIns="99720" rIns="99720" tIns="54720" bIns="5472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376" name=""/>
            <p:cNvSpPr/>
            <p:nvPr/>
          </p:nvSpPr>
          <p:spPr>
            <a:xfrm>
              <a:off x="6785640" y="1896120"/>
              <a:ext cx="807120" cy="931680"/>
            </a:xfrm>
            <a:custGeom>
              <a:avLst/>
              <a:gdLst/>
              <a:ahLst/>
              <a:rect l="0" t="0" r="r" b="b"/>
              <a:pathLst>
                <a:path w="2242" h="2588">
                  <a:moveTo>
                    <a:pt x="2242" y="1941"/>
                  </a:moveTo>
                  <a:cubicBezTo>
                    <a:pt x="1869" y="2157"/>
                    <a:pt x="1494" y="2372"/>
                    <a:pt x="1121" y="2588"/>
                  </a:cubicBezTo>
                  <a:cubicBezTo>
                    <a:pt x="748" y="2372"/>
                    <a:pt x="373" y="2157"/>
                    <a:pt x="0" y="1941"/>
                  </a:cubicBezTo>
                  <a:cubicBezTo>
                    <a:pt x="0" y="1510"/>
                    <a:pt x="0" y="1078"/>
                    <a:pt x="0" y="647"/>
                  </a:cubicBezTo>
                  <a:cubicBezTo>
                    <a:pt x="373" y="431"/>
                    <a:pt x="748" y="216"/>
                    <a:pt x="1121" y="0"/>
                  </a:cubicBezTo>
                  <a:cubicBezTo>
                    <a:pt x="1494" y="216"/>
                    <a:pt x="1869" y="431"/>
                    <a:pt x="2242" y="647"/>
                  </a:cubicBezTo>
                  <a:cubicBezTo>
                    <a:pt x="2242" y="1078"/>
                    <a:pt x="2242" y="1510"/>
                    <a:pt x="2242" y="1941"/>
                  </a:cubicBezTo>
                  <a:close/>
                </a:path>
              </a:pathLst>
            </a:custGeom>
            <a:solidFill>
              <a:srgbClr val="fbde9f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</p:grpSp>
      <p:grpSp>
        <p:nvGrpSpPr>
          <p:cNvPr id="377" name=""/>
          <p:cNvGrpSpPr/>
          <p:nvPr/>
        </p:nvGrpSpPr>
        <p:grpSpPr>
          <a:xfrm>
            <a:off x="6396480" y="750600"/>
            <a:ext cx="954720" cy="1102320"/>
            <a:chOff x="6396480" y="750600"/>
            <a:chExt cx="954720" cy="1102320"/>
          </a:xfrm>
        </p:grpSpPr>
        <p:sp>
          <p:nvSpPr>
            <p:cNvPr id="378" name=""/>
            <p:cNvSpPr/>
            <p:nvPr/>
          </p:nvSpPr>
          <p:spPr>
            <a:xfrm>
              <a:off x="6396480" y="750600"/>
              <a:ext cx="954720" cy="1102320"/>
            </a:xfrm>
            <a:custGeom>
              <a:avLst/>
              <a:gdLst/>
              <a:ahLst/>
              <a:rect l="0" t="0" r="r" b="b"/>
              <a:pathLst>
                <a:path w="2652" h="3062">
                  <a:moveTo>
                    <a:pt x="2652" y="2297"/>
                  </a:moveTo>
                  <a:cubicBezTo>
                    <a:pt x="2210" y="2552"/>
                    <a:pt x="1768" y="2807"/>
                    <a:pt x="1326" y="3062"/>
                  </a:cubicBezTo>
                  <a:cubicBezTo>
                    <a:pt x="884" y="2807"/>
                    <a:pt x="442" y="2552"/>
                    <a:pt x="0" y="2297"/>
                  </a:cubicBezTo>
                  <a:cubicBezTo>
                    <a:pt x="0" y="1786"/>
                    <a:pt x="0" y="1277"/>
                    <a:pt x="0" y="766"/>
                  </a:cubicBezTo>
                  <a:cubicBezTo>
                    <a:pt x="442" y="511"/>
                    <a:pt x="884" y="255"/>
                    <a:pt x="1326" y="0"/>
                  </a:cubicBezTo>
                  <a:cubicBezTo>
                    <a:pt x="1768" y="255"/>
                    <a:pt x="2210" y="511"/>
                    <a:pt x="2652" y="766"/>
                  </a:cubicBezTo>
                  <a:cubicBezTo>
                    <a:pt x="2652" y="1277"/>
                    <a:pt x="2652" y="1786"/>
                    <a:pt x="2652" y="2297"/>
                  </a:cubicBezTo>
                  <a:close/>
                </a:path>
              </a:pathLst>
            </a:custGeom>
            <a:noFill/>
            <a:ln cap="rnd" w="19800">
              <a:solidFill>
                <a:srgbClr val="f8b621"/>
              </a:solidFill>
              <a:round/>
            </a:ln>
          </p:spPr>
          <p:txBody>
            <a:bodyPr lIns="99720" rIns="99720" tIns="54720" bIns="5472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379" name=""/>
            <p:cNvSpPr/>
            <p:nvPr/>
          </p:nvSpPr>
          <p:spPr>
            <a:xfrm>
              <a:off x="6470280" y="835920"/>
              <a:ext cx="807120" cy="931680"/>
            </a:xfrm>
            <a:custGeom>
              <a:avLst/>
              <a:gdLst/>
              <a:ahLst/>
              <a:rect l="0" t="0" r="r" b="b"/>
              <a:pathLst>
                <a:path w="2242" h="2588">
                  <a:moveTo>
                    <a:pt x="2242" y="1941"/>
                  </a:moveTo>
                  <a:cubicBezTo>
                    <a:pt x="1869" y="2157"/>
                    <a:pt x="1494" y="2372"/>
                    <a:pt x="1121" y="2588"/>
                  </a:cubicBezTo>
                  <a:cubicBezTo>
                    <a:pt x="748" y="2372"/>
                    <a:pt x="373" y="2157"/>
                    <a:pt x="0" y="1941"/>
                  </a:cubicBezTo>
                  <a:cubicBezTo>
                    <a:pt x="0" y="1510"/>
                    <a:pt x="0" y="1078"/>
                    <a:pt x="0" y="647"/>
                  </a:cubicBezTo>
                  <a:cubicBezTo>
                    <a:pt x="373" y="431"/>
                    <a:pt x="748" y="216"/>
                    <a:pt x="1121" y="0"/>
                  </a:cubicBezTo>
                  <a:cubicBezTo>
                    <a:pt x="1494" y="216"/>
                    <a:pt x="1869" y="431"/>
                    <a:pt x="2242" y="647"/>
                  </a:cubicBezTo>
                  <a:cubicBezTo>
                    <a:pt x="2242" y="1078"/>
                    <a:pt x="2242" y="1510"/>
                    <a:pt x="2242" y="1941"/>
                  </a:cubicBezTo>
                  <a:close/>
                </a:path>
              </a:pathLst>
            </a:custGeom>
            <a:solidFill>
              <a:srgbClr val="f8b621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</p:grpSp>
      <p:grpSp>
        <p:nvGrpSpPr>
          <p:cNvPr id="380" name=""/>
          <p:cNvGrpSpPr/>
          <p:nvPr/>
        </p:nvGrpSpPr>
        <p:grpSpPr>
          <a:xfrm>
            <a:off x="6713640" y="1130040"/>
            <a:ext cx="321120" cy="374400"/>
            <a:chOff x="6713640" y="1130040"/>
            <a:chExt cx="321120" cy="374400"/>
          </a:xfrm>
        </p:grpSpPr>
        <p:sp>
          <p:nvSpPr>
            <p:cNvPr id="381" name=""/>
            <p:cNvSpPr/>
            <p:nvPr/>
          </p:nvSpPr>
          <p:spPr>
            <a:xfrm>
              <a:off x="6713640" y="1130040"/>
              <a:ext cx="230040" cy="230040"/>
            </a:xfrm>
            <a:custGeom>
              <a:avLst/>
              <a:gdLst/>
              <a:ahLst/>
              <a:rect l="0" t="0" r="r" b="b"/>
              <a:pathLst>
                <a:path w="639" h="639">
                  <a:moveTo>
                    <a:pt x="639" y="319"/>
                  </a:moveTo>
                  <a:cubicBezTo>
                    <a:pt x="639" y="375"/>
                    <a:pt x="624" y="430"/>
                    <a:pt x="596" y="479"/>
                  </a:cubicBezTo>
                  <a:cubicBezTo>
                    <a:pt x="568" y="527"/>
                    <a:pt x="527" y="568"/>
                    <a:pt x="479" y="596"/>
                  </a:cubicBezTo>
                  <a:cubicBezTo>
                    <a:pt x="430" y="624"/>
                    <a:pt x="375" y="639"/>
                    <a:pt x="319" y="639"/>
                  </a:cubicBezTo>
                  <a:cubicBezTo>
                    <a:pt x="262" y="639"/>
                    <a:pt x="208" y="624"/>
                    <a:pt x="160" y="596"/>
                  </a:cubicBezTo>
                  <a:cubicBezTo>
                    <a:pt x="111" y="568"/>
                    <a:pt x="71" y="527"/>
                    <a:pt x="43" y="479"/>
                  </a:cubicBezTo>
                  <a:cubicBezTo>
                    <a:pt x="15" y="430"/>
                    <a:pt x="0" y="375"/>
                    <a:pt x="0" y="319"/>
                  </a:cubicBezTo>
                  <a:cubicBezTo>
                    <a:pt x="0" y="262"/>
                    <a:pt x="15" y="208"/>
                    <a:pt x="43" y="160"/>
                  </a:cubicBezTo>
                  <a:cubicBezTo>
                    <a:pt x="71" y="111"/>
                    <a:pt x="111" y="71"/>
                    <a:pt x="160" y="43"/>
                  </a:cubicBezTo>
                  <a:cubicBezTo>
                    <a:pt x="208" y="15"/>
                    <a:pt x="262" y="0"/>
                    <a:pt x="319" y="0"/>
                  </a:cubicBezTo>
                  <a:cubicBezTo>
                    <a:pt x="375" y="0"/>
                    <a:pt x="430" y="15"/>
                    <a:pt x="479" y="43"/>
                  </a:cubicBezTo>
                  <a:cubicBezTo>
                    <a:pt x="527" y="71"/>
                    <a:pt x="568" y="111"/>
                    <a:pt x="596" y="160"/>
                  </a:cubicBezTo>
                  <a:cubicBezTo>
                    <a:pt x="624" y="208"/>
                    <a:pt x="639" y="262"/>
                    <a:pt x="639" y="319"/>
                  </a:cubicBezTo>
                  <a:close/>
                </a:path>
              </a:pathLst>
            </a:custGeom>
            <a:noFill/>
            <a:ln cap="rnd" w="23760">
              <a:solidFill>
                <a:srgbClr val="ffffff"/>
              </a:solidFill>
              <a:round/>
            </a:ln>
          </p:spPr>
          <p:txBody>
            <a:bodyPr lIns="101880" rIns="101880" tIns="56880" bIns="5688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382" name=""/>
            <p:cNvSpPr/>
            <p:nvPr/>
          </p:nvSpPr>
          <p:spPr>
            <a:xfrm>
              <a:off x="6925320" y="1361880"/>
              <a:ext cx="109440" cy="142560"/>
            </a:xfrm>
            <a:custGeom>
              <a:avLst/>
              <a:gdLst/>
              <a:ahLst/>
              <a:rect l="0" t="0" r="r" b="b"/>
              <a:pathLst>
                <a:path fill="none" w="304" h="396">
                  <a:moveTo>
                    <a:pt x="0" y="0"/>
                  </a:moveTo>
                  <a:cubicBezTo>
                    <a:pt x="101" y="132"/>
                    <a:pt x="202" y="263"/>
                    <a:pt x="304" y="396"/>
                  </a:cubicBezTo>
                </a:path>
              </a:pathLst>
            </a:custGeom>
            <a:ln cap="rnd" w="27360">
              <a:solidFill>
                <a:srgbClr val="7f59ae"/>
              </a:solidFill>
              <a:miter/>
            </a:ln>
          </p:spPr>
          <p:txBody>
            <a:bodyPr lIns="103680" rIns="103680" tIns="58680" bIns="5868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383" name=""/>
            <p:cNvSpPr/>
            <p:nvPr/>
          </p:nvSpPr>
          <p:spPr>
            <a:xfrm>
              <a:off x="6824880" y="1160280"/>
              <a:ext cx="73080" cy="42120"/>
            </a:xfrm>
            <a:custGeom>
              <a:avLst/>
              <a:gdLst/>
              <a:ahLst/>
              <a:rect l="0" t="0" r="r" b="b"/>
              <a:pathLst>
                <a:path fill="none" w="203" h="117">
                  <a:moveTo>
                    <a:pt x="0" y="0"/>
                  </a:moveTo>
                  <a:cubicBezTo>
                    <a:pt x="102" y="4"/>
                    <a:pt x="162" y="45"/>
                    <a:pt x="203" y="117"/>
                  </a:cubicBezTo>
                </a:path>
              </a:pathLst>
            </a:custGeom>
            <a:ln w="5400">
              <a:solidFill>
                <a:srgbClr val="ffffff"/>
              </a:solidFill>
              <a:miter/>
            </a:ln>
          </p:spPr>
          <p:txBody>
            <a:bodyPr lIns="92520" rIns="92520" tIns="-5400" bIns="-54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</p:grpSp>
      <p:grpSp>
        <p:nvGrpSpPr>
          <p:cNvPr id="384" name=""/>
          <p:cNvGrpSpPr/>
          <p:nvPr/>
        </p:nvGrpSpPr>
        <p:grpSpPr>
          <a:xfrm>
            <a:off x="7048440" y="2239200"/>
            <a:ext cx="319680" cy="245520"/>
            <a:chOff x="7048440" y="2239200"/>
            <a:chExt cx="319680" cy="245520"/>
          </a:xfrm>
        </p:grpSpPr>
        <p:sp>
          <p:nvSpPr>
            <p:cNvPr id="385" name=""/>
            <p:cNvSpPr/>
            <p:nvPr/>
          </p:nvSpPr>
          <p:spPr>
            <a:xfrm>
              <a:off x="7048440" y="2239200"/>
              <a:ext cx="319680" cy="245520"/>
            </a:xfrm>
            <a:custGeom>
              <a:avLst/>
              <a:gdLst/>
              <a:ahLst/>
              <a:rect l="0" t="0" r="r" b="b"/>
              <a:pathLst>
                <a:path fill="none" w="888" h="682">
                  <a:moveTo>
                    <a:pt x="0" y="0"/>
                  </a:moveTo>
                  <a:cubicBezTo>
                    <a:pt x="0" y="227"/>
                    <a:pt x="0" y="455"/>
                    <a:pt x="0" y="682"/>
                  </a:cubicBezTo>
                  <a:cubicBezTo>
                    <a:pt x="296" y="682"/>
                    <a:pt x="592" y="682"/>
                    <a:pt x="888" y="682"/>
                  </a:cubicBezTo>
                </a:path>
              </a:pathLst>
            </a:custGeom>
            <a:ln w="29880">
              <a:solidFill>
                <a:srgbClr val="7f59ae"/>
              </a:solidFill>
              <a:miter/>
            </a:ln>
          </p:spPr>
          <p:txBody>
            <a:bodyPr lIns="104760" rIns="104760" tIns="59760" bIns="5976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386" name=""/>
            <p:cNvSpPr/>
            <p:nvPr/>
          </p:nvSpPr>
          <p:spPr>
            <a:xfrm>
              <a:off x="7085160" y="2290320"/>
              <a:ext cx="55800" cy="166680"/>
            </a:xfrm>
            <a:custGeom>
              <a:avLst/>
              <a:gdLst/>
              <a:ahLst/>
              <a:rect l="0" t="0" r="r" b="b"/>
              <a:pathLst>
                <a:path w="155" h="463">
                  <a:moveTo>
                    <a:pt x="0" y="0"/>
                  </a:moveTo>
                  <a:cubicBezTo>
                    <a:pt x="52" y="0"/>
                    <a:pt x="103" y="0"/>
                    <a:pt x="155" y="0"/>
                  </a:cubicBezTo>
                  <a:cubicBezTo>
                    <a:pt x="155" y="155"/>
                    <a:pt x="155" y="309"/>
                    <a:pt x="155" y="463"/>
                  </a:cubicBezTo>
                  <a:cubicBezTo>
                    <a:pt x="103" y="463"/>
                    <a:pt x="52" y="463"/>
                    <a:pt x="0" y="463"/>
                  </a:cubicBezTo>
                  <a:cubicBezTo>
                    <a:pt x="0" y="309"/>
                    <a:pt x="0" y="155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387" name=""/>
            <p:cNvSpPr/>
            <p:nvPr/>
          </p:nvSpPr>
          <p:spPr>
            <a:xfrm>
              <a:off x="7161840" y="2341440"/>
              <a:ext cx="0" cy="115920"/>
            </a:xfrm>
            <a:custGeom>
              <a:avLst/>
              <a:gdLst/>
              <a:ahLst/>
              <a:rect l="0" t="0" r="r" b="b"/>
              <a:pathLst>
                <a:path w="0" h="322">
                  <a:moveTo>
                    <a:pt x="0" y="0"/>
                  </a:moveTo>
                  <a:cubicBezTo>
                    <a:pt x="0" y="108"/>
                    <a:pt x="0" y="214"/>
                    <a:pt x="0" y="322"/>
                  </a:cubicBezTo>
                  <a:cubicBezTo>
                    <a:pt x="0" y="214"/>
                    <a:pt x="0" y="108"/>
                    <a:pt x="0" y="0"/>
                  </a:cubicBezTo>
                  <a:close/>
                </a:path>
              </a:pathLst>
            </a:custGeom>
            <a:solidFill>
              <a:srgbClr val="7f59ae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388" name=""/>
            <p:cNvSpPr/>
            <p:nvPr/>
          </p:nvSpPr>
          <p:spPr>
            <a:xfrm>
              <a:off x="7239960" y="2379240"/>
              <a:ext cx="55800" cy="77760"/>
            </a:xfrm>
            <a:custGeom>
              <a:avLst/>
              <a:gdLst/>
              <a:ahLst/>
              <a:rect l="0" t="0" r="r" b="b"/>
              <a:pathLst>
                <a:path w="155" h="216">
                  <a:moveTo>
                    <a:pt x="0" y="0"/>
                  </a:moveTo>
                  <a:cubicBezTo>
                    <a:pt x="52" y="0"/>
                    <a:pt x="103" y="0"/>
                    <a:pt x="155" y="0"/>
                  </a:cubicBezTo>
                  <a:cubicBezTo>
                    <a:pt x="155" y="72"/>
                    <a:pt x="155" y="144"/>
                    <a:pt x="155" y="216"/>
                  </a:cubicBezTo>
                  <a:cubicBezTo>
                    <a:pt x="103" y="216"/>
                    <a:pt x="52" y="216"/>
                    <a:pt x="0" y="216"/>
                  </a:cubicBezTo>
                  <a:cubicBezTo>
                    <a:pt x="0" y="144"/>
                    <a:pt x="0" y="72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txBody>
            <a:bodyPr lIns="90000" rIns="90000" tIns="32760" bIns="3276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</p:grpSp>
      <p:grpSp>
        <p:nvGrpSpPr>
          <p:cNvPr id="389" name=""/>
          <p:cNvGrpSpPr/>
          <p:nvPr/>
        </p:nvGrpSpPr>
        <p:grpSpPr>
          <a:xfrm>
            <a:off x="6703920" y="3232800"/>
            <a:ext cx="271080" cy="278640"/>
            <a:chOff x="6703920" y="3232800"/>
            <a:chExt cx="271080" cy="278640"/>
          </a:xfrm>
        </p:grpSpPr>
        <p:sp>
          <p:nvSpPr>
            <p:cNvPr id="390" name=""/>
            <p:cNvSpPr/>
            <p:nvPr/>
          </p:nvSpPr>
          <p:spPr>
            <a:xfrm>
              <a:off x="6835320" y="3232800"/>
              <a:ext cx="139680" cy="278640"/>
            </a:xfrm>
            <a:custGeom>
              <a:avLst/>
              <a:gdLst/>
              <a:ahLst/>
              <a:rect l="0" t="0" r="r" b="b"/>
              <a:pathLst>
                <a:path fill="none" w="388" h="774">
                  <a:moveTo>
                    <a:pt x="0" y="0"/>
                  </a:moveTo>
                  <a:cubicBezTo>
                    <a:pt x="56" y="20"/>
                    <a:pt x="108" y="48"/>
                    <a:pt x="156" y="84"/>
                  </a:cubicBezTo>
                  <a:cubicBezTo>
                    <a:pt x="234" y="144"/>
                    <a:pt x="296" y="223"/>
                    <a:pt x="337" y="313"/>
                  </a:cubicBezTo>
                  <a:cubicBezTo>
                    <a:pt x="338" y="317"/>
                    <a:pt x="340" y="321"/>
                    <a:pt x="342" y="324"/>
                  </a:cubicBezTo>
                  <a:cubicBezTo>
                    <a:pt x="382" y="419"/>
                    <a:pt x="396" y="523"/>
                    <a:pt x="383" y="625"/>
                  </a:cubicBezTo>
                  <a:cubicBezTo>
                    <a:pt x="377" y="676"/>
                    <a:pt x="364" y="726"/>
                    <a:pt x="345" y="774"/>
                  </a:cubicBezTo>
                </a:path>
              </a:pathLst>
            </a:custGeom>
            <a:ln cap="rnd" w="39600">
              <a:solidFill>
                <a:srgbClr val="ffffff"/>
              </a:solidFill>
              <a:round/>
            </a:ln>
          </p:spPr>
          <p:txBody>
            <a:bodyPr lIns="109800" rIns="109800" tIns="64800" bIns="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391" name=""/>
            <p:cNvSpPr/>
            <p:nvPr/>
          </p:nvSpPr>
          <p:spPr>
            <a:xfrm>
              <a:off x="6703920" y="3402000"/>
              <a:ext cx="74880" cy="72360"/>
            </a:xfrm>
            <a:custGeom>
              <a:avLst/>
              <a:gdLst/>
              <a:ahLst/>
              <a:rect l="0" t="0" r="r" b="b"/>
              <a:pathLst>
                <a:path w="208" h="201">
                  <a:moveTo>
                    <a:pt x="207" y="119"/>
                  </a:moveTo>
                  <a:cubicBezTo>
                    <a:pt x="203" y="136"/>
                    <a:pt x="195" y="152"/>
                    <a:pt x="184" y="166"/>
                  </a:cubicBezTo>
                  <a:cubicBezTo>
                    <a:pt x="173" y="179"/>
                    <a:pt x="158" y="189"/>
                    <a:pt x="140" y="196"/>
                  </a:cubicBezTo>
                  <a:cubicBezTo>
                    <a:pt x="124" y="201"/>
                    <a:pt x="104" y="203"/>
                    <a:pt x="86" y="200"/>
                  </a:cubicBezTo>
                  <a:cubicBezTo>
                    <a:pt x="69" y="196"/>
                    <a:pt x="51" y="189"/>
                    <a:pt x="37" y="178"/>
                  </a:cubicBezTo>
                  <a:cubicBezTo>
                    <a:pt x="23" y="167"/>
                    <a:pt x="13" y="152"/>
                    <a:pt x="6" y="135"/>
                  </a:cubicBezTo>
                  <a:cubicBezTo>
                    <a:pt x="0" y="118"/>
                    <a:pt x="-1" y="100"/>
                    <a:pt x="1" y="83"/>
                  </a:cubicBezTo>
                  <a:cubicBezTo>
                    <a:pt x="5" y="65"/>
                    <a:pt x="13" y="49"/>
                    <a:pt x="24" y="35"/>
                  </a:cubicBezTo>
                  <a:cubicBezTo>
                    <a:pt x="36" y="22"/>
                    <a:pt x="50" y="12"/>
                    <a:pt x="68" y="6"/>
                  </a:cubicBezTo>
                  <a:cubicBezTo>
                    <a:pt x="85" y="0"/>
                    <a:pt x="103" y="-1"/>
                    <a:pt x="121" y="1"/>
                  </a:cubicBezTo>
                  <a:cubicBezTo>
                    <a:pt x="139" y="5"/>
                    <a:pt x="156" y="13"/>
                    <a:pt x="170" y="24"/>
                  </a:cubicBezTo>
                  <a:cubicBezTo>
                    <a:pt x="184" y="35"/>
                    <a:pt x="195" y="50"/>
                    <a:pt x="201" y="67"/>
                  </a:cubicBezTo>
                  <a:cubicBezTo>
                    <a:pt x="208" y="84"/>
                    <a:pt x="209" y="101"/>
                    <a:pt x="207" y="119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txBody>
            <a:bodyPr lIns="90000" rIns="90000" tIns="27360" bIns="2736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392" name=""/>
            <p:cNvSpPr/>
            <p:nvPr/>
          </p:nvSpPr>
          <p:spPr>
            <a:xfrm>
              <a:off x="6799320" y="3292560"/>
              <a:ext cx="101880" cy="202680"/>
            </a:xfrm>
            <a:custGeom>
              <a:avLst/>
              <a:gdLst/>
              <a:ahLst/>
              <a:rect l="0" t="0" r="r" b="b"/>
              <a:pathLst>
                <a:path fill="none" w="283" h="563">
                  <a:moveTo>
                    <a:pt x="0" y="0"/>
                  </a:moveTo>
                  <a:cubicBezTo>
                    <a:pt x="40" y="15"/>
                    <a:pt x="79" y="35"/>
                    <a:pt x="113" y="61"/>
                  </a:cubicBezTo>
                  <a:cubicBezTo>
                    <a:pt x="171" y="105"/>
                    <a:pt x="216" y="162"/>
                    <a:pt x="245" y="228"/>
                  </a:cubicBezTo>
                  <a:cubicBezTo>
                    <a:pt x="247" y="231"/>
                    <a:pt x="247" y="233"/>
                    <a:pt x="248" y="236"/>
                  </a:cubicBezTo>
                  <a:cubicBezTo>
                    <a:pt x="278" y="305"/>
                    <a:pt x="289" y="380"/>
                    <a:pt x="279" y="455"/>
                  </a:cubicBezTo>
                  <a:cubicBezTo>
                    <a:pt x="275" y="492"/>
                    <a:pt x="265" y="528"/>
                    <a:pt x="251" y="563"/>
                  </a:cubicBezTo>
                </a:path>
              </a:pathLst>
            </a:custGeom>
            <a:ln cap="rnd" w="39600">
              <a:solidFill>
                <a:srgbClr val="ffffff"/>
              </a:solidFill>
              <a:round/>
            </a:ln>
          </p:spPr>
          <p:txBody>
            <a:bodyPr lIns="109800" rIns="109800" tIns="64800" bIns="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393" name=""/>
            <p:cNvSpPr/>
            <p:nvPr/>
          </p:nvSpPr>
          <p:spPr>
            <a:xfrm>
              <a:off x="6766560" y="3357000"/>
              <a:ext cx="57600" cy="115200"/>
            </a:xfrm>
            <a:custGeom>
              <a:avLst/>
              <a:gdLst/>
              <a:ahLst/>
              <a:rect l="0" t="0" r="r" b="b"/>
              <a:pathLst>
                <a:path fill="none" w="160" h="320">
                  <a:moveTo>
                    <a:pt x="0" y="0"/>
                  </a:moveTo>
                  <a:cubicBezTo>
                    <a:pt x="23" y="8"/>
                    <a:pt x="45" y="20"/>
                    <a:pt x="64" y="35"/>
                  </a:cubicBezTo>
                  <a:cubicBezTo>
                    <a:pt x="96" y="59"/>
                    <a:pt x="122" y="92"/>
                    <a:pt x="139" y="129"/>
                  </a:cubicBezTo>
                  <a:cubicBezTo>
                    <a:pt x="140" y="131"/>
                    <a:pt x="141" y="133"/>
                    <a:pt x="141" y="134"/>
                  </a:cubicBezTo>
                  <a:cubicBezTo>
                    <a:pt x="157" y="173"/>
                    <a:pt x="164" y="217"/>
                    <a:pt x="158" y="259"/>
                  </a:cubicBezTo>
                  <a:cubicBezTo>
                    <a:pt x="156" y="280"/>
                    <a:pt x="150" y="301"/>
                    <a:pt x="143" y="320"/>
                  </a:cubicBezTo>
                </a:path>
              </a:pathLst>
            </a:custGeom>
            <a:ln cap="rnd" w="39600">
              <a:solidFill>
                <a:srgbClr val="ffffff"/>
              </a:solidFill>
              <a:round/>
            </a:ln>
          </p:spPr>
          <p:txBody>
            <a:bodyPr lIns="109800" rIns="109800" tIns="50400" bIns="504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</p:grpSp>
      <p:grpSp>
        <p:nvGrpSpPr>
          <p:cNvPr id="394" name=""/>
          <p:cNvGrpSpPr/>
          <p:nvPr/>
        </p:nvGrpSpPr>
        <p:grpSpPr>
          <a:xfrm>
            <a:off x="6995520" y="4257720"/>
            <a:ext cx="276480" cy="431640"/>
            <a:chOff x="6995520" y="4257720"/>
            <a:chExt cx="276480" cy="431640"/>
          </a:xfrm>
        </p:grpSpPr>
        <p:sp>
          <p:nvSpPr>
            <p:cNvPr id="395" name=""/>
            <p:cNvSpPr/>
            <p:nvPr/>
          </p:nvSpPr>
          <p:spPr>
            <a:xfrm>
              <a:off x="6995520" y="4459680"/>
              <a:ext cx="276480" cy="229680"/>
            </a:xfrm>
            <a:custGeom>
              <a:avLst/>
              <a:gdLst/>
              <a:ahLst/>
              <a:rect l="0" t="0" r="r" b="b"/>
              <a:pathLst>
                <a:path w="768" h="638">
                  <a:moveTo>
                    <a:pt x="381" y="0"/>
                  </a:moveTo>
                  <a:cubicBezTo>
                    <a:pt x="170" y="0"/>
                    <a:pt x="0" y="179"/>
                    <a:pt x="0" y="402"/>
                  </a:cubicBezTo>
                  <a:cubicBezTo>
                    <a:pt x="0" y="464"/>
                    <a:pt x="0" y="527"/>
                    <a:pt x="0" y="589"/>
                  </a:cubicBezTo>
                  <a:cubicBezTo>
                    <a:pt x="0" y="606"/>
                    <a:pt x="1" y="622"/>
                    <a:pt x="3" y="638"/>
                  </a:cubicBezTo>
                  <a:cubicBezTo>
                    <a:pt x="257" y="637"/>
                    <a:pt x="511" y="637"/>
                    <a:pt x="765" y="637"/>
                  </a:cubicBezTo>
                  <a:cubicBezTo>
                    <a:pt x="767" y="621"/>
                    <a:pt x="768" y="605"/>
                    <a:pt x="768" y="589"/>
                  </a:cubicBezTo>
                  <a:cubicBezTo>
                    <a:pt x="768" y="527"/>
                    <a:pt x="768" y="464"/>
                    <a:pt x="768" y="402"/>
                  </a:cubicBezTo>
                  <a:cubicBezTo>
                    <a:pt x="768" y="179"/>
                    <a:pt x="598" y="0"/>
                    <a:pt x="387" y="0"/>
                  </a:cubicBezTo>
                  <a:cubicBezTo>
                    <a:pt x="385" y="0"/>
                    <a:pt x="383" y="0"/>
                    <a:pt x="381" y="0"/>
                  </a:cubicBezTo>
                  <a:close/>
                </a:path>
              </a:pathLst>
            </a:custGeom>
            <a:solidFill>
              <a:srgbClr val="7f59ae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396" name=""/>
            <p:cNvSpPr/>
            <p:nvPr/>
          </p:nvSpPr>
          <p:spPr>
            <a:xfrm>
              <a:off x="7047000" y="4257720"/>
              <a:ext cx="173880" cy="186480"/>
            </a:xfrm>
            <a:custGeom>
              <a:avLst/>
              <a:gdLst/>
              <a:ahLst/>
              <a:rect l="0" t="0" r="r" b="b"/>
              <a:pathLst>
                <a:path w="483" h="518">
                  <a:moveTo>
                    <a:pt x="483" y="259"/>
                  </a:moveTo>
                  <a:cubicBezTo>
                    <a:pt x="483" y="304"/>
                    <a:pt x="471" y="349"/>
                    <a:pt x="450" y="388"/>
                  </a:cubicBezTo>
                  <a:cubicBezTo>
                    <a:pt x="429" y="428"/>
                    <a:pt x="399" y="461"/>
                    <a:pt x="362" y="484"/>
                  </a:cubicBezTo>
                  <a:cubicBezTo>
                    <a:pt x="325" y="506"/>
                    <a:pt x="283" y="518"/>
                    <a:pt x="241" y="518"/>
                  </a:cubicBezTo>
                  <a:cubicBezTo>
                    <a:pt x="199" y="518"/>
                    <a:pt x="157" y="506"/>
                    <a:pt x="121" y="484"/>
                  </a:cubicBezTo>
                  <a:cubicBezTo>
                    <a:pt x="84" y="461"/>
                    <a:pt x="53" y="428"/>
                    <a:pt x="32" y="388"/>
                  </a:cubicBezTo>
                  <a:cubicBezTo>
                    <a:pt x="11" y="349"/>
                    <a:pt x="0" y="304"/>
                    <a:pt x="0" y="259"/>
                  </a:cubicBezTo>
                  <a:cubicBezTo>
                    <a:pt x="0" y="213"/>
                    <a:pt x="11" y="169"/>
                    <a:pt x="32" y="129"/>
                  </a:cubicBezTo>
                  <a:cubicBezTo>
                    <a:pt x="53" y="90"/>
                    <a:pt x="84" y="57"/>
                    <a:pt x="121" y="34"/>
                  </a:cubicBezTo>
                  <a:cubicBezTo>
                    <a:pt x="157" y="11"/>
                    <a:pt x="199" y="0"/>
                    <a:pt x="241" y="0"/>
                  </a:cubicBezTo>
                  <a:cubicBezTo>
                    <a:pt x="283" y="0"/>
                    <a:pt x="325" y="11"/>
                    <a:pt x="362" y="34"/>
                  </a:cubicBezTo>
                  <a:cubicBezTo>
                    <a:pt x="399" y="57"/>
                    <a:pt x="429" y="90"/>
                    <a:pt x="450" y="129"/>
                  </a:cubicBezTo>
                  <a:cubicBezTo>
                    <a:pt x="471" y="169"/>
                    <a:pt x="483" y="213"/>
                    <a:pt x="483" y="259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397" name=""/>
            <p:cNvSpPr/>
            <p:nvPr/>
          </p:nvSpPr>
          <p:spPr>
            <a:xfrm>
              <a:off x="7104240" y="4457880"/>
              <a:ext cx="56520" cy="33120"/>
            </a:xfrm>
            <a:custGeom>
              <a:avLst/>
              <a:gdLst/>
              <a:ahLst/>
              <a:rect l="0" t="0" r="r" b="b"/>
              <a:pathLst>
                <a:path w="157" h="92">
                  <a:moveTo>
                    <a:pt x="0" y="13"/>
                  </a:moveTo>
                  <a:cubicBezTo>
                    <a:pt x="27" y="40"/>
                    <a:pt x="55" y="66"/>
                    <a:pt x="82" y="92"/>
                  </a:cubicBezTo>
                  <a:cubicBezTo>
                    <a:pt x="108" y="66"/>
                    <a:pt x="132" y="40"/>
                    <a:pt x="157" y="13"/>
                  </a:cubicBezTo>
                  <a:cubicBezTo>
                    <a:pt x="108" y="-7"/>
                    <a:pt x="55" y="-2"/>
                    <a:pt x="0" y="13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txBody>
            <a:bodyPr lIns="90000" rIns="90000" tIns="-11880" bIns="-1188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398" name=""/>
            <p:cNvSpPr/>
            <p:nvPr/>
          </p:nvSpPr>
          <p:spPr>
            <a:xfrm>
              <a:off x="7111080" y="4505760"/>
              <a:ext cx="47880" cy="127440"/>
            </a:xfrm>
            <a:custGeom>
              <a:avLst/>
              <a:gdLst/>
              <a:ahLst/>
              <a:rect l="0" t="0" r="r" b="b"/>
              <a:pathLst>
                <a:path w="133" h="354">
                  <a:moveTo>
                    <a:pt x="67" y="0"/>
                  </a:moveTo>
                  <a:cubicBezTo>
                    <a:pt x="89" y="101"/>
                    <a:pt x="111" y="200"/>
                    <a:pt x="133" y="301"/>
                  </a:cubicBezTo>
                  <a:cubicBezTo>
                    <a:pt x="110" y="318"/>
                    <a:pt x="87" y="337"/>
                    <a:pt x="65" y="354"/>
                  </a:cubicBezTo>
                  <a:cubicBezTo>
                    <a:pt x="43" y="337"/>
                    <a:pt x="22" y="318"/>
                    <a:pt x="0" y="301"/>
                  </a:cubicBezTo>
                  <a:cubicBezTo>
                    <a:pt x="23" y="200"/>
                    <a:pt x="45" y="101"/>
                    <a:pt x="67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</p:grpSp>
      <p:grpSp>
        <p:nvGrpSpPr>
          <p:cNvPr id="399" name=""/>
          <p:cNvGrpSpPr/>
          <p:nvPr/>
        </p:nvGrpSpPr>
        <p:grpSpPr>
          <a:xfrm>
            <a:off x="2898000" y="716040"/>
            <a:ext cx="954720" cy="1102320"/>
            <a:chOff x="2898000" y="716040"/>
            <a:chExt cx="954720" cy="1102320"/>
          </a:xfrm>
        </p:grpSpPr>
        <p:sp>
          <p:nvSpPr>
            <p:cNvPr id="400" name=""/>
            <p:cNvSpPr/>
            <p:nvPr/>
          </p:nvSpPr>
          <p:spPr>
            <a:xfrm>
              <a:off x="2898000" y="716040"/>
              <a:ext cx="954720" cy="1102320"/>
            </a:xfrm>
            <a:custGeom>
              <a:avLst/>
              <a:gdLst/>
              <a:ahLst/>
              <a:rect l="0" t="0" r="r" b="b"/>
              <a:pathLst>
                <a:path w="2652" h="3062">
                  <a:moveTo>
                    <a:pt x="0" y="2297"/>
                  </a:moveTo>
                  <a:cubicBezTo>
                    <a:pt x="442" y="2552"/>
                    <a:pt x="884" y="2807"/>
                    <a:pt x="1326" y="3062"/>
                  </a:cubicBezTo>
                  <a:cubicBezTo>
                    <a:pt x="1768" y="2807"/>
                    <a:pt x="2210" y="2552"/>
                    <a:pt x="2652" y="2297"/>
                  </a:cubicBezTo>
                  <a:cubicBezTo>
                    <a:pt x="2652" y="1786"/>
                    <a:pt x="2652" y="1277"/>
                    <a:pt x="2652" y="766"/>
                  </a:cubicBezTo>
                  <a:cubicBezTo>
                    <a:pt x="2210" y="511"/>
                    <a:pt x="1768" y="255"/>
                    <a:pt x="1326" y="0"/>
                  </a:cubicBezTo>
                  <a:cubicBezTo>
                    <a:pt x="884" y="255"/>
                    <a:pt x="442" y="511"/>
                    <a:pt x="0" y="766"/>
                  </a:cubicBezTo>
                  <a:cubicBezTo>
                    <a:pt x="0" y="1277"/>
                    <a:pt x="0" y="1786"/>
                    <a:pt x="0" y="2297"/>
                  </a:cubicBezTo>
                  <a:close/>
                </a:path>
              </a:pathLst>
            </a:custGeom>
            <a:noFill/>
            <a:ln cap="rnd" w="19800">
              <a:solidFill>
                <a:srgbClr val="7f59ae"/>
              </a:solidFill>
              <a:round/>
            </a:ln>
          </p:spPr>
          <p:txBody>
            <a:bodyPr lIns="99720" rIns="99720" tIns="54720" bIns="5472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401" name=""/>
            <p:cNvSpPr/>
            <p:nvPr/>
          </p:nvSpPr>
          <p:spPr>
            <a:xfrm>
              <a:off x="2972160" y="801360"/>
              <a:ext cx="806760" cy="931680"/>
            </a:xfrm>
            <a:custGeom>
              <a:avLst/>
              <a:gdLst/>
              <a:ahLst/>
              <a:rect l="0" t="0" r="r" b="b"/>
              <a:pathLst>
                <a:path w="2241" h="2588">
                  <a:moveTo>
                    <a:pt x="0" y="1941"/>
                  </a:moveTo>
                  <a:cubicBezTo>
                    <a:pt x="373" y="2157"/>
                    <a:pt x="747" y="2372"/>
                    <a:pt x="1120" y="2588"/>
                  </a:cubicBezTo>
                  <a:cubicBezTo>
                    <a:pt x="1494" y="2372"/>
                    <a:pt x="1868" y="2157"/>
                    <a:pt x="2241" y="1941"/>
                  </a:cubicBezTo>
                  <a:cubicBezTo>
                    <a:pt x="2241" y="1510"/>
                    <a:pt x="2241" y="1078"/>
                    <a:pt x="2241" y="647"/>
                  </a:cubicBezTo>
                  <a:cubicBezTo>
                    <a:pt x="1868" y="431"/>
                    <a:pt x="1494" y="216"/>
                    <a:pt x="1120" y="0"/>
                  </a:cubicBezTo>
                  <a:cubicBezTo>
                    <a:pt x="747" y="216"/>
                    <a:pt x="373" y="431"/>
                    <a:pt x="0" y="647"/>
                  </a:cubicBezTo>
                  <a:cubicBezTo>
                    <a:pt x="0" y="1078"/>
                    <a:pt x="0" y="1510"/>
                    <a:pt x="0" y="1941"/>
                  </a:cubicBezTo>
                  <a:close/>
                </a:path>
              </a:pathLst>
            </a:custGeom>
            <a:solidFill>
              <a:srgbClr val="ab93ca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</p:grpSp>
      <p:grpSp>
        <p:nvGrpSpPr>
          <p:cNvPr id="402" name=""/>
          <p:cNvGrpSpPr/>
          <p:nvPr/>
        </p:nvGrpSpPr>
        <p:grpSpPr>
          <a:xfrm>
            <a:off x="3228480" y="1129320"/>
            <a:ext cx="319680" cy="245880"/>
            <a:chOff x="3228480" y="1129320"/>
            <a:chExt cx="319680" cy="245880"/>
          </a:xfrm>
        </p:grpSpPr>
        <p:sp>
          <p:nvSpPr>
            <p:cNvPr id="403" name=""/>
            <p:cNvSpPr/>
            <p:nvPr/>
          </p:nvSpPr>
          <p:spPr>
            <a:xfrm>
              <a:off x="3228480" y="1129320"/>
              <a:ext cx="319680" cy="245880"/>
            </a:xfrm>
            <a:custGeom>
              <a:avLst/>
              <a:gdLst/>
              <a:ahLst/>
              <a:rect l="0" t="0" r="r" b="b"/>
              <a:pathLst>
                <a:path fill="none" w="888" h="683">
                  <a:moveTo>
                    <a:pt x="0" y="0"/>
                  </a:moveTo>
                  <a:cubicBezTo>
                    <a:pt x="0" y="227"/>
                    <a:pt x="0" y="456"/>
                    <a:pt x="0" y="683"/>
                  </a:cubicBezTo>
                  <a:cubicBezTo>
                    <a:pt x="296" y="683"/>
                    <a:pt x="592" y="683"/>
                    <a:pt x="888" y="683"/>
                  </a:cubicBezTo>
                </a:path>
              </a:pathLst>
            </a:custGeom>
            <a:ln w="29880">
              <a:solidFill>
                <a:srgbClr val="ffffff"/>
              </a:solidFill>
              <a:miter/>
            </a:ln>
          </p:spPr>
          <p:txBody>
            <a:bodyPr lIns="104760" rIns="104760" tIns="59760" bIns="5976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404" name=""/>
            <p:cNvSpPr/>
            <p:nvPr/>
          </p:nvSpPr>
          <p:spPr>
            <a:xfrm>
              <a:off x="3277080" y="1168560"/>
              <a:ext cx="228960" cy="158040"/>
            </a:xfrm>
            <a:custGeom>
              <a:avLst/>
              <a:gdLst/>
              <a:ahLst/>
              <a:rect l="0" t="0" r="r" b="b"/>
              <a:pathLst>
                <a:path fill="none" w="636" h="439">
                  <a:moveTo>
                    <a:pt x="0" y="439"/>
                  </a:moveTo>
                  <a:cubicBezTo>
                    <a:pt x="84" y="356"/>
                    <a:pt x="167" y="272"/>
                    <a:pt x="251" y="189"/>
                  </a:cubicBezTo>
                  <a:cubicBezTo>
                    <a:pt x="265" y="240"/>
                    <a:pt x="278" y="291"/>
                    <a:pt x="292" y="343"/>
                  </a:cubicBezTo>
                  <a:cubicBezTo>
                    <a:pt x="407" y="228"/>
                    <a:pt x="521" y="115"/>
                    <a:pt x="636" y="0"/>
                  </a:cubicBezTo>
                </a:path>
              </a:pathLst>
            </a:custGeom>
            <a:ln w="10440">
              <a:solidFill>
                <a:srgbClr val="ffffff"/>
              </a:solidFill>
              <a:miter/>
            </a:ln>
          </p:spPr>
          <p:txBody>
            <a:bodyPr lIns="95040" rIns="95040" tIns="50040" bIns="5004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405" name=""/>
            <p:cNvSpPr/>
            <p:nvPr/>
          </p:nvSpPr>
          <p:spPr>
            <a:xfrm>
              <a:off x="3488760" y="1143000"/>
              <a:ext cx="41040" cy="41760"/>
            </a:xfrm>
            <a:custGeom>
              <a:avLst/>
              <a:gdLst/>
              <a:ahLst/>
              <a:rect l="0" t="0" r="r" b="b"/>
              <a:pathLst>
                <a:path w="114" h="116">
                  <a:moveTo>
                    <a:pt x="0" y="37"/>
                  </a:moveTo>
                  <a:cubicBezTo>
                    <a:pt x="26" y="63"/>
                    <a:pt x="53" y="90"/>
                    <a:pt x="80" y="116"/>
                  </a:cubicBezTo>
                  <a:cubicBezTo>
                    <a:pt x="91" y="78"/>
                    <a:pt x="102" y="38"/>
                    <a:pt x="114" y="0"/>
                  </a:cubicBezTo>
                  <a:cubicBezTo>
                    <a:pt x="76" y="12"/>
                    <a:pt x="38" y="24"/>
                    <a:pt x="0" y="37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txBody>
            <a:bodyPr lIns="90000" rIns="90000" tIns="-3240" bIns="-324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</p:grpSp>
      <p:grpSp>
        <p:nvGrpSpPr>
          <p:cNvPr id="406" name=""/>
          <p:cNvGrpSpPr/>
          <p:nvPr/>
        </p:nvGrpSpPr>
        <p:grpSpPr>
          <a:xfrm>
            <a:off x="2444040" y="1708560"/>
            <a:ext cx="954720" cy="1102320"/>
            <a:chOff x="2444040" y="1708560"/>
            <a:chExt cx="954720" cy="1102320"/>
          </a:xfrm>
        </p:grpSpPr>
        <p:sp>
          <p:nvSpPr>
            <p:cNvPr id="407" name=""/>
            <p:cNvSpPr/>
            <p:nvPr/>
          </p:nvSpPr>
          <p:spPr>
            <a:xfrm>
              <a:off x="2444040" y="1708560"/>
              <a:ext cx="954720" cy="1102320"/>
            </a:xfrm>
            <a:custGeom>
              <a:avLst/>
              <a:gdLst/>
              <a:ahLst/>
              <a:rect l="0" t="0" r="r" b="b"/>
              <a:pathLst>
                <a:path w="2652" h="3062">
                  <a:moveTo>
                    <a:pt x="0" y="2297"/>
                  </a:moveTo>
                  <a:cubicBezTo>
                    <a:pt x="442" y="2552"/>
                    <a:pt x="884" y="2807"/>
                    <a:pt x="1327" y="3062"/>
                  </a:cubicBezTo>
                  <a:cubicBezTo>
                    <a:pt x="1768" y="2807"/>
                    <a:pt x="2211" y="2552"/>
                    <a:pt x="2652" y="2297"/>
                  </a:cubicBezTo>
                  <a:cubicBezTo>
                    <a:pt x="2652" y="1786"/>
                    <a:pt x="2652" y="1277"/>
                    <a:pt x="2652" y="766"/>
                  </a:cubicBezTo>
                  <a:cubicBezTo>
                    <a:pt x="2211" y="511"/>
                    <a:pt x="1768" y="255"/>
                    <a:pt x="1327" y="0"/>
                  </a:cubicBezTo>
                  <a:cubicBezTo>
                    <a:pt x="884" y="255"/>
                    <a:pt x="442" y="511"/>
                    <a:pt x="0" y="766"/>
                  </a:cubicBezTo>
                  <a:cubicBezTo>
                    <a:pt x="0" y="1277"/>
                    <a:pt x="0" y="1786"/>
                    <a:pt x="0" y="2297"/>
                  </a:cubicBezTo>
                  <a:close/>
                </a:path>
              </a:pathLst>
            </a:custGeom>
            <a:noFill/>
            <a:ln cap="rnd" w="19800">
              <a:solidFill>
                <a:srgbClr val="ab93ca"/>
              </a:solidFill>
              <a:round/>
            </a:ln>
          </p:spPr>
          <p:txBody>
            <a:bodyPr lIns="99720" rIns="99720" tIns="54720" bIns="5472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408" name=""/>
            <p:cNvSpPr/>
            <p:nvPr/>
          </p:nvSpPr>
          <p:spPr>
            <a:xfrm>
              <a:off x="2517840" y="1792440"/>
              <a:ext cx="807120" cy="931680"/>
            </a:xfrm>
            <a:custGeom>
              <a:avLst/>
              <a:gdLst/>
              <a:ahLst/>
              <a:rect l="0" t="0" r="r" b="b"/>
              <a:pathLst>
                <a:path w="2242" h="2588">
                  <a:moveTo>
                    <a:pt x="0" y="1941"/>
                  </a:moveTo>
                  <a:cubicBezTo>
                    <a:pt x="373" y="2157"/>
                    <a:pt x="748" y="2372"/>
                    <a:pt x="1121" y="2588"/>
                  </a:cubicBezTo>
                  <a:cubicBezTo>
                    <a:pt x="1494" y="2372"/>
                    <a:pt x="1869" y="2157"/>
                    <a:pt x="2242" y="1941"/>
                  </a:cubicBezTo>
                  <a:cubicBezTo>
                    <a:pt x="2242" y="1510"/>
                    <a:pt x="2242" y="1078"/>
                    <a:pt x="2242" y="647"/>
                  </a:cubicBezTo>
                  <a:cubicBezTo>
                    <a:pt x="1869" y="431"/>
                    <a:pt x="1494" y="216"/>
                    <a:pt x="1121" y="0"/>
                  </a:cubicBezTo>
                  <a:cubicBezTo>
                    <a:pt x="748" y="216"/>
                    <a:pt x="373" y="431"/>
                    <a:pt x="0" y="647"/>
                  </a:cubicBezTo>
                  <a:cubicBezTo>
                    <a:pt x="0" y="1078"/>
                    <a:pt x="0" y="1510"/>
                    <a:pt x="0" y="1941"/>
                  </a:cubicBezTo>
                  <a:close/>
                </a:path>
              </a:pathLst>
            </a:custGeom>
            <a:solidFill>
              <a:srgbClr val="7f59ae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</p:grpSp>
      <p:grpSp>
        <p:nvGrpSpPr>
          <p:cNvPr id="409" name=""/>
          <p:cNvGrpSpPr/>
          <p:nvPr/>
        </p:nvGrpSpPr>
        <p:grpSpPr>
          <a:xfrm>
            <a:off x="2697480" y="2119320"/>
            <a:ext cx="479160" cy="334440"/>
            <a:chOff x="2697480" y="2119320"/>
            <a:chExt cx="479160" cy="334440"/>
          </a:xfrm>
        </p:grpSpPr>
        <p:sp>
          <p:nvSpPr>
            <p:cNvPr id="410" name=""/>
            <p:cNvSpPr/>
            <p:nvPr/>
          </p:nvSpPr>
          <p:spPr>
            <a:xfrm>
              <a:off x="2934720" y="2257920"/>
              <a:ext cx="45720" cy="45720"/>
            </a:xfrm>
            <a:custGeom>
              <a:avLst/>
              <a:gdLst/>
              <a:ahLst/>
              <a:rect l="0" t="0" r="r" b="b"/>
              <a:pathLst>
                <a:path w="127" h="127">
                  <a:moveTo>
                    <a:pt x="127" y="63"/>
                  </a:moveTo>
                  <a:cubicBezTo>
                    <a:pt x="127" y="74"/>
                    <a:pt x="124" y="86"/>
                    <a:pt x="119" y="95"/>
                  </a:cubicBezTo>
                  <a:cubicBezTo>
                    <a:pt x="113" y="105"/>
                    <a:pt x="105" y="113"/>
                    <a:pt x="95" y="119"/>
                  </a:cubicBezTo>
                  <a:cubicBezTo>
                    <a:pt x="86" y="124"/>
                    <a:pt x="74" y="127"/>
                    <a:pt x="64" y="127"/>
                  </a:cubicBezTo>
                  <a:cubicBezTo>
                    <a:pt x="52" y="127"/>
                    <a:pt x="41" y="124"/>
                    <a:pt x="31" y="119"/>
                  </a:cubicBezTo>
                  <a:cubicBezTo>
                    <a:pt x="22" y="113"/>
                    <a:pt x="14" y="105"/>
                    <a:pt x="8" y="95"/>
                  </a:cubicBezTo>
                  <a:cubicBezTo>
                    <a:pt x="2" y="86"/>
                    <a:pt x="0" y="74"/>
                    <a:pt x="0" y="63"/>
                  </a:cubicBezTo>
                  <a:cubicBezTo>
                    <a:pt x="0" y="52"/>
                    <a:pt x="3" y="41"/>
                    <a:pt x="8" y="31"/>
                  </a:cubicBezTo>
                  <a:cubicBezTo>
                    <a:pt x="14" y="22"/>
                    <a:pt x="22" y="14"/>
                    <a:pt x="31" y="8"/>
                  </a:cubicBezTo>
                  <a:cubicBezTo>
                    <a:pt x="41" y="2"/>
                    <a:pt x="52" y="0"/>
                    <a:pt x="64" y="0"/>
                  </a:cubicBezTo>
                  <a:cubicBezTo>
                    <a:pt x="74" y="0"/>
                    <a:pt x="86" y="2"/>
                    <a:pt x="95" y="8"/>
                  </a:cubicBezTo>
                  <a:cubicBezTo>
                    <a:pt x="105" y="14"/>
                    <a:pt x="113" y="22"/>
                    <a:pt x="119" y="31"/>
                  </a:cubicBezTo>
                  <a:cubicBezTo>
                    <a:pt x="124" y="41"/>
                    <a:pt x="127" y="52"/>
                    <a:pt x="127" y="63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txBody>
            <a:bodyPr lIns="90000" rIns="90000" tIns="720" bIns="72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411" name=""/>
            <p:cNvSpPr/>
            <p:nvPr/>
          </p:nvSpPr>
          <p:spPr>
            <a:xfrm>
              <a:off x="2998440" y="2257920"/>
              <a:ext cx="45720" cy="45720"/>
            </a:xfrm>
            <a:custGeom>
              <a:avLst/>
              <a:gdLst/>
              <a:ahLst/>
              <a:rect l="0" t="0" r="r" b="b"/>
              <a:pathLst>
                <a:path w="127" h="127">
                  <a:moveTo>
                    <a:pt x="127" y="63"/>
                  </a:moveTo>
                  <a:cubicBezTo>
                    <a:pt x="127" y="74"/>
                    <a:pt x="124" y="86"/>
                    <a:pt x="119" y="95"/>
                  </a:cubicBezTo>
                  <a:cubicBezTo>
                    <a:pt x="113" y="105"/>
                    <a:pt x="105" y="113"/>
                    <a:pt x="95" y="119"/>
                  </a:cubicBezTo>
                  <a:cubicBezTo>
                    <a:pt x="86" y="124"/>
                    <a:pt x="74" y="127"/>
                    <a:pt x="64" y="127"/>
                  </a:cubicBezTo>
                  <a:cubicBezTo>
                    <a:pt x="52" y="127"/>
                    <a:pt x="41" y="124"/>
                    <a:pt x="31" y="119"/>
                  </a:cubicBezTo>
                  <a:cubicBezTo>
                    <a:pt x="22" y="113"/>
                    <a:pt x="14" y="105"/>
                    <a:pt x="8" y="95"/>
                  </a:cubicBezTo>
                  <a:cubicBezTo>
                    <a:pt x="2" y="86"/>
                    <a:pt x="0" y="74"/>
                    <a:pt x="0" y="63"/>
                  </a:cubicBezTo>
                  <a:cubicBezTo>
                    <a:pt x="0" y="52"/>
                    <a:pt x="3" y="41"/>
                    <a:pt x="8" y="31"/>
                  </a:cubicBezTo>
                  <a:cubicBezTo>
                    <a:pt x="14" y="22"/>
                    <a:pt x="22" y="14"/>
                    <a:pt x="31" y="8"/>
                  </a:cubicBezTo>
                  <a:cubicBezTo>
                    <a:pt x="41" y="2"/>
                    <a:pt x="52" y="0"/>
                    <a:pt x="64" y="0"/>
                  </a:cubicBezTo>
                  <a:cubicBezTo>
                    <a:pt x="74" y="0"/>
                    <a:pt x="86" y="2"/>
                    <a:pt x="95" y="8"/>
                  </a:cubicBezTo>
                  <a:cubicBezTo>
                    <a:pt x="105" y="14"/>
                    <a:pt x="113" y="22"/>
                    <a:pt x="119" y="31"/>
                  </a:cubicBezTo>
                  <a:cubicBezTo>
                    <a:pt x="124" y="41"/>
                    <a:pt x="127" y="52"/>
                    <a:pt x="127" y="63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txBody>
            <a:bodyPr lIns="90000" rIns="90000" tIns="720" bIns="72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412" name=""/>
            <p:cNvSpPr/>
            <p:nvPr/>
          </p:nvSpPr>
          <p:spPr>
            <a:xfrm>
              <a:off x="3058560" y="2257920"/>
              <a:ext cx="46080" cy="45720"/>
            </a:xfrm>
            <a:custGeom>
              <a:avLst/>
              <a:gdLst/>
              <a:ahLst/>
              <a:rect l="0" t="0" r="r" b="b"/>
              <a:pathLst>
                <a:path w="128" h="127">
                  <a:moveTo>
                    <a:pt x="128" y="63"/>
                  </a:moveTo>
                  <a:cubicBezTo>
                    <a:pt x="128" y="74"/>
                    <a:pt x="124" y="86"/>
                    <a:pt x="119" y="95"/>
                  </a:cubicBezTo>
                  <a:cubicBezTo>
                    <a:pt x="113" y="105"/>
                    <a:pt x="105" y="113"/>
                    <a:pt x="95" y="119"/>
                  </a:cubicBezTo>
                  <a:cubicBezTo>
                    <a:pt x="85" y="124"/>
                    <a:pt x="75" y="127"/>
                    <a:pt x="64" y="127"/>
                  </a:cubicBezTo>
                  <a:cubicBezTo>
                    <a:pt x="52" y="127"/>
                    <a:pt x="42" y="124"/>
                    <a:pt x="32" y="119"/>
                  </a:cubicBezTo>
                  <a:cubicBezTo>
                    <a:pt x="22" y="113"/>
                    <a:pt x="15" y="105"/>
                    <a:pt x="9" y="95"/>
                  </a:cubicBezTo>
                  <a:cubicBezTo>
                    <a:pt x="3" y="86"/>
                    <a:pt x="0" y="74"/>
                    <a:pt x="0" y="63"/>
                  </a:cubicBezTo>
                  <a:cubicBezTo>
                    <a:pt x="0" y="52"/>
                    <a:pt x="3" y="41"/>
                    <a:pt x="9" y="31"/>
                  </a:cubicBezTo>
                  <a:cubicBezTo>
                    <a:pt x="14" y="22"/>
                    <a:pt x="22" y="13"/>
                    <a:pt x="32" y="8"/>
                  </a:cubicBezTo>
                  <a:cubicBezTo>
                    <a:pt x="42" y="2"/>
                    <a:pt x="52" y="0"/>
                    <a:pt x="64" y="0"/>
                  </a:cubicBezTo>
                  <a:cubicBezTo>
                    <a:pt x="75" y="0"/>
                    <a:pt x="85" y="2"/>
                    <a:pt x="95" y="8"/>
                  </a:cubicBezTo>
                  <a:cubicBezTo>
                    <a:pt x="105" y="13"/>
                    <a:pt x="114" y="22"/>
                    <a:pt x="119" y="31"/>
                  </a:cubicBezTo>
                  <a:cubicBezTo>
                    <a:pt x="125" y="41"/>
                    <a:pt x="128" y="52"/>
                    <a:pt x="128" y="63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txBody>
            <a:bodyPr lIns="90000" rIns="90000" tIns="720" bIns="72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413" name=""/>
            <p:cNvSpPr/>
            <p:nvPr/>
          </p:nvSpPr>
          <p:spPr>
            <a:xfrm>
              <a:off x="2805480" y="2172600"/>
              <a:ext cx="371160" cy="257040"/>
            </a:xfrm>
            <a:custGeom>
              <a:avLst/>
              <a:gdLst/>
              <a:ahLst/>
              <a:rect l="0" t="0" r="r" b="b"/>
              <a:pathLst>
                <a:path w="1031" h="714">
                  <a:moveTo>
                    <a:pt x="268" y="0"/>
                  </a:moveTo>
                  <a:cubicBezTo>
                    <a:pt x="120" y="0"/>
                    <a:pt x="0" y="120"/>
                    <a:pt x="0" y="268"/>
                  </a:cubicBezTo>
                  <a:cubicBezTo>
                    <a:pt x="0" y="282"/>
                    <a:pt x="0" y="297"/>
                    <a:pt x="0" y="311"/>
                  </a:cubicBezTo>
                  <a:cubicBezTo>
                    <a:pt x="0" y="460"/>
                    <a:pt x="120" y="579"/>
                    <a:pt x="268" y="579"/>
                  </a:cubicBezTo>
                  <a:cubicBezTo>
                    <a:pt x="330" y="579"/>
                    <a:pt x="390" y="579"/>
                    <a:pt x="451" y="579"/>
                  </a:cubicBezTo>
                  <a:cubicBezTo>
                    <a:pt x="506" y="624"/>
                    <a:pt x="562" y="669"/>
                    <a:pt x="617" y="714"/>
                  </a:cubicBezTo>
                  <a:cubicBezTo>
                    <a:pt x="617" y="669"/>
                    <a:pt x="617" y="624"/>
                    <a:pt x="617" y="579"/>
                  </a:cubicBezTo>
                  <a:cubicBezTo>
                    <a:pt x="665" y="579"/>
                    <a:pt x="714" y="579"/>
                    <a:pt x="763" y="579"/>
                  </a:cubicBezTo>
                  <a:cubicBezTo>
                    <a:pt x="911" y="579"/>
                    <a:pt x="1031" y="460"/>
                    <a:pt x="1031" y="311"/>
                  </a:cubicBezTo>
                  <a:cubicBezTo>
                    <a:pt x="1031" y="297"/>
                    <a:pt x="1031" y="282"/>
                    <a:pt x="1031" y="268"/>
                  </a:cubicBezTo>
                  <a:cubicBezTo>
                    <a:pt x="1031" y="120"/>
                    <a:pt x="911" y="0"/>
                    <a:pt x="763" y="0"/>
                  </a:cubicBezTo>
                  <a:cubicBezTo>
                    <a:pt x="598" y="0"/>
                    <a:pt x="433" y="0"/>
                    <a:pt x="268" y="0"/>
                  </a:cubicBezTo>
                  <a:close/>
                </a:path>
              </a:pathLst>
            </a:custGeom>
            <a:noFill/>
            <a:ln cap="rnd" w="9360">
              <a:solidFill>
                <a:srgbClr val="ffffff"/>
              </a:solidFill>
              <a:round/>
            </a:ln>
          </p:spPr>
          <p:txBody>
            <a:bodyPr lIns="94680" rIns="94680" tIns="49680" bIns="4968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414" name=""/>
            <p:cNvSpPr/>
            <p:nvPr/>
          </p:nvSpPr>
          <p:spPr>
            <a:xfrm>
              <a:off x="2697480" y="2119320"/>
              <a:ext cx="281880" cy="281880"/>
            </a:xfrm>
            <a:custGeom>
              <a:avLst/>
              <a:gdLst/>
              <a:ahLst/>
              <a:rect l="0" t="0" r="r" b="b"/>
              <a:pathLst>
                <a:path w="783" h="783">
                  <a:moveTo>
                    <a:pt x="783" y="392"/>
                  </a:moveTo>
                  <a:cubicBezTo>
                    <a:pt x="783" y="461"/>
                    <a:pt x="765" y="528"/>
                    <a:pt x="731" y="588"/>
                  </a:cubicBezTo>
                  <a:cubicBezTo>
                    <a:pt x="696" y="647"/>
                    <a:pt x="647" y="697"/>
                    <a:pt x="588" y="731"/>
                  </a:cubicBezTo>
                  <a:cubicBezTo>
                    <a:pt x="528" y="765"/>
                    <a:pt x="460" y="783"/>
                    <a:pt x="392" y="783"/>
                  </a:cubicBezTo>
                  <a:cubicBezTo>
                    <a:pt x="323" y="783"/>
                    <a:pt x="255" y="765"/>
                    <a:pt x="196" y="731"/>
                  </a:cubicBezTo>
                  <a:cubicBezTo>
                    <a:pt x="136" y="697"/>
                    <a:pt x="87" y="647"/>
                    <a:pt x="52" y="588"/>
                  </a:cubicBezTo>
                  <a:cubicBezTo>
                    <a:pt x="17" y="528"/>
                    <a:pt x="0" y="461"/>
                    <a:pt x="0" y="392"/>
                  </a:cubicBezTo>
                  <a:cubicBezTo>
                    <a:pt x="0" y="323"/>
                    <a:pt x="17" y="255"/>
                    <a:pt x="52" y="196"/>
                  </a:cubicBezTo>
                  <a:cubicBezTo>
                    <a:pt x="87" y="136"/>
                    <a:pt x="136" y="87"/>
                    <a:pt x="196" y="52"/>
                  </a:cubicBezTo>
                  <a:cubicBezTo>
                    <a:pt x="255" y="18"/>
                    <a:pt x="323" y="0"/>
                    <a:pt x="392" y="0"/>
                  </a:cubicBezTo>
                  <a:cubicBezTo>
                    <a:pt x="460" y="0"/>
                    <a:pt x="528" y="18"/>
                    <a:pt x="588" y="52"/>
                  </a:cubicBezTo>
                  <a:cubicBezTo>
                    <a:pt x="647" y="87"/>
                    <a:pt x="696" y="136"/>
                    <a:pt x="731" y="196"/>
                  </a:cubicBezTo>
                  <a:cubicBezTo>
                    <a:pt x="765" y="255"/>
                    <a:pt x="783" y="323"/>
                    <a:pt x="783" y="392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415" name=""/>
            <p:cNvSpPr/>
            <p:nvPr/>
          </p:nvSpPr>
          <p:spPr>
            <a:xfrm>
              <a:off x="2765160" y="2370240"/>
              <a:ext cx="83520" cy="83520"/>
            </a:xfrm>
            <a:custGeom>
              <a:avLst/>
              <a:gdLst/>
              <a:ahLst/>
              <a:rect l="0" t="0" r="r" b="b"/>
              <a:pathLst>
                <a:path w="232" h="232">
                  <a:moveTo>
                    <a:pt x="0" y="232"/>
                  </a:moveTo>
                  <a:cubicBezTo>
                    <a:pt x="77" y="155"/>
                    <a:pt x="155" y="77"/>
                    <a:pt x="232" y="0"/>
                  </a:cubicBezTo>
                  <a:cubicBezTo>
                    <a:pt x="155" y="0"/>
                    <a:pt x="77" y="0"/>
                    <a:pt x="0" y="0"/>
                  </a:cubicBezTo>
                  <a:cubicBezTo>
                    <a:pt x="0" y="77"/>
                    <a:pt x="0" y="155"/>
                    <a:pt x="0" y="232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txBody>
            <a:bodyPr lIns="90000" rIns="90000" tIns="38520" bIns="3852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416" name=""/>
            <p:cNvSpPr/>
            <p:nvPr/>
          </p:nvSpPr>
          <p:spPr>
            <a:xfrm>
              <a:off x="2746800" y="2244240"/>
              <a:ext cx="46080" cy="46080"/>
            </a:xfrm>
            <a:custGeom>
              <a:avLst/>
              <a:gdLst/>
              <a:ahLst/>
              <a:rect l="0" t="0" r="r" b="b"/>
              <a:pathLst>
                <a:path w="128" h="128">
                  <a:moveTo>
                    <a:pt x="128" y="64"/>
                  </a:moveTo>
                  <a:cubicBezTo>
                    <a:pt x="128" y="75"/>
                    <a:pt x="124" y="86"/>
                    <a:pt x="119" y="95"/>
                  </a:cubicBezTo>
                  <a:cubicBezTo>
                    <a:pt x="114" y="105"/>
                    <a:pt x="105" y="114"/>
                    <a:pt x="95" y="119"/>
                  </a:cubicBezTo>
                  <a:cubicBezTo>
                    <a:pt x="86" y="124"/>
                    <a:pt x="75" y="128"/>
                    <a:pt x="64" y="128"/>
                  </a:cubicBezTo>
                  <a:cubicBezTo>
                    <a:pt x="52" y="128"/>
                    <a:pt x="42" y="124"/>
                    <a:pt x="31" y="119"/>
                  </a:cubicBezTo>
                  <a:cubicBezTo>
                    <a:pt x="21" y="114"/>
                    <a:pt x="15" y="105"/>
                    <a:pt x="9" y="95"/>
                  </a:cubicBezTo>
                  <a:cubicBezTo>
                    <a:pt x="3" y="86"/>
                    <a:pt x="0" y="75"/>
                    <a:pt x="0" y="64"/>
                  </a:cubicBezTo>
                  <a:cubicBezTo>
                    <a:pt x="0" y="52"/>
                    <a:pt x="3" y="41"/>
                    <a:pt x="9" y="31"/>
                  </a:cubicBezTo>
                  <a:cubicBezTo>
                    <a:pt x="14" y="22"/>
                    <a:pt x="21" y="14"/>
                    <a:pt x="31" y="9"/>
                  </a:cubicBezTo>
                  <a:cubicBezTo>
                    <a:pt x="41" y="3"/>
                    <a:pt x="52" y="0"/>
                    <a:pt x="64" y="0"/>
                  </a:cubicBezTo>
                  <a:cubicBezTo>
                    <a:pt x="75" y="0"/>
                    <a:pt x="86" y="3"/>
                    <a:pt x="95" y="9"/>
                  </a:cubicBezTo>
                  <a:cubicBezTo>
                    <a:pt x="105" y="15"/>
                    <a:pt x="114" y="22"/>
                    <a:pt x="119" y="31"/>
                  </a:cubicBezTo>
                  <a:cubicBezTo>
                    <a:pt x="124" y="41"/>
                    <a:pt x="128" y="52"/>
                    <a:pt x="128" y="64"/>
                  </a:cubicBezTo>
                  <a:close/>
                </a:path>
              </a:pathLst>
            </a:custGeom>
            <a:solidFill>
              <a:srgbClr val="8467b5"/>
            </a:solidFill>
            <a:ln w="0">
              <a:noFill/>
            </a:ln>
          </p:spPr>
          <p:txBody>
            <a:bodyPr lIns="90000" rIns="90000" tIns="1080" bIns="108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417" name=""/>
            <p:cNvSpPr/>
            <p:nvPr/>
          </p:nvSpPr>
          <p:spPr>
            <a:xfrm>
              <a:off x="2810160" y="2244240"/>
              <a:ext cx="46080" cy="46080"/>
            </a:xfrm>
            <a:custGeom>
              <a:avLst/>
              <a:gdLst/>
              <a:ahLst/>
              <a:rect l="0" t="0" r="r" b="b"/>
              <a:pathLst>
                <a:path w="128" h="128">
                  <a:moveTo>
                    <a:pt x="128" y="64"/>
                  </a:moveTo>
                  <a:cubicBezTo>
                    <a:pt x="128" y="75"/>
                    <a:pt x="124" y="86"/>
                    <a:pt x="119" y="95"/>
                  </a:cubicBezTo>
                  <a:cubicBezTo>
                    <a:pt x="114" y="105"/>
                    <a:pt x="105" y="114"/>
                    <a:pt x="95" y="119"/>
                  </a:cubicBezTo>
                  <a:cubicBezTo>
                    <a:pt x="86" y="124"/>
                    <a:pt x="75" y="128"/>
                    <a:pt x="64" y="128"/>
                  </a:cubicBezTo>
                  <a:cubicBezTo>
                    <a:pt x="52" y="128"/>
                    <a:pt x="42" y="124"/>
                    <a:pt x="31" y="119"/>
                  </a:cubicBezTo>
                  <a:cubicBezTo>
                    <a:pt x="21" y="114"/>
                    <a:pt x="15" y="105"/>
                    <a:pt x="9" y="95"/>
                  </a:cubicBezTo>
                  <a:cubicBezTo>
                    <a:pt x="3" y="86"/>
                    <a:pt x="0" y="75"/>
                    <a:pt x="0" y="64"/>
                  </a:cubicBezTo>
                  <a:cubicBezTo>
                    <a:pt x="0" y="52"/>
                    <a:pt x="3" y="41"/>
                    <a:pt x="9" y="31"/>
                  </a:cubicBezTo>
                  <a:cubicBezTo>
                    <a:pt x="14" y="22"/>
                    <a:pt x="21" y="14"/>
                    <a:pt x="31" y="9"/>
                  </a:cubicBezTo>
                  <a:cubicBezTo>
                    <a:pt x="41" y="3"/>
                    <a:pt x="52" y="0"/>
                    <a:pt x="64" y="0"/>
                  </a:cubicBezTo>
                  <a:cubicBezTo>
                    <a:pt x="75" y="0"/>
                    <a:pt x="86" y="3"/>
                    <a:pt x="95" y="9"/>
                  </a:cubicBezTo>
                  <a:cubicBezTo>
                    <a:pt x="105" y="15"/>
                    <a:pt x="114" y="22"/>
                    <a:pt x="119" y="31"/>
                  </a:cubicBezTo>
                  <a:cubicBezTo>
                    <a:pt x="124" y="41"/>
                    <a:pt x="128" y="52"/>
                    <a:pt x="128" y="64"/>
                  </a:cubicBezTo>
                  <a:close/>
                </a:path>
              </a:pathLst>
            </a:custGeom>
            <a:solidFill>
              <a:srgbClr val="8467b5"/>
            </a:solidFill>
            <a:ln w="0">
              <a:noFill/>
            </a:ln>
          </p:spPr>
          <p:txBody>
            <a:bodyPr lIns="90000" rIns="90000" tIns="1080" bIns="108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418" name=""/>
            <p:cNvSpPr/>
            <p:nvPr/>
          </p:nvSpPr>
          <p:spPr>
            <a:xfrm>
              <a:off x="2870640" y="2244240"/>
              <a:ext cx="45720" cy="46080"/>
            </a:xfrm>
            <a:custGeom>
              <a:avLst/>
              <a:gdLst/>
              <a:ahLst/>
              <a:rect l="0" t="0" r="r" b="b"/>
              <a:pathLst>
                <a:path w="127" h="128">
                  <a:moveTo>
                    <a:pt x="127" y="64"/>
                  </a:moveTo>
                  <a:cubicBezTo>
                    <a:pt x="127" y="75"/>
                    <a:pt x="124" y="86"/>
                    <a:pt x="119" y="95"/>
                  </a:cubicBezTo>
                  <a:cubicBezTo>
                    <a:pt x="113" y="105"/>
                    <a:pt x="105" y="114"/>
                    <a:pt x="95" y="119"/>
                  </a:cubicBezTo>
                  <a:cubicBezTo>
                    <a:pt x="86" y="124"/>
                    <a:pt x="73" y="128"/>
                    <a:pt x="63" y="128"/>
                  </a:cubicBezTo>
                  <a:cubicBezTo>
                    <a:pt x="52" y="128"/>
                    <a:pt x="41" y="124"/>
                    <a:pt x="31" y="119"/>
                  </a:cubicBezTo>
                  <a:cubicBezTo>
                    <a:pt x="22" y="114"/>
                    <a:pt x="14" y="105"/>
                    <a:pt x="8" y="95"/>
                  </a:cubicBezTo>
                  <a:cubicBezTo>
                    <a:pt x="2" y="86"/>
                    <a:pt x="0" y="75"/>
                    <a:pt x="0" y="64"/>
                  </a:cubicBezTo>
                  <a:cubicBezTo>
                    <a:pt x="0" y="52"/>
                    <a:pt x="3" y="41"/>
                    <a:pt x="8" y="31"/>
                  </a:cubicBezTo>
                  <a:cubicBezTo>
                    <a:pt x="14" y="22"/>
                    <a:pt x="22" y="15"/>
                    <a:pt x="31" y="9"/>
                  </a:cubicBezTo>
                  <a:cubicBezTo>
                    <a:pt x="41" y="3"/>
                    <a:pt x="52" y="0"/>
                    <a:pt x="63" y="0"/>
                  </a:cubicBezTo>
                  <a:cubicBezTo>
                    <a:pt x="74" y="0"/>
                    <a:pt x="86" y="3"/>
                    <a:pt x="95" y="9"/>
                  </a:cubicBezTo>
                  <a:cubicBezTo>
                    <a:pt x="105" y="15"/>
                    <a:pt x="113" y="22"/>
                    <a:pt x="119" y="31"/>
                  </a:cubicBezTo>
                  <a:cubicBezTo>
                    <a:pt x="124" y="41"/>
                    <a:pt x="127" y="52"/>
                    <a:pt x="127" y="64"/>
                  </a:cubicBezTo>
                  <a:close/>
                </a:path>
              </a:pathLst>
            </a:custGeom>
            <a:solidFill>
              <a:srgbClr val="8467b5"/>
            </a:solidFill>
            <a:ln w="0">
              <a:noFill/>
            </a:ln>
          </p:spPr>
          <p:txBody>
            <a:bodyPr lIns="90000" rIns="90000" tIns="1080" bIns="108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</p:grpSp>
      <p:grpSp>
        <p:nvGrpSpPr>
          <p:cNvPr id="419" name=""/>
          <p:cNvGrpSpPr/>
          <p:nvPr/>
        </p:nvGrpSpPr>
        <p:grpSpPr>
          <a:xfrm>
            <a:off x="2932560" y="2736000"/>
            <a:ext cx="954720" cy="1102320"/>
            <a:chOff x="2932560" y="2736000"/>
            <a:chExt cx="954720" cy="1102320"/>
          </a:xfrm>
        </p:grpSpPr>
        <p:sp>
          <p:nvSpPr>
            <p:cNvPr id="420" name=""/>
            <p:cNvSpPr/>
            <p:nvPr/>
          </p:nvSpPr>
          <p:spPr>
            <a:xfrm>
              <a:off x="2932560" y="2736000"/>
              <a:ext cx="954720" cy="1102320"/>
            </a:xfrm>
            <a:custGeom>
              <a:avLst/>
              <a:gdLst/>
              <a:ahLst/>
              <a:rect l="0" t="0" r="r" b="b"/>
              <a:pathLst>
                <a:path w="2652" h="3062">
                  <a:moveTo>
                    <a:pt x="0" y="2296"/>
                  </a:moveTo>
                  <a:cubicBezTo>
                    <a:pt x="442" y="2552"/>
                    <a:pt x="884" y="2807"/>
                    <a:pt x="1326" y="3062"/>
                  </a:cubicBezTo>
                  <a:cubicBezTo>
                    <a:pt x="1768" y="2807"/>
                    <a:pt x="2210" y="2552"/>
                    <a:pt x="2652" y="2296"/>
                  </a:cubicBezTo>
                  <a:cubicBezTo>
                    <a:pt x="2652" y="1786"/>
                    <a:pt x="2652" y="1276"/>
                    <a:pt x="2652" y="765"/>
                  </a:cubicBezTo>
                  <a:cubicBezTo>
                    <a:pt x="2210" y="510"/>
                    <a:pt x="1768" y="255"/>
                    <a:pt x="1326" y="0"/>
                  </a:cubicBezTo>
                  <a:cubicBezTo>
                    <a:pt x="884" y="255"/>
                    <a:pt x="442" y="510"/>
                    <a:pt x="0" y="765"/>
                  </a:cubicBezTo>
                  <a:cubicBezTo>
                    <a:pt x="0" y="1276"/>
                    <a:pt x="0" y="1786"/>
                    <a:pt x="0" y="2296"/>
                  </a:cubicBezTo>
                  <a:close/>
                </a:path>
              </a:pathLst>
            </a:custGeom>
            <a:noFill/>
            <a:ln cap="rnd" w="19800">
              <a:solidFill>
                <a:srgbClr val="60c4e4"/>
              </a:solidFill>
              <a:round/>
            </a:ln>
          </p:spPr>
          <p:txBody>
            <a:bodyPr lIns="99720" rIns="99720" tIns="54720" bIns="5472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421" name=""/>
            <p:cNvSpPr/>
            <p:nvPr/>
          </p:nvSpPr>
          <p:spPr>
            <a:xfrm>
              <a:off x="3006360" y="2821320"/>
              <a:ext cx="806760" cy="931680"/>
            </a:xfrm>
            <a:custGeom>
              <a:avLst/>
              <a:gdLst/>
              <a:ahLst/>
              <a:rect l="0" t="0" r="r" b="b"/>
              <a:pathLst>
                <a:path w="2241" h="2588">
                  <a:moveTo>
                    <a:pt x="0" y="1941"/>
                  </a:moveTo>
                  <a:cubicBezTo>
                    <a:pt x="373" y="2157"/>
                    <a:pt x="748" y="2372"/>
                    <a:pt x="1121" y="2588"/>
                  </a:cubicBezTo>
                  <a:cubicBezTo>
                    <a:pt x="1494" y="2372"/>
                    <a:pt x="1868" y="2157"/>
                    <a:pt x="2241" y="1941"/>
                  </a:cubicBezTo>
                  <a:cubicBezTo>
                    <a:pt x="2241" y="1510"/>
                    <a:pt x="2241" y="1078"/>
                    <a:pt x="2241" y="647"/>
                  </a:cubicBezTo>
                  <a:cubicBezTo>
                    <a:pt x="1868" y="431"/>
                    <a:pt x="1494" y="216"/>
                    <a:pt x="1121" y="0"/>
                  </a:cubicBezTo>
                  <a:cubicBezTo>
                    <a:pt x="748" y="216"/>
                    <a:pt x="373" y="431"/>
                    <a:pt x="0" y="647"/>
                  </a:cubicBezTo>
                  <a:cubicBezTo>
                    <a:pt x="0" y="1078"/>
                    <a:pt x="0" y="1510"/>
                    <a:pt x="0" y="1941"/>
                  </a:cubicBezTo>
                  <a:close/>
                </a:path>
              </a:pathLst>
            </a:custGeom>
            <a:solidFill>
              <a:srgbClr val="a9dff1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</p:grpSp>
      <p:grpSp>
        <p:nvGrpSpPr>
          <p:cNvPr id="422" name=""/>
          <p:cNvGrpSpPr/>
          <p:nvPr/>
        </p:nvGrpSpPr>
        <p:grpSpPr>
          <a:xfrm>
            <a:off x="3277080" y="3061800"/>
            <a:ext cx="265320" cy="436680"/>
            <a:chOff x="3277080" y="3061800"/>
            <a:chExt cx="265320" cy="436680"/>
          </a:xfrm>
        </p:grpSpPr>
        <p:sp>
          <p:nvSpPr>
            <p:cNvPr id="423" name=""/>
            <p:cNvSpPr/>
            <p:nvPr/>
          </p:nvSpPr>
          <p:spPr>
            <a:xfrm>
              <a:off x="3277080" y="3061800"/>
              <a:ext cx="265320" cy="321840"/>
            </a:xfrm>
            <a:custGeom>
              <a:avLst/>
              <a:gdLst/>
              <a:ahLst/>
              <a:rect l="0" t="0" r="r" b="b"/>
              <a:pathLst>
                <a:path w="737" h="894">
                  <a:moveTo>
                    <a:pt x="369" y="0"/>
                  </a:moveTo>
                  <a:cubicBezTo>
                    <a:pt x="165" y="0"/>
                    <a:pt x="0" y="165"/>
                    <a:pt x="0" y="369"/>
                  </a:cubicBezTo>
                  <a:cubicBezTo>
                    <a:pt x="0" y="442"/>
                    <a:pt x="22" y="515"/>
                    <a:pt x="64" y="575"/>
                  </a:cubicBezTo>
                  <a:lnTo>
                    <a:pt x="63" y="575"/>
                  </a:lnTo>
                  <a:cubicBezTo>
                    <a:pt x="83" y="630"/>
                    <a:pt x="198" y="788"/>
                    <a:pt x="202" y="893"/>
                  </a:cubicBezTo>
                  <a:cubicBezTo>
                    <a:pt x="308" y="893"/>
                    <a:pt x="414" y="894"/>
                    <a:pt x="519" y="894"/>
                  </a:cubicBezTo>
                  <a:cubicBezTo>
                    <a:pt x="523" y="794"/>
                    <a:pt x="603" y="677"/>
                    <a:pt x="650" y="609"/>
                  </a:cubicBezTo>
                  <a:cubicBezTo>
                    <a:pt x="707" y="541"/>
                    <a:pt x="737" y="456"/>
                    <a:pt x="737" y="369"/>
                  </a:cubicBezTo>
                  <a:cubicBezTo>
                    <a:pt x="737" y="165"/>
                    <a:pt x="573" y="0"/>
                    <a:pt x="369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424" name=""/>
            <p:cNvSpPr/>
            <p:nvPr/>
          </p:nvSpPr>
          <p:spPr>
            <a:xfrm>
              <a:off x="3314520" y="3382560"/>
              <a:ext cx="184320" cy="29520"/>
            </a:xfrm>
            <a:custGeom>
              <a:avLst/>
              <a:gdLst/>
              <a:ahLst/>
              <a:rect l="0" t="0" r="r" b="b"/>
              <a:pathLst>
                <a:path w="512" h="82">
                  <a:moveTo>
                    <a:pt x="255" y="82"/>
                  </a:moveTo>
                  <a:cubicBezTo>
                    <a:pt x="327" y="82"/>
                    <a:pt x="399" y="82"/>
                    <a:pt x="470" y="82"/>
                  </a:cubicBezTo>
                  <a:cubicBezTo>
                    <a:pt x="493" y="82"/>
                    <a:pt x="512" y="64"/>
                    <a:pt x="512" y="41"/>
                  </a:cubicBezTo>
                  <a:cubicBezTo>
                    <a:pt x="512" y="18"/>
                    <a:pt x="493" y="0"/>
                    <a:pt x="470" y="0"/>
                  </a:cubicBezTo>
                  <a:cubicBezTo>
                    <a:pt x="327" y="0"/>
                    <a:pt x="185" y="0"/>
                    <a:pt x="41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64"/>
                    <a:pt x="18" y="82"/>
                    <a:pt x="41" y="82"/>
                  </a:cubicBezTo>
                  <a:cubicBezTo>
                    <a:pt x="113" y="82"/>
                    <a:pt x="184" y="82"/>
                    <a:pt x="255" y="82"/>
                  </a:cubicBezTo>
                  <a:close/>
                </a:path>
              </a:pathLst>
            </a:custGeom>
            <a:solidFill>
              <a:srgbClr val="8978be"/>
            </a:solidFill>
            <a:ln w="0">
              <a:noFill/>
            </a:ln>
          </p:spPr>
          <p:txBody>
            <a:bodyPr lIns="90000" rIns="90000" tIns="-15480" bIns="-1548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425" name=""/>
            <p:cNvSpPr/>
            <p:nvPr/>
          </p:nvSpPr>
          <p:spPr>
            <a:xfrm>
              <a:off x="3346560" y="3453840"/>
              <a:ext cx="118080" cy="44640"/>
            </a:xfrm>
            <a:custGeom>
              <a:avLst/>
              <a:gdLst/>
              <a:ahLst/>
              <a:rect l="0" t="0" r="r" b="b"/>
              <a:pathLst>
                <a:path w="328" h="124">
                  <a:moveTo>
                    <a:pt x="164" y="124"/>
                  </a:moveTo>
                  <a:cubicBezTo>
                    <a:pt x="198" y="124"/>
                    <a:pt x="232" y="124"/>
                    <a:pt x="266" y="124"/>
                  </a:cubicBezTo>
                  <a:cubicBezTo>
                    <a:pt x="300" y="124"/>
                    <a:pt x="328" y="96"/>
                    <a:pt x="328" y="62"/>
                  </a:cubicBezTo>
                  <a:cubicBezTo>
                    <a:pt x="328" y="27"/>
                    <a:pt x="300" y="0"/>
                    <a:pt x="266" y="0"/>
                  </a:cubicBezTo>
                  <a:cubicBezTo>
                    <a:pt x="198" y="0"/>
                    <a:pt x="130" y="0"/>
                    <a:pt x="62" y="0"/>
                  </a:cubicBezTo>
                  <a:cubicBezTo>
                    <a:pt x="28" y="0"/>
                    <a:pt x="0" y="27"/>
                    <a:pt x="0" y="62"/>
                  </a:cubicBezTo>
                  <a:cubicBezTo>
                    <a:pt x="0" y="96"/>
                    <a:pt x="28" y="124"/>
                    <a:pt x="62" y="124"/>
                  </a:cubicBezTo>
                  <a:cubicBezTo>
                    <a:pt x="96" y="124"/>
                    <a:pt x="130" y="124"/>
                    <a:pt x="164" y="124"/>
                  </a:cubicBezTo>
                  <a:close/>
                </a:path>
              </a:pathLst>
            </a:custGeom>
            <a:solidFill>
              <a:srgbClr val="8978be"/>
            </a:solidFill>
            <a:ln w="0">
              <a:noFill/>
            </a:ln>
          </p:spPr>
          <p:txBody>
            <a:bodyPr lIns="90000" rIns="90000" tIns="-360" bIns="-36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426" name=""/>
            <p:cNvSpPr/>
            <p:nvPr/>
          </p:nvSpPr>
          <p:spPr>
            <a:xfrm>
              <a:off x="3330720" y="3418920"/>
              <a:ext cx="150840" cy="29520"/>
            </a:xfrm>
            <a:custGeom>
              <a:avLst/>
              <a:gdLst/>
              <a:ahLst/>
              <a:rect l="0" t="0" r="r" b="b"/>
              <a:pathLst>
                <a:path w="419" h="82">
                  <a:moveTo>
                    <a:pt x="210" y="82"/>
                  </a:moveTo>
                  <a:cubicBezTo>
                    <a:pt x="266" y="82"/>
                    <a:pt x="322" y="82"/>
                    <a:pt x="378" y="82"/>
                  </a:cubicBezTo>
                  <a:cubicBezTo>
                    <a:pt x="400" y="82"/>
                    <a:pt x="419" y="64"/>
                    <a:pt x="419" y="41"/>
                  </a:cubicBezTo>
                  <a:cubicBezTo>
                    <a:pt x="419" y="18"/>
                    <a:pt x="400" y="0"/>
                    <a:pt x="378" y="0"/>
                  </a:cubicBezTo>
                  <a:cubicBezTo>
                    <a:pt x="266" y="0"/>
                    <a:pt x="153" y="0"/>
                    <a:pt x="41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64"/>
                    <a:pt x="18" y="82"/>
                    <a:pt x="41" y="82"/>
                  </a:cubicBezTo>
                  <a:cubicBezTo>
                    <a:pt x="97" y="82"/>
                    <a:pt x="154" y="82"/>
                    <a:pt x="210" y="82"/>
                  </a:cubicBezTo>
                  <a:close/>
                </a:path>
              </a:pathLst>
            </a:custGeom>
            <a:solidFill>
              <a:srgbClr val="8978be"/>
            </a:solidFill>
            <a:ln w="0">
              <a:noFill/>
            </a:ln>
          </p:spPr>
          <p:txBody>
            <a:bodyPr lIns="90000" rIns="90000" tIns="-15480" bIns="-1548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</p:grpSp>
      <p:grpSp>
        <p:nvGrpSpPr>
          <p:cNvPr id="427" name=""/>
          <p:cNvGrpSpPr/>
          <p:nvPr/>
        </p:nvGrpSpPr>
        <p:grpSpPr>
          <a:xfrm>
            <a:off x="2629440" y="3907800"/>
            <a:ext cx="954720" cy="1102320"/>
            <a:chOff x="2629440" y="3907800"/>
            <a:chExt cx="954720" cy="1102320"/>
          </a:xfrm>
        </p:grpSpPr>
        <p:sp>
          <p:nvSpPr>
            <p:cNvPr id="428" name=""/>
            <p:cNvSpPr/>
            <p:nvPr/>
          </p:nvSpPr>
          <p:spPr>
            <a:xfrm>
              <a:off x="2629440" y="3907800"/>
              <a:ext cx="954720" cy="1102320"/>
            </a:xfrm>
            <a:custGeom>
              <a:avLst/>
              <a:gdLst/>
              <a:ahLst/>
              <a:rect l="0" t="0" r="r" b="b"/>
              <a:pathLst>
                <a:path w="2652" h="3062">
                  <a:moveTo>
                    <a:pt x="0" y="2296"/>
                  </a:moveTo>
                  <a:cubicBezTo>
                    <a:pt x="442" y="2552"/>
                    <a:pt x="884" y="2807"/>
                    <a:pt x="1327" y="3062"/>
                  </a:cubicBezTo>
                  <a:cubicBezTo>
                    <a:pt x="1768" y="2807"/>
                    <a:pt x="2211" y="2552"/>
                    <a:pt x="2652" y="2296"/>
                  </a:cubicBezTo>
                  <a:cubicBezTo>
                    <a:pt x="2652" y="1786"/>
                    <a:pt x="2652" y="1276"/>
                    <a:pt x="2652" y="765"/>
                  </a:cubicBezTo>
                  <a:cubicBezTo>
                    <a:pt x="2211" y="510"/>
                    <a:pt x="1768" y="255"/>
                    <a:pt x="1327" y="0"/>
                  </a:cubicBezTo>
                  <a:cubicBezTo>
                    <a:pt x="884" y="255"/>
                    <a:pt x="442" y="510"/>
                    <a:pt x="0" y="765"/>
                  </a:cubicBezTo>
                  <a:cubicBezTo>
                    <a:pt x="0" y="1276"/>
                    <a:pt x="0" y="1786"/>
                    <a:pt x="0" y="2296"/>
                  </a:cubicBezTo>
                  <a:close/>
                </a:path>
              </a:pathLst>
            </a:custGeom>
            <a:noFill/>
            <a:ln cap="rnd" w="19800">
              <a:solidFill>
                <a:srgbClr val="60c4e4"/>
              </a:solidFill>
              <a:round/>
            </a:ln>
          </p:spPr>
          <p:txBody>
            <a:bodyPr lIns="99720" rIns="99720" tIns="54720" bIns="5472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429" name=""/>
            <p:cNvSpPr/>
            <p:nvPr/>
          </p:nvSpPr>
          <p:spPr>
            <a:xfrm>
              <a:off x="2703600" y="3977640"/>
              <a:ext cx="806760" cy="931680"/>
            </a:xfrm>
            <a:custGeom>
              <a:avLst/>
              <a:gdLst/>
              <a:ahLst/>
              <a:rect l="0" t="0" r="r" b="b"/>
              <a:pathLst>
                <a:path w="2241" h="2588">
                  <a:moveTo>
                    <a:pt x="0" y="1941"/>
                  </a:moveTo>
                  <a:cubicBezTo>
                    <a:pt x="373" y="2157"/>
                    <a:pt x="747" y="2372"/>
                    <a:pt x="1120" y="2588"/>
                  </a:cubicBezTo>
                  <a:cubicBezTo>
                    <a:pt x="1494" y="2372"/>
                    <a:pt x="1868" y="2157"/>
                    <a:pt x="2241" y="1941"/>
                  </a:cubicBezTo>
                  <a:cubicBezTo>
                    <a:pt x="2241" y="1510"/>
                    <a:pt x="2241" y="1078"/>
                    <a:pt x="2241" y="647"/>
                  </a:cubicBezTo>
                  <a:cubicBezTo>
                    <a:pt x="1868" y="431"/>
                    <a:pt x="1494" y="216"/>
                    <a:pt x="1120" y="0"/>
                  </a:cubicBezTo>
                  <a:cubicBezTo>
                    <a:pt x="747" y="216"/>
                    <a:pt x="373" y="431"/>
                    <a:pt x="0" y="647"/>
                  </a:cubicBezTo>
                  <a:cubicBezTo>
                    <a:pt x="0" y="1078"/>
                    <a:pt x="0" y="1510"/>
                    <a:pt x="0" y="1941"/>
                  </a:cubicBezTo>
                  <a:close/>
                </a:path>
              </a:pathLst>
            </a:custGeom>
            <a:solidFill>
              <a:srgbClr val="60c4e4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</p:grpSp>
      <p:grpSp>
        <p:nvGrpSpPr>
          <p:cNvPr id="430" name=""/>
          <p:cNvGrpSpPr/>
          <p:nvPr/>
        </p:nvGrpSpPr>
        <p:grpSpPr>
          <a:xfrm>
            <a:off x="2944440" y="4303800"/>
            <a:ext cx="325440" cy="323640"/>
            <a:chOff x="2944440" y="4303800"/>
            <a:chExt cx="325440" cy="323640"/>
          </a:xfrm>
        </p:grpSpPr>
        <p:sp>
          <p:nvSpPr>
            <p:cNvPr id="431" name=""/>
            <p:cNvSpPr/>
            <p:nvPr/>
          </p:nvSpPr>
          <p:spPr>
            <a:xfrm>
              <a:off x="2944440" y="4326120"/>
              <a:ext cx="301320" cy="301320"/>
            </a:xfrm>
            <a:custGeom>
              <a:avLst/>
              <a:gdLst/>
              <a:ahLst/>
              <a:rect l="0" t="0" r="r" b="b"/>
              <a:pathLst>
                <a:path w="837" h="837">
                  <a:moveTo>
                    <a:pt x="837" y="419"/>
                  </a:moveTo>
                  <a:cubicBezTo>
                    <a:pt x="837" y="492"/>
                    <a:pt x="818" y="564"/>
                    <a:pt x="781" y="628"/>
                  </a:cubicBezTo>
                  <a:cubicBezTo>
                    <a:pt x="744" y="692"/>
                    <a:pt x="692" y="744"/>
                    <a:pt x="628" y="781"/>
                  </a:cubicBezTo>
                  <a:cubicBezTo>
                    <a:pt x="612" y="790"/>
                    <a:pt x="595" y="799"/>
                    <a:pt x="577" y="806"/>
                  </a:cubicBezTo>
                  <a:cubicBezTo>
                    <a:pt x="527" y="826"/>
                    <a:pt x="473" y="837"/>
                    <a:pt x="419" y="837"/>
                  </a:cubicBezTo>
                  <a:cubicBezTo>
                    <a:pt x="345" y="837"/>
                    <a:pt x="273" y="818"/>
                    <a:pt x="209" y="781"/>
                  </a:cubicBezTo>
                  <a:cubicBezTo>
                    <a:pt x="177" y="763"/>
                    <a:pt x="147" y="739"/>
                    <a:pt x="121" y="713"/>
                  </a:cubicBezTo>
                  <a:cubicBezTo>
                    <a:pt x="95" y="687"/>
                    <a:pt x="73" y="658"/>
                    <a:pt x="56" y="628"/>
                  </a:cubicBezTo>
                  <a:cubicBezTo>
                    <a:pt x="19" y="564"/>
                    <a:pt x="0" y="492"/>
                    <a:pt x="0" y="419"/>
                  </a:cubicBezTo>
                  <a:cubicBezTo>
                    <a:pt x="0" y="362"/>
                    <a:pt x="11" y="306"/>
                    <a:pt x="33" y="254"/>
                  </a:cubicBezTo>
                  <a:cubicBezTo>
                    <a:pt x="40" y="239"/>
                    <a:pt x="47" y="224"/>
                    <a:pt x="56" y="209"/>
                  </a:cubicBezTo>
                  <a:cubicBezTo>
                    <a:pt x="92" y="146"/>
                    <a:pt x="145" y="93"/>
                    <a:pt x="209" y="56"/>
                  </a:cubicBezTo>
                  <a:cubicBezTo>
                    <a:pt x="272" y="19"/>
                    <a:pt x="345" y="0"/>
                    <a:pt x="419" y="0"/>
                  </a:cubicBezTo>
                  <a:cubicBezTo>
                    <a:pt x="421" y="0"/>
                    <a:pt x="422" y="0"/>
                    <a:pt x="425" y="0"/>
                  </a:cubicBezTo>
                  <a:cubicBezTo>
                    <a:pt x="423" y="140"/>
                    <a:pt x="421" y="279"/>
                    <a:pt x="419" y="419"/>
                  </a:cubicBezTo>
                  <a:cubicBezTo>
                    <a:pt x="558" y="419"/>
                    <a:pt x="698" y="419"/>
                    <a:pt x="837" y="419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432" name=""/>
            <p:cNvSpPr/>
            <p:nvPr/>
          </p:nvSpPr>
          <p:spPr>
            <a:xfrm>
              <a:off x="3117960" y="4303800"/>
              <a:ext cx="151920" cy="153720"/>
            </a:xfrm>
            <a:custGeom>
              <a:avLst/>
              <a:gdLst/>
              <a:ahLst/>
              <a:rect l="0" t="0" r="r" b="b"/>
              <a:pathLst>
                <a:path w="422" h="427">
                  <a:moveTo>
                    <a:pt x="0" y="0"/>
                  </a:moveTo>
                  <a:cubicBezTo>
                    <a:pt x="8" y="0"/>
                    <a:pt x="16" y="1"/>
                    <a:pt x="24" y="1"/>
                  </a:cubicBezTo>
                  <a:cubicBezTo>
                    <a:pt x="96" y="5"/>
                    <a:pt x="168" y="27"/>
                    <a:pt x="230" y="66"/>
                  </a:cubicBezTo>
                  <a:cubicBezTo>
                    <a:pt x="255" y="83"/>
                    <a:pt x="280" y="102"/>
                    <a:pt x="302" y="124"/>
                  </a:cubicBezTo>
                  <a:cubicBezTo>
                    <a:pt x="331" y="155"/>
                    <a:pt x="357" y="189"/>
                    <a:pt x="376" y="226"/>
                  </a:cubicBezTo>
                  <a:cubicBezTo>
                    <a:pt x="408" y="289"/>
                    <a:pt x="423" y="358"/>
                    <a:pt x="422" y="427"/>
                  </a:cubicBezTo>
                  <a:cubicBezTo>
                    <a:pt x="282" y="424"/>
                    <a:pt x="143" y="421"/>
                    <a:pt x="3" y="419"/>
                  </a:cubicBezTo>
                  <a:cubicBezTo>
                    <a:pt x="3" y="279"/>
                    <a:pt x="1" y="140"/>
                    <a:pt x="0" y="0"/>
                  </a:cubicBezTo>
                  <a:close/>
                </a:path>
              </a:pathLst>
            </a:custGeom>
            <a:solidFill>
              <a:srgbClr val="8978be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</p:grpSp>
      <p:sp>
        <p:nvSpPr>
          <p:cNvPr id="433" name="PlaceHolder 1"/>
          <p:cNvSpPr>
            <a:spLocks noGrp="1"/>
          </p:cNvSpPr>
          <p:nvPr>
            <p:ph type="title"/>
          </p:nvPr>
        </p:nvSpPr>
        <p:spPr>
          <a:xfrm>
            <a:off x="1206000" y="738720"/>
            <a:ext cx="1448280" cy="65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r">
              <a:buNone/>
            </a:pPr>
            <a:r>
              <a:rPr b="1" lang="en-US" sz="1800" spc="-1" strike="noStrike">
                <a:solidFill>
                  <a:srgbClr val="7f59ae"/>
                </a:solidFill>
                <a:latin typeface="Noto Sans"/>
              </a:rPr>
              <a:t>Ipsum 01</a:t>
            </a:r>
            <a:endParaRPr b="0" lang="en-US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434" name="PlaceHolder 2"/>
          <p:cNvSpPr>
            <a:spLocks noGrp="1"/>
          </p:cNvSpPr>
          <p:nvPr>
            <p:ph type="title"/>
          </p:nvPr>
        </p:nvSpPr>
        <p:spPr>
          <a:xfrm>
            <a:off x="835920" y="1714680"/>
            <a:ext cx="1448280" cy="65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r">
              <a:buNone/>
            </a:pPr>
            <a:r>
              <a:rPr b="1" lang="en-US" sz="1800" spc="-1" strike="noStrike">
                <a:solidFill>
                  <a:srgbClr val="6b5e9b"/>
                </a:solidFill>
                <a:latin typeface="Noto Sans"/>
              </a:rPr>
              <a:t>Ipsum 02</a:t>
            </a:r>
            <a:endParaRPr b="0" lang="en-US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435" name="PlaceHolder 3"/>
          <p:cNvSpPr>
            <a:spLocks noGrp="1"/>
          </p:cNvSpPr>
          <p:nvPr>
            <p:ph type="title"/>
          </p:nvPr>
        </p:nvSpPr>
        <p:spPr>
          <a:xfrm>
            <a:off x="4383360" y="2467440"/>
            <a:ext cx="1447920" cy="65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1" lang="en-US" sz="1800" spc="-1" strike="noStrike">
                <a:solidFill>
                  <a:srgbClr val="7f59ae"/>
                </a:solidFill>
                <a:latin typeface="Noto Sans"/>
              </a:rPr>
              <a:t>Lorem</a:t>
            </a:r>
            <a:endParaRPr b="0" lang="en-US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436" name="PlaceHolder 4"/>
          <p:cNvSpPr>
            <a:spLocks noGrp="1"/>
          </p:cNvSpPr>
          <p:nvPr>
            <p:ph type="title"/>
          </p:nvPr>
        </p:nvSpPr>
        <p:spPr>
          <a:xfrm>
            <a:off x="394560" y="1266120"/>
            <a:ext cx="2259720" cy="46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 anchorCtr="1">
            <a:noAutofit/>
          </a:bodyPr>
          <a:p>
            <a:pPr indent="0" algn="r">
              <a:buNone/>
            </a:pPr>
            <a:r>
              <a:rPr b="0" lang="en-US" sz="1100" spc="-1" strike="noStrike">
                <a:solidFill>
                  <a:srgbClr val="000000"/>
                </a:solidFill>
                <a:latin typeface="Noto Sans"/>
              </a:rPr>
              <a:t>Lorem ipsum dolor sit amet, consectetuer adipiscing elit.</a:t>
            </a:r>
            <a:endParaRPr b="0" lang="en-US" sz="11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437" name="PlaceHolder 5"/>
          <p:cNvSpPr>
            <a:spLocks noGrp="1"/>
          </p:cNvSpPr>
          <p:nvPr>
            <p:ph type="title"/>
          </p:nvPr>
        </p:nvSpPr>
        <p:spPr>
          <a:xfrm>
            <a:off x="26280" y="2253600"/>
            <a:ext cx="2259720" cy="606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 anchorCtr="1">
            <a:noAutofit/>
          </a:bodyPr>
          <a:p>
            <a:pPr indent="0" algn="r">
              <a:buNone/>
            </a:pPr>
            <a:r>
              <a:rPr b="0" lang="en-US" sz="1100" spc="-1" strike="noStrike">
                <a:solidFill>
                  <a:srgbClr val="000000"/>
                </a:solidFill>
                <a:latin typeface="Noto Sans"/>
              </a:rPr>
              <a:t>Lorem ipsum dolor sit amet, consectetuer adipiscing elit.</a:t>
            </a:r>
            <a:endParaRPr b="0" lang="en-US" sz="11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438" name="PlaceHolder 6"/>
          <p:cNvSpPr>
            <a:spLocks noGrp="1"/>
          </p:cNvSpPr>
          <p:nvPr>
            <p:ph type="title"/>
          </p:nvPr>
        </p:nvSpPr>
        <p:spPr>
          <a:xfrm>
            <a:off x="1102320" y="2710440"/>
            <a:ext cx="1448280" cy="65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r">
              <a:buNone/>
            </a:pPr>
            <a:r>
              <a:rPr b="1" lang="en-US" sz="1800" spc="-1" strike="noStrike">
                <a:solidFill>
                  <a:srgbClr val="6b5e9b"/>
                </a:solidFill>
                <a:latin typeface="Noto Sans"/>
              </a:rPr>
              <a:t>Ipsum 03</a:t>
            </a:r>
            <a:endParaRPr b="0" lang="en-US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439" name="PlaceHolder 7"/>
          <p:cNvSpPr>
            <a:spLocks noGrp="1"/>
          </p:cNvSpPr>
          <p:nvPr>
            <p:ph type="title"/>
          </p:nvPr>
        </p:nvSpPr>
        <p:spPr>
          <a:xfrm>
            <a:off x="1009080" y="3928680"/>
            <a:ext cx="1447920" cy="65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r">
              <a:buNone/>
            </a:pPr>
            <a:r>
              <a:rPr b="1" lang="en-US" sz="1800" spc="-1" strike="noStrike">
                <a:solidFill>
                  <a:srgbClr val="6b5e9b"/>
                </a:solidFill>
                <a:latin typeface="Noto Sans"/>
              </a:rPr>
              <a:t>Ipsum 04</a:t>
            </a:r>
            <a:endParaRPr b="0" lang="en-US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440" name="PlaceHolder 8"/>
          <p:cNvSpPr>
            <a:spLocks noGrp="1"/>
          </p:cNvSpPr>
          <p:nvPr>
            <p:ph type="title"/>
          </p:nvPr>
        </p:nvSpPr>
        <p:spPr>
          <a:xfrm>
            <a:off x="290880" y="3240000"/>
            <a:ext cx="2259720" cy="65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 anchorCtr="1">
            <a:noAutofit/>
          </a:bodyPr>
          <a:p>
            <a:pPr indent="0" algn="r">
              <a:buNone/>
            </a:pPr>
            <a:r>
              <a:rPr b="0" lang="en-US" sz="1100" spc="-1" strike="noStrike">
                <a:solidFill>
                  <a:srgbClr val="000000"/>
                </a:solidFill>
                <a:latin typeface="Noto Sans"/>
              </a:rPr>
              <a:t>Lorem ipsum dolor sit amet, consectetuer adipiscing elit.</a:t>
            </a:r>
            <a:endParaRPr b="0" lang="en-US" sz="11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441" name="PlaceHolder 9"/>
          <p:cNvSpPr>
            <a:spLocks noGrp="1"/>
          </p:cNvSpPr>
          <p:nvPr>
            <p:ph type="title"/>
          </p:nvPr>
        </p:nvSpPr>
        <p:spPr>
          <a:xfrm>
            <a:off x="197280" y="4494960"/>
            <a:ext cx="2259720" cy="81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 anchorCtr="1">
            <a:noAutofit/>
          </a:bodyPr>
          <a:p>
            <a:pPr indent="0" algn="r">
              <a:buNone/>
            </a:pPr>
            <a:r>
              <a:rPr b="0" lang="en-US" sz="1100" spc="-1" strike="noStrike">
                <a:solidFill>
                  <a:srgbClr val="000000"/>
                </a:solidFill>
                <a:latin typeface="Noto Sans"/>
              </a:rPr>
              <a:t>Lorem ipsum dolor sit amet, consectetuer adipiscing elit.</a:t>
            </a:r>
            <a:endParaRPr b="0" lang="en-US" sz="11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442" name="PlaceHolder 10"/>
          <p:cNvSpPr>
            <a:spLocks noGrp="1"/>
          </p:cNvSpPr>
          <p:nvPr>
            <p:ph type="title"/>
          </p:nvPr>
        </p:nvSpPr>
        <p:spPr>
          <a:xfrm>
            <a:off x="7598160" y="807480"/>
            <a:ext cx="1448280" cy="65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1" lang="en-US" sz="1800" spc="-1" strike="noStrike">
                <a:solidFill>
                  <a:srgbClr val="7f59ae"/>
                </a:solidFill>
                <a:latin typeface="Noto Sans"/>
              </a:rPr>
              <a:t>Ipsum</a:t>
            </a:r>
            <a:r>
              <a:rPr b="1" lang="en-US" sz="1800" spc="-1" strike="noStrike">
                <a:solidFill>
                  <a:srgbClr val="6b5e9b"/>
                </a:solidFill>
                <a:latin typeface="Noto Sans"/>
              </a:rPr>
              <a:t> 01</a:t>
            </a:r>
            <a:endParaRPr b="0" lang="en-US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443" name="PlaceHolder 11"/>
          <p:cNvSpPr>
            <a:spLocks noGrp="1"/>
          </p:cNvSpPr>
          <p:nvPr>
            <p:ph type="title"/>
          </p:nvPr>
        </p:nvSpPr>
        <p:spPr>
          <a:xfrm>
            <a:off x="7856280" y="1792440"/>
            <a:ext cx="1448280" cy="65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1" lang="en-US" sz="1800" spc="-1" strike="noStrike">
                <a:solidFill>
                  <a:srgbClr val="6b5e9b"/>
                </a:solidFill>
                <a:latin typeface="Noto Sans"/>
              </a:rPr>
              <a:t>Ipsum 02</a:t>
            </a:r>
            <a:endParaRPr b="0" lang="en-US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444" name="PlaceHolder 12"/>
          <p:cNvSpPr>
            <a:spLocks noGrp="1"/>
          </p:cNvSpPr>
          <p:nvPr>
            <p:ph type="title"/>
          </p:nvPr>
        </p:nvSpPr>
        <p:spPr>
          <a:xfrm>
            <a:off x="7598160" y="1335240"/>
            <a:ext cx="2259720" cy="53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100" spc="-1" strike="noStrike">
                <a:solidFill>
                  <a:srgbClr val="000000"/>
                </a:solidFill>
                <a:latin typeface="Noto Sans"/>
              </a:rPr>
              <a:t>Lorem ipsum dolor sit amet, consectetuer adipiscing elit.</a:t>
            </a:r>
            <a:endParaRPr b="0" lang="en-US" sz="11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445" name="PlaceHolder 13"/>
          <p:cNvSpPr>
            <a:spLocks noGrp="1"/>
          </p:cNvSpPr>
          <p:nvPr>
            <p:ph type="title"/>
          </p:nvPr>
        </p:nvSpPr>
        <p:spPr>
          <a:xfrm>
            <a:off x="7856280" y="2322360"/>
            <a:ext cx="2259720" cy="81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100" spc="-1" strike="noStrike">
                <a:solidFill>
                  <a:srgbClr val="000000"/>
                </a:solidFill>
                <a:latin typeface="Noto Sans"/>
              </a:rPr>
              <a:t>Lorem ipsum dolor sit amet, consectetuer adipiscing elit.</a:t>
            </a:r>
            <a:endParaRPr b="0" lang="en-US" sz="11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446" name="PlaceHolder 14"/>
          <p:cNvSpPr>
            <a:spLocks noGrp="1"/>
          </p:cNvSpPr>
          <p:nvPr>
            <p:ph type="title"/>
          </p:nvPr>
        </p:nvSpPr>
        <p:spPr>
          <a:xfrm>
            <a:off x="7534800" y="2857320"/>
            <a:ext cx="1447920" cy="65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1" lang="en-US" sz="1800" spc="-1" strike="noStrike">
                <a:solidFill>
                  <a:srgbClr val="6b5e9b"/>
                </a:solidFill>
                <a:latin typeface="Noto Sans"/>
              </a:rPr>
              <a:t>Ipsum 03</a:t>
            </a:r>
            <a:endParaRPr b="0" lang="en-US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447" name="PlaceHolder 15"/>
          <p:cNvSpPr>
            <a:spLocks noGrp="1"/>
          </p:cNvSpPr>
          <p:nvPr>
            <p:ph type="title"/>
          </p:nvPr>
        </p:nvSpPr>
        <p:spPr>
          <a:xfrm>
            <a:off x="7787160" y="3798720"/>
            <a:ext cx="1448280" cy="65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1" lang="en-US" sz="1800" spc="-1" strike="noStrike">
                <a:solidFill>
                  <a:srgbClr val="6b5e9b"/>
                </a:solidFill>
                <a:latin typeface="Noto Sans"/>
              </a:rPr>
              <a:t>Ipsum 04</a:t>
            </a:r>
            <a:endParaRPr b="0" lang="en-US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448" name="PlaceHolder 16"/>
          <p:cNvSpPr>
            <a:spLocks noGrp="1"/>
          </p:cNvSpPr>
          <p:nvPr>
            <p:ph type="title"/>
          </p:nvPr>
        </p:nvSpPr>
        <p:spPr>
          <a:xfrm>
            <a:off x="7534800" y="3381480"/>
            <a:ext cx="2259360" cy="5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100" spc="-1" strike="noStrike">
                <a:solidFill>
                  <a:srgbClr val="000000"/>
                </a:solidFill>
                <a:latin typeface="Noto Sans"/>
              </a:rPr>
              <a:t>Lorem ipsum dolor sit amet, consectetuer adipiscing elit.</a:t>
            </a:r>
            <a:endParaRPr b="0" lang="en-US" sz="11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449" name="PlaceHolder 17"/>
          <p:cNvSpPr>
            <a:spLocks noGrp="1"/>
          </p:cNvSpPr>
          <p:nvPr>
            <p:ph type="title"/>
          </p:nvPr>
        </p:nvSpPr>
        <p:spPr>
          <a:xfrm>
            <a:off x="7787160" y="4320000"/>
            <a:ext cx="2259720" cy="60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100" spc="-1" strike="noStrike">
                <a:solidFill>
                  <a:srgbClr val="000000"/>
                </a:solidFill>
                <a:latin typeface="Noto Sans"/>
              </a:rPr>
              <a:t>Lorem ipsum dolor sit amet, consectetuer adipiscing elit.</a:t>
            </a:r>
            <a:endParaRPr b="0" lang="en-US" sz="1100" spc="-1" strike="noStrike">
              <a:solidFill>
                <a:srgbClr val="000000"/>
              </a:solidFill>
              <a:latin typeface="Noto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0" name=""/>
          <p:cNvGrpSpPr/>
          <p:nvPr/>
        </p:nvGrpSpPr>
        <p:grpSpPr>
          <a:xfrm>
            <a:off x="847440" y="1839600"/>
            <a:ext cx="2766960" cy="888840"/>
            <a:chOff x="847440" y="1839600"/>
            <a:chExt cx="2766960" cy="888840"/>
          </a:xfrm>
        </p:grpSpPr>
        <p:sp>
          <p:nvSpPr>
            <p:cNvPr id="451" name=""/>
            <p:cNvSpPr/>
            <p:nvPr/>
          </p:nvSpPr>
          <p:spPr>
            <a:xfrm>
              <a:off x="940320" y="1907280"/>
              <a:ext cx="2525400" cy="762120"/>
            </a:xfrm>
            <a:custGeom>
              <a:avLst/>
              <a:gdLst/>
              <a:ahLst/>
              <a:rect l="0" t="0" r="r" b="b"/>
              <a:pathLst>
                <a:path w="7015" h="2117">
                  <a:moveTo>
                    <a:pt x="705" y="0"/>
                  </a:moveTo>
                  <a:cubicBezTo>
                    <a:pt x="705" y="127"/>
                    <a:pt x="705" y="255"/>
                    <a:pt x="705" y="382"/>
                  </a:cubicBezTo>
                  <a:cubicBezTo>
                    <a:pt x="585" y="385"/>
                    <a:pt x="467" y="419"/>
                    <a:pt x="363" y="479"/>
                  </a:cubicBezTo>
                  <a:cubicBezTo>
                    <a:pt x="253" y="543"/>
                    <a:pt x="161" y="634"/>
                    <a:pt x="97" y="745"/>
                  </a:cubicBezTo>
                  <a:cubicBezTo>
                    <a:pt x="33" y="855"/>
                    <a:pt x="0" y="981"/>
                    <a:pt x="0" y="1109"/>
                  </a:cubicBezTo>
                  <a:cubicBezTo>
                    <a:pt x="0" y="1237"/>
                    <a:pt x="33" y="1362"/>
                    <a:pt x="97" y="1473"/>
                  </a:cubicBezTo>
                  <a:cubicBezTo>
                    <a:pt x="161" y="1584"/>
                    <a:pt x="253" y="1675"/>
                    <a:pt x="363" y="1739"/>
                  </a:cubicBezTo>
                  <a:cubicBezTo>
                    <a:pt x="467" y="1799"/>
                    <a:pt x="585" y="1833"/>
                    <a:pt x="705" y="1836"/>
                  </a:cubicBezTo>
                  <a:cubicBezTo>
                    <a:pt x="705" y="1930"/>
                    <a:pt x="705" y="2023"/>
                    <a:pt x="705" y="2117"/>
                  </a:cubicBezTo>
                  <a:cubicBezTo>
                    <a:pt x="2556" y="2117"/>
                    <a:pt x="4407" y="2117"/>
                    <a:pt x="6258" y="2117"/>
                  </a:cubicBezTo>
                  <a:cubicBezTo>
                    <a:pt x="6258" y="1867"/>
                    <a:pt x="6258" y="1617"/>
                    <a:pt x="6258" y="1367"/>
                  </a:cubicBezTo>
                  <a:cubicBezTo>
                    <a:pt x="6510" y="1270"/>
                    <a:pt x="6762" y="1172"/>
                    <a:pt x="7015" y="1075"/>
                  </a:cubicBezTo>
                  <a:cubicBezTo>
                    <a:pt x="6762" y="971"/>
                    <a:pt x="6510" y="866"/>
                    <a:pt x="6258" y="762"/>
                  </a:cubicBezTo>
                  <a:cubicBezTo>
                    <a:pt x="6258" y="508"/>
                    <a:pt x="6258" y="254"/>
                    <a:pt x="6258" y="0"/>
                  </a:cubicBezTo>
                  <a:cubicBezTo>
                    <a:pt x="4407" y="0"/>
                    <a:pt x="2556" y="0"/>
                    <a:pt x="705" y="0"/>
                  </a:cubicBezTo>
                  <a:close/>
                </a:path>
              </a:pathLst>
            </a:custGeom>
            <a:solidFill>
              <a:srgbClr val="f8b621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452" name=""/>
            <p:cNvSpPr/>
            <p:nvPr/>
          </p:nvSpPr>
          <p:spPr>
            <a:xfrm>
              <a:off x="978840" y="2101680"/>
              <a:ext cx="404640" cy="404640"/>
            </a:xfrm>
            <a:custGeom>
              <a:avLst/>
              <a:gdLst/>
              <a:ahLst/>
              <a:rect l="0" t="0" r="r" b="b"/>
              <a:pathLst>
                <a:path w="1124" h="1124">
                  <a:moveTo>
                    <a:pt x="1124" y="562"/>
                  </a:moveTo>
                  <a:cubicBezTo>
                    <a:pt x="1124" y="660"/>
                    <a:pt x="1098" y="757"/>
                    <a:pt x="1049" y="843"/>
                  </a:cubicBezTo>
                  <a:cubicBezTo>
                    <a:pt x="999" y="928"/>
                    <a:pt x="928" y="999"/>
                    <a:pt x="843" y="1049"/>
                  </a:cubicBezTo>
                  <a:cubicBezTo>
                    <a:pt x="758" y="1098"/>
                    <a:pt x="661" y="1124"/>
                    <a:pt x="562" y="1124"/>
                  </a:cubicBezTo>
                  <a:cubicBezTo>
                    <a:pt x="463" y="1124"/>
                    <a:pt x="366" y="1098"/>
                    <a:pt x="281" y="1049"/>
                  </a:cubicBezTo>
                  <a:cubicBezTo>
                    <a:pt x="195" y="999"/>
                    <a:pt x="124" y="928"/>
                    <a:pt x="75" y="843"/>
                  </a:cubicBezTo>
                  <a:cubicBezTo>
                    <a:pt x="26" y="757"/>
                    <a:pt x="0" y="660"/>
                    <a:pt x="0" y="562"/>
                  </a:cubicBezTo>
                  <a:cubicBezTo>
                    <a:pt x="0" y="463"/>
                    <a:pt x="26" y="366"/>
                    <a:pt x="75" y="281"/>
                  </a:cubicBezTo>
                  <a:cubicBezTo>
                    <a:pt x="124" y="195"/>
                    <a:pt x="195" y="124"/>
                    <a:pt x="281" y="75"/>
                  </a:cubicBezTo>
                  <a:cubicBezTo>
                    <a:pt x="366" y="26"/>
                    <a:pt x="463" y="0"/>
                    <a:pt x="562" y="0"/>
                  </a:cubicBezTo>
                  <a:cubicBezTo>
                    <a:pt x="661" y="0"/>
                    <a:pt x="758" y="26"/>
                    <a:pt x="843" y="75"/>
                  </a:cubicBezTo>
                  <a:cubicBezTo>
                    <a:pt x="928" y="124"/>
                    <a:pt x="999" y="195"/>
                    <a:pt x="1049" y="281"/>
                  </a:cubicBezTo>
                  <a:cubicBezTo>
                    <a:pt x="1098" y="366"/>
                    <a:pt x="1124" y="463"/>
                    <a:pt x="1124" y="562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453" name=""/>
            <p:cNvSpPr/>
            <p:nvPr/>
          </p:nvSpPr>
          <p:spPr>
            <a:xfrm>
              <a:off x="1125360" y="1839600"/>
              <a:ext cx="22680" cy="79560"/>
            </a:xfrm>
            <a:custGeom>
              <a:avLst/>
              <a:gdLst/>
              <a:ahLst/>
              <a:rect l="0" t="0" r="r" b="b"/>
              <a:pathLst>
                <a:path fill="none" w="63" h="221">
                  <a:moveTo>
                    <a:pt x="63" y="0"/>
                  </a:moveTo>
                  <a:cubicBezTo>
                    <a:pt x="42" y="0"/>
                    <a:pt x="21" y="0"/>
                    <a:pt x="0" y="0"/>
                  </a:cubicBezTo>
                  <a:cubicBezTo>
                    <a:pt x="0" y="74"/>
                    <a:pt x="0" y="147"/>
                    <a:pt x="0" y="221"/>
                  </a:cubicBezTo>
                </a:path>
              </a:pathLst>
            </a:custGeom>
            <a:ln cap="rnd" w="39600">
              <a:solidFill>
                <a:srgbClr val="f8b621"/>
              </a:solidFill>
              <a:bevel/>
            </a:ln>
          </p:spPr>
          <p:txBody>
            <a:bodyPr lIns="109800" rIns="109800" tIns="14760" bIns="1476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454" name=""/>
            <p:cNvSpPr/>
            <p:nvPr/>
          </p:nvSpPr>
          <p:spPr>
            <a:xfrm>
              <a:off x="1048320" y="1998360"/>
              <a:ext cx="77040" cy="15120"/>
            </a:xfrm>
            <a:custGeom>
              <a:avLst/>
              <a:gdLst/>
              <a:ahLst/>
              <a:rect l="0" t="0" r="r" b="b"/>
              <a:pathLst>
                <a:path fill="none" w="214" h="42">
                  <a:moveTo>
                    <a:pt x="214" y="0"/>
                  </a:moveTo>
                  <a:cubicBezTo>
                    <a:pt x="214" y="1"/>
                    <a:pt x="214" y="3"/>
                    <a:pt x="214" y="4"/>
                  </a:cubicBezTo>
                  <a:cubicBezTo>
                    <a:pt x="141" y="6"/>
                    <a:pt x="69" y="19"/>
                    <a:pt x="0" y="42"/>
                  </a:cubicBezTo>
                </a:path>
              </a:pathLst>
            </a:custGeom>
            <a:ln cap="rnd" w="39600">
              <a:solidFill>
                <a:srgbClr val="f8b621"/>
              </a:solidFill>
              <a:bevel/>
            </a:ln>
          </p:spPr>
          <p:txBody>
            <a:bodyPr lIns="109800" rIns="109800" tIns="-49680" bIns="-4968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455" name=""/>
            <p:cNvSpPr/>
            <p:nvPr/>
          </p:nvSpPr>
          <p:spPr>
            <a:xfrm>
              <a:off x="919080" y="2048760"/>
              <a:ext cx="58680" cy="53640"/>
            </a:xfrm>
            <a:custGeom>
              <a:avLst/>
              <a:gdLst/>
              <a:ahLst/>
              <a:rect l="0" t="0" r="r" b="b"/>
              <a:pathLst>
                <a:path fill="none" w="163" h="149">
                  <a:moveTo>
                    <a:pt x="163" y="0"/>
                  </a:moveTo>
                  <a:cubicBezTo>
                    <a:pt x="102" y="42"/>
                    <a:pt x="48" y="92"/>
                    <a:pt x="0" y="149"/>
                  </a:cubicBezTo>
                </a:path>
              </a:pathLst>
            </a:custGeom>
            <a:ln cap="rnd" w="39600">
              <a:solidFill>
                <a:srgbClr val="f8b621"/>
              </a:solidFill>
              <a:bevel/>
            </a:ln>
          </p:spPr>
          <p:txBody>
            <a:bodyPr lIns="109800" rIns="109800" tIns="-11160" bIns="-1116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456" name=""/>
            <p:cNvSpPr/>
            <p:nvPr/>
          </p:nvSpPr>
          <p:spPr>
            <a:xfrm>
              <a:off x="852480" y="2169360"/>
              <a:ext cx="24480" cy="75600"/>
            </a:xfrm>
            <a:custGeom>
              <a:avLst/>
              <a:gdLst/>
              <a:ahLst/>
              <a:rect l="0" t="0" r="r" b="b"/>
              <a:pathLst>
                <a:path fill="none" w="68" h="210">
                  <a:moveTo>
                    <a:pt x="68" y="0"/>
                  </a:moveTo>
                  <a:cubicBezTo>
                    <a:pt x="37" y="67"/>
                    <a:pt x="14" y="137"/>
                    <a:pt x="0" y="210"/>
                  </a:cubicBezTo>
                </a:path>
              </a:pathLst>
            </a:custGeom>
            <a:ln cap="rnd" w="39600">
              <a:solidFill>
                <a:srgbClr val="f8b621"/>
              </a:solidFill>
              <a:bevel/>
            </a:ln>
          </p:spPr>
          <p:txBody>
            <a:bodyPr lIns="109800" rIns="109800" tIns="10800" bIns="10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457" name=""/>
            <p:cNvSpPr/>
            <p:nvPr/>
          </p:nvSpPr>
          <p:spPr>
            <a:xfrm>
              <a:off x="847440" y="2324160"/>
              <a:ext cx="14400" cy="77760"/>
            </a:xfrm>
            <a:custGeom>
              <a:avLst/>
              <a:gdLst/>
              <a:ahLst/>
              <a:rect l="0" t="0" r="r" b="b"/>
              <a:pathLst>
                <a:path fill="none" w="40" h="216">
                  <a:moveTo>
                    <a:pt x="0" y="0"/>
                  </a:moveTo>
                  <a:cubicBezTo>
                    <a:pt x="5" y="73"/>
                    <a:pt x="18" y="146"/>
                    <a:pt x="40" y="216"/>
                  </a:cubicBezTo>
                </a:path>
              </a:pathLst>
            </a:custGeom>
            <a:ln cap="rnd" w="39600">
              <a:solidFill>
                <a:srgbClr val="f8b621"/>
              </a:solidFill>
              <a:bevel/>
            </a:ln>
          </p:spPr>
          <p:txBody>
            <a:bodyPr lIns="109800" rIns="109800" tIns="12960" bIns="1296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458" name=""/>
            <p:cNvSpPr/>
            <p:nvPr/>
          </p:nvSpPr>
          <p:spPr>
            <a:xfrm>
              <a:off x="894960" y="2473920"/>
              <a:ext cx="50040" cy="61200"/>
            </a:xfrm>
            <a:custGeom>
              <a:avLst/>
              <a:gdLst/>
              <a:ahLst/>
              <a:rect l="0" t="0" r="r" b="b"/>
              <a:pathLst>
                <a:path fill="none" w="139" h="170">
                  <a:moveTo>
                    <a:pt x="0" y="0"/>
                  </a:moveTo>
                  <a:cubicBezTo>
                    <a:pt x="39" y="64"/>
                    <a:pt x="86" y="121"/>
                    <a:pt x="139" y="170"/>
                  </a:cubicBezTo>
                </a:path>
              </a:pathLst>
            </a:custGeom>
            <a:ln cap="rnd" w="39600">
              <a:solidFill>
                <a:srgbClr val="f8b621"/>
              </a:solidFill>
              <a:bevel/>
            </a:ln>
          </p:spPr>
          <p:txBody>
            <a:bodyPr lIns="109800" rIns="109800" tIns="-3600" bIns="-36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459" name=""/>
            <p:cNvSpPr/>
            <p:nvPr/>
          </p:nvSpPr>
          <p:spPr>
            <a:xfrm>
              <a:off x="1010160" y="2580840"/>
              <a:ext cx="74880" cy="25560"/>
            </a:xfrm>
            <a:custGeom>
              <a:avLst/>
              <a:gdLst/>
              <a:ahLst/>
              <a:rect l="0" t="0" r="r" b="b"/>
              <a:pathLst>
                <a:path fill="none" w="208" h="71">
                  <a:moveTo>
                    <a:pt x="0" y="0"/>
                  </a:moveTo>
                  <a:cubicBezTo>
                    <a:pt x="66" y="33"/>
                    <a:pt x="136" y="57"/>
                    <a:pt x="208" y="71"/>
                  </a:cubicBezTo>
                </a:path>
              </a:pathLst>
            </a:custGeom>
            <a:ln cap="rnd" w="39600">
              <a:solidFill>
                <a:srgbClr val="f8b621"/>
              </a:solidFill>
              <a:bevel/>
            </a:ln>
          </p:spPr>
          <p:txBody>
            <a:bodyPr lIns="109800" rIns="109800" tIns="-39240" bIns="-3924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460" name=""/>
            <p:cNvSpPr/>
            <p:nvPr/>
          </p:nvSpPr>
          <p:spPr>
            <a:xfrm>
              <a:off x="1125360" y="2649600"/>
              <a:ext cx="360" cy="78840"/>
            </a:xfrm>
            <a:custGeom>
              <a:avLst/>
              <a:gdLst/>
              <a:ahLst/>
              <a:rect l="0" t="0" r="r" b="b"/>
              <a:pathLst>
                <a:path fill="none" w="1" h="219">
                  <a:moveTo>
                    <a:pt x="0" y="0"/>
                  </a:moveTo>
                  <a:cubicBezTo>
                    <a:pt x="0" y="73"/>
                    <a:pt x="0" y="146"/>
                    <a:pt x="0" y="219"/>
                  </a:cubicBezTo>
                  <a:lnTo>
                    <a:pt x="1" y="219"/>
                  </a:lnTo>
                </a:path>
              </a:pathLst>
            </a:custGeom>
            <a:ln cap="rnd" w="39600">
              <a:solidFill>
                <a:srgbClr val="f8b621"/>
              </a:solidFill>
              <a:bevel/>
            </a:ln>
          </p:spPr>
          <p:txBody>
            <a:bodyPr lIns="109800" rIns="109800" tIns="14040" bIns="1404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461" name=""/>
            <p:cNvSpPr/>
            <p:nvPr/>
          </p:nvSpPr>
          <p:spPr>
            <a:xfrm>
              <a:off x="1205280" y="2728440"/>
              <a:ext cx="79200" cy="0"/>
            </a:xfrm>
            <a:custGeom>
              <a:avLst/>
              <a:gdLst/>
              <a:ahLst/>
              <a:rect l="0" t="0" r="r" b="b"/>
              <a:pathLst>
                <a:path fill="none" w="220" h="0">
                  <a:moveTo>
                    <a:pt x="0" y="0"/>
                  </a:moveTo>
                  <a:cubicBezTo>
                    <a:pt x="73" y="0"/>
                    <a:pt x="147" y="0"/>
                    <a:pt x="220" y="0"/>
                  </a:cubicBezTo>
                </a:path>
              </a:pathLst>
            </a:custGeom>
            <a:ln cap="rnd" w="39600">
              <a:solidFill>
                <a:srgbClr val="f8b621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462" name=""/>
            <p:cNvSpPr/>
            <p:nvPr/>
          </p:nvSpPr>
          <p:spPr>
            <a:xfrm>
              <a:off x="1364040" y="2728440"/>
              <a:ext cx="79560" cy="0"/>
            </a:xfrm>
            <a:custGeom>
              <a:avLst/>
              <a:gdLst/>
              <a:ahLst/>
              <a:rect l="0" t="0" r="r" b="b"/>
              <a:pathLst>
                <a:path fill="none" w="221" h="0">
                  <a:moveTo>
                    <a:pt x="0" y="0"/>
                  </a:moveTo>
                  <a:cubicBezTo>
                    <a:pt x="74" y="0"/>
                    <a:pt x="147" y="0"/>
                    <a:pt x="221" y="0"/>
                  </a:cubicBezTo>
                </a:path>
              </a:pathLst>
            </a:custGeom>
            <a:ln cap="rnd" w="39600">
              <a:solidFill>
                <a:srgbClr val="f8b621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463" name=""/>
            <p:cNvSpPr/>
            <p:nvPr/>
          </p:nvSpPr>
          <p:spPr>
            <a:xfrm>
              <a:off x="1522800" y="2728440"/>
              <a:ext cx="79560" cy="0"/>
            </a:xfrm>
            <a:custGeom>
              <a:avLst/>
              <a:gdLst/>
              <a:ahLst/>
              <a:rect l="0" t="0" r="r" b="b"/>
              <a:pathLst>
                <a:path fill="none" w="221" h="0">
                  <a:moveTo>
                    <a:pt x="0" y="0"/>
                  </a:moveTo>
                  <a:cubicBezTo>
                    <a:pt x="74" y="0"/>
                    <a:pt x="147" y="0"/>
                    <a:pt x="221" y="0"/>
                  </a:cubicBezTo>
                </a:path>
              </a:pathLst>
            </a:custGeom>
            <a:ln cap="rnd" w="39600">
              <a:solidFill>
                <a:srgbClr val="f8b621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464" name=""/>
            <p:cNvSpPr/>
            <p:nvPr/>
          </p:nvSpPr>
          <p:spPr>
            <a:xfrm>
              <a:off x="1681920" y="2728440"/>
              <a:ext cx="79560" cy="0"/>
            </a:xfrm>
            <a:custGeom>
              <a:avLst/>
              <a:gdLst/>
              <a:ahLst/>
              <a:rect l="0" t="0" r="r" b="b"/>
              <a:pathLst>
                <a:path fill="none" w="221" h="0">
                  <a:moveTo>
                    <a:pt x="0" y="0"/>
                  </a:moveTo>
                  <a:cubicBezTo>
                    <a:pt x="74" y="0"/>
                    <a:pt x="147" y="0"/>
                    <a:pt x="221" y="0"/>
                  </a:cubicBezTo>
                </a:path>
              </a:pathLst>
            </a:custGeom>
            <a:ln cap="rnd" w="39600">
              <a:solidFill>
                <a:srgbClr val="f8b621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465" name=""/>
            <p:cNvSpPr/>
            <p:nvPr/>
          </p:nvSpPr>
          <p:spPr>
            <a:xfrm>
              <a:off x="1840680" y="2728440"/>
              <a:ext cx="79560" cy="0"/>
            </a:xfrm>
            <a:custGeom>
              <a:avLst/>
              <a:gdLst/>
              <a:ahLst/>
              <a:rect l="0" t="0" r="r" b="b"/>
              <a:pathLst>
                <a:path fill="none" w="221" h="0">
                  <a:moveTo>
                    <a:pt x="0" y="0"/>
                  </a:moveTo>
                  <a:cubicBezTo>
                    <a:pt x="74" y="0"/>
                    <a:pt x="147" y="0"/>
                    <a:pt x="221" y="0"/>
                  </a:cubicBezTo>
                </a:path>
              </a:pathLst>
            </a:custGeom>
            <a:ln cap="rnd" w="39600">
              <a:solidFill>
                <a:srgbClr val="f8b621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466" name=""/>
            <p:cNvSpPr/>
            <p:nvPr/>
          </p:nvSpPr>
          <p:spPr>
            <a:xfrm>
              <a:off x="1999800" y="2728440"/>
              <a:ext cx="79560" cy="0"/>
            </a:xfrm>
            <a:custGeom>
              <a:avLst/>
              <a:gdLst/>
              <a:ahLst/>
              <a:rect l="0" t="0" r="r" b="b"/>
              <a:pathLst>
                <a:path fill="none" w="221" h="0">
                  <a:moveTo>
                    <a:pt x="0" y="0"/>
                  </a:moveTo>
                  <a:cubicBezTo>
                    <a:pt x="74" y="0"/>
                    <a:pt x="147" y="0"/>
                    <a:pt x="221" y="0"/>
                  </a:cubicBezTo>
                </a:path>
              </a:pathLst>
            </a:custGeom>
            <a:ln cap="rnd" w="39600">
              <a:solidFill>
                <a:srgbClr val="f8b621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467" name=""/>
            <p:cNvSpPr/>
            <p:nvPr/>
          </p:nvSpPr>
          <p:spPr>
            <a:xfrm>
              <a:off x="2158560" y="2728440"/>
              <a:ext cx="79560" cy="0"/>
            </a:xfrm>
            <a:custGeom>
              <a:avLst/>
              <a:gdLst/>
              <a:ahLst/>
              <a:rect l="0" t="0" r="r" b="b"/>
              <a:pathLst>
                <a:path fill="none" w="221" h="0">
                  <a:moveTo>
                    <a:pt x="0" y="0"/>
                  </a:moveTo>
                  <a:cubicBezTo>
                    <a:pt x="74" y="0"/>
                    <a:pt x="147" y="0"/>
                    <a:pt x="221" y="0"/>
                  </a:cubicBezTo>
                </a:path>
              </a:pathLst>
            </a:custGeom>
            <a:ln cap="rnd" w="39600">
              <a:solidFill>
                <a:srgbClr val="f8b621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468" name=""/>
            <p:cNvSpPr/>
            <p:nvPr/>
          </p:nvSpPr>
          <p:spPr>
            <a:xfrm>
              <a:off x="2317680" y="2728440"/>
              <a:ext cx="79200" cy="0"/>
            </a:xfrm>
            <a:custGeom>
              <a:avLst/>
              <a:gdLst/>
              <a:ahLst/>
              <a:rect l="0" t="0" r="r" b="b"/>
              <a:pathLst>
                <a:path fill="none" w="220" h="0">
                  <a:moveTo>
                    <a:pt x="0" y="0"/>
                  </a:moveTo>
                  <a:cubicBezTo>
                    <a:pt x="73" y="0"/>
                    <a:pt x="147" y="0"/>
                    <a:pt x="220" y="0"/>
                  </a:cubicBezTo>
                </a:path>
              </a:pathLst>
            </a:custGeom>
            <a:ln cap="rnd" w="39600">
              <a:solidFill>
                <a:srgbClr val="f8b621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469" name=""/>
            <p:cNvSpPr/>
            <p:nvPr/>
          </p:nvSpPr>
          <p:spPr>
            <a:xfrm>
              <a:off x="2476440" y="2728440"/>
              <a:ext cx="79560" cy="0"/>
            </a:xfrm>
            <a:custGeom>
              <a:avLst/>
              <a:gdLst/>
              <a:ahLst/>
              <a:rect l="0" t="0" r="r" b="b"/>
              <a:pathLst>
                <a:path fill="none" w="221" h="0">
                  <a:moveTo>
                    <a:pt x="0" y="0"/>
                  </a:moveTo>
                  <a:cubicBezTo>
                    <a:pt x="74" y="0"/>
                    <a:pt x="147" y="0"/>
                    <a:pt x="221" y="0"/>
                  </a:cubicBezTo>
                </a:path>
              </a:pathLst>
            </a:custGeom>
            <a:ln cap="rnd" w="39600">
              <a:solidFill>
                <a:srgbClr val="f8b621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470" name=""/>
            <p:cNvSpPr/>
            <p:nvPr/>
          </p:nvSpPr>
          <p:spPr>
            <a:xfrm>
              <a:off x="2635560" y="2728440"/>
              <a:ext cx="79200" cy="0"/>
            </a:xfrm>
            <a:custGeom>
              <a:avLst/>
              <a:gdLst/>
              <a:ahLst/>
              <a:rect l="0" t="0" r="r" b="b"/>
              <a:pathLst>
                <a:path fill="none" w="220" h="0">
                  <a:moveTo>
                    <a:pt x="0" y="0"/>
                  </a:moveTo>
                  <a:cubicBezTo>
                    <a:pt x="73" y="0"/>
                    <a:pt x="147" y="0"/>
                    <a:pt x="220" y="0"/>
                  </a:cubicBezTo>
                </a:path>
              </a:pathLst>
            </a:custGeom>
            <a:ln cap="rnd" w="39600">
              <a:solidFill>
                <a:srgbClr val="f8b621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471" name=""/>
            <p:cNvSpPr/>
            <p:nvPr/>
          </p:nvSpPr>
          <p:spPr>
            <a:xfrm>
              <a:off x="2794320" y="2728440"/>
              <a:ext cx="79560" cy="0"/>
            </a:xfrm>
            <a:custGeom>
              <a:avLst/>
              <a:gdLst/>
              <a:ahLst/>
              <a:rect l="0" t="0" r="r" b="b"/>
              <a:pathLst>
                <a:path fill="none" w="221" h="0">
                  <a:moveTo>
                    <a:pt x="0" y="0"/>
                  </a:moveTo>
                  <a:cubicBezTo>
                    <a:pt x="74" y="0"/>
                    <a:pt x="147" y="0"/>
                    <a:pt x="221" y="0"/>
                  </a:cubicBezTo>
                </a:path>
              </a:pathLst>
            </a:custGeom>
            <a:ln cap="rnd" w="39600">
              <a:solidFill>
                <a:srgbClr val="f8b621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472" name=""/>
            <p:cNvSpPr/>
            <p:nvPr/>
          </p:nvSpPr>
          <p:spPr>
            <a:xfrm>
              <a:off x="2953440" y="2728440"/>
              <a:ext cx="79200" cy="0"/>
            </a:xfrm>
            <a:custGeom>
              <a:avLst/>
              <a:gdLst/>
              <a:ahLst/>
              <a:rect l="0" t="0" r="r" b="b"/>
              <a:pathLst>
                <a:path fill="none" w="220" h="0">
                  <a:moveTo>
                    <a:pt x="0" y="0"/>
                  </a:moveTo>
                  <a:cubicBezTo>
                    <a:pt x="73" y="0"/>
                    <a:pt x="147" y="0"/>
                    <a:pt x="220" y="0"/>
                  </a:cubicBezTo>
                </a:path>
              </a:pathLst>
            </a:custGeom>
            <a:ln cap="rnd" w="39600">
              <a:solidFill>
                <a:srgbClr val="f8b621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473" name=""/>
            <p:cNvSpPr/>
            <p:nvPr/>
          </p:nvSpPr>
          <p:spPr>
            <a:xfrm>
              <a:off x="3112200" y="2728440"/>
              <a:ext cx="79560" cy="0"/>
            </a:xfrm>
            <a:custGeom>
              <a:avLst/>
              <a:gdLst/>
              <a:ahLst/>
              <a:rect l="0" t="0" r="r" b="b"/>
              <a:pathLst>
                <a:path fill="none" w="221" h="0">
                  <a:moveTo>
                    <a:pt x="0" y="0"/>
                  </a:moveTo>
                  <a:cubicBezTo>
                    <a:pt x="74" y="0"/>
                    <a:pt x="147" y="0"/>
                    <a:pt x="221" y="0"/>
                  </a:cubicBezTo>
                </a:path>
              </a:pathLst>
            </a:custGeom>
            <a:ln cap="rnd" w="39600">
              <a:solidFill>
                <a:srgbClr val="f8b621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474" name=""/>
            <p:cNvSpPr/>
            <p:nvPr/>
          </p:nvSpPr>
          <p:spPr>
            <a:xfrm>
              <a:off x="3270960" y="2693520"/>
              <a:ext cx="44640" cy="34920"/>
            </a:xfrm>
            <a:custGeom>
              <a:avLst/>
              <a:gdLst/>
              <a:ahLst/>
              <a:rect l="0" t="0" r="r" b="b"/>
              <a:pathLst>
                <a:path fill="none" w="124" h="97">
                  <a:moveTo>
                    <a:pt x="0" y="97"/>
                  </a:moveTo>
                  <a:cubicBezTo>
                    <a:pt x="41" y="97"/>
                    <a:pt x="83" y="97"/>
                    <a:pt x="124" y="97"/>
                  </a:cubicBezTo>
                  <a:cubicBezTo>
                    <a:pt x="124" y="65"/>
                    <a:pt x="124" y="32"/>
                    <a:pt x="124" y="0"/>
                  </a:cubicBezTo>
                </a:path>
              </a:pathLst>
            </a:custGeom>
            <a:ln cap="rnd" w="39600">
              <a:solidFill>
                <a:srgbClr val="f8b621"/>
              </a:solidFill>
              <a:bevel/>
            </a:ln>
          </p:spPr>
          <p:txBody>
            <a:bodyPr lIns="109800" rIns="109800" tIns="-29880" bIns="-2988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475" name=""/>
            <p:cNvSpPr/>
            <p:nvPr/>
          </p:nvSpPr>
          <p:spPr>
            <a:xfrm>
              <a:off x="3315600" y="2534760"/>
              <a:ext cx="0" cy="79200"/>
            </a:xfrm>
            <a:custGeom>
              <a:avLst/>
              <a:gdLst/>
              <a:ahLst/>
              <a:rect l="0" t="0" r="r" b="b"/>
              <a:pathLst>
                <a:path fill="none" w="0" h="220">
                  <a:moveTo>
                    <a:pt x="0" y="220"/>
                  </a:moveTo>
                  <a:cubicBezTo>
                    <a:pt x="0" y="147"/>
                    <a:pt x="0" y="73"/>
                    <a:pt x="0" y="0"/>
                  </a:cubicBezTo>
                </a:path>
              </a:pathLst>
            </a:custGeom>
            <a:ln cap="rnd" w="39600">
              <a:solidFill>
                <a:srgbClr val="f8b621"/>
              </a:solidFill>
              <a:bevel/>
            </a:ln>
          </p:spPr>
          <p:txBody>
            <a:bodyPr lIns="109800" rIns="109800" tIns="14400" bIns="144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476" name=""/>
            <p:cNvSpPr/>
            <p:nvPr/>
          </p:nvSpPr>
          <p:spPr>
            <a:xfrm>
              <a:off x="3315600" y="2399040"/>
              <a:ext cx="34920" cy="56160"/>
            </a:xfrm>
            <a:custGeom>
              <a:avLst/>
              <a:gdLst/>
              <a:ahLst/>
              <a:rect l="0" t="0" r="r" b="b"/>
              <a:pathLst>
                <a:path fill="none" w="97" h="156">
                  <a:moveTo>
                    <a:pt x="0" y="156"/>
                  </a:moveTo>
                  <a:cubicBezTo>
                    <a:pt x="0" y="117"/>
                    <a:pt x="0" y="79"/>
                    <a:pt x="0" y="40"/>
                  </a:cubicBezTo>
                  <a:cubicBezTo>
                    <a:pt x="32" y="27"/>
                    <a:pt x="65" y="13"/>
                    <a:pt x="97" y="0"/>
                  </a:cubicBezTo>
                </a:path>
              </a:pathLst>
            </a:custGeom>
            <a:ln cap="rnd" w="39600">
              <a:solidFill>
                <a:srgbClr val="f8b621"/>
              </a:solidFill>
              <a:bevel/>
            </a:ln>
          </p:spPr>
          <p:txBody>
            <a:bodyPr lIns="109800" rIns="109800" tIns="-8640" bIns="-864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477" name=""/>
            <p:cNvSpPr/>
            <p:nvPr/>
          </p:nvSpPr>
          <p:spPr>
            <a:xfrm>
              <a:off x="3423960" y="2338560"/>
              <a:ext cx="73800" cy="30600"/>
            </a:xfrm>
            <a:custGeom>
              <a:avLst/>
              <a:gdLst/>
              <a:ahLst/>
              <a:rect l="0" t="0" r="r" b="b"/>
              <a:pathLst>
                <a:path fill="none" w="205" h="85">
                  <a:moveTo>
                    <a:pt x="0" y="85"/>
                  </a:moveTo>
                  <a:cubicBezTo>
                    <a:pt x="68" y="57"/>
                    <a:pt x="137" y="28"/>
                    <a:pt x="205" y="0"/>
                  </a:cubicBezTo>
                </a:path>
              </a:pathLst>
            </a:custGeom>
            <a:ln cap="rnd" w="39600">
              <a:solidFill>
                <a:srgbClr val="f8b621"/>
              </a:solidFill>
              <a:bevel/>
            </a:ln>
          </p:spPr>
          <p:txBody>
            <a:bodyPr lIns="109800" rIns="109800" tIns="-34200" bIns="-342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478" name=""/>
            <p:cNvSpPr/>
            <p:nvPr/>
          </p:nvSpPr>
          <p:spPr>
            <a:xfrm>
              <a:off x="3571200" y="2277720"/>
              <a:ext cx="43200" cy="30960"/>
            </a:xfrm>
            <a:custGeom>
              <a:avLst/>
              <a:gdLst/>
              <a:ahLst/>
              <a:rect l="0" t="0" r="r" b="b"/>
              <a:pathLst>
                <a:path fill="none" w="120" h="86">
                  <a:moveTo>
                    <a:pt x="0" y="86"/>
                  </a:moveTo>
                  <a:cubicBezTo>
                    <a:pt x="40" y="70"/>
                    <a:pt x="80" y="53"/>
                    <a:pt x="120" y="37"/>
                  </a:cubicBezTo>
                  <a:cubicBezTo>
                    <a:pt x="92" y="25"/>
                    <a:pt x="65" y="12"/>
                    <a:pt x="37" y="0"/>
                  </a:cubicBezTo>
                </a:path>
              </a:pathLst>
            </a:custGeom>
            <a:ln cap="rnd" w="39600">
              <a:solidFill>
                <a:srgbClr val="f8b621"/>
              </a:solidFill>
              <a:bevel/>
            </a:ln>
          </p:spPr>
          <p:txBody>
            <a:bodyPr lIns="109800" rIns="109800" tIns="-33840" bIns="-3384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479" name=""/>
            <p:cNvSpPr/>
            <p:nvPr/>
          </p:nvSpPr>
          <p:spPr>
            <a:xfrm>
              <a:off x="3438720" y="2213280"/>
              <a:ext cx="73080" cy="32400"/>
            </a:xfrm>
            <a:custGeom>
              <a:avLst/>
              <a:gdLst/>
              <a:ahLst/>
              <a:rect l="0" t="0" r="r" b="b"/>
              <a:pathLst>
                <a:path fill="none" w="203" h="90">
                  <a:moveTo>
                    <a:pt x="203" y="90"/>
                  </a:moveTo>
                  <a:cubicBezTo>
                    <a:pt x="135" y="60"/>
                    <a:pt x="68" y="30"/>
                    <a:pt x="0" y="0"/>
                  </a:cubicBezTo>
                </a:path>
              </a:pathLst>
            </a:custGeom>
            <a:ln cap="rnd" w="39600">
              <a:solidFill>
                <a:srgbClr val="f8b621"/>
              </a:solidFill>
              <a:bevel/>
            </a:ln>
          </p:spPr>
          <p:txBody>
            <a:bodyPr lIns="109800" rIns="109800" tIns="-32400" bIns="-324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480" name=""/>
            <p:cNvSpPr/>
            <p:nvPr/>
          </p:nvSpPr>
          <p:spPr>
            <a:xfrm>
              <a:off x="3315600" y="2135520"/>
              <a:ext cx="50760" cy="46080"/>
            </a:xfrm>
            <a:custGeom>
              <a:avLst/>
              <a:gdLst/>
              <a:ahLst/>
              <a:rect l="0" t="0" r="r" b="b"/>
              <a:pathLst>
                <a:path fill="none" w="141" h="128">
                  <a:moveTo>
                    <a:pt x="141" y="128"/>
                  </a:moveTo>
                  <a:cubicBezTo>
                    <a:pt x="94" y="107"/>
                    <a:pt x="47" y="87"/>
                    <a:pt x="0" y="66"/>
                  </a:cubicBezTo>
                  <a:cubicBezTo>
                    <a:pt x="0" y="44"/>
                    <a:pt x="0" y="22"/>
                    <a:pt x="0" y="0"/>
                  </a:cubicBezTo>
                </a:path>
              </a:pathLst>
            </a:custGeom>
            <a:ln cap="rnd" w="39600">
              <a:solidFill>
                <a:srgbClr val="f8b621"/>
              </a:solidFill>
              <a:bevel/>
            </a:ln>
          </p:spPr>
          <p:txBody>
            <a:bodyPr lIns="109800" rIns="109800" tIns="-18720" bIns="-1872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481" name=""/>
            <p:cNvSpPr/>
            <p:nvPr/>
          </p:nvSpPr>
          <p:spPr>
            <a:xfrm>
              <a:off x="3315600" y="1976400"/>
              <a:ext cx="0" cy="79560"/>
            </a:xfrm>
            <a:custGeom>
              <a:avLst/>
              <a:gdLst/>
              <a:ahLst/>
              <a:rect l="0" t="0" r="r" b="b"/>
              <a:pathLst>
                <a:path fill="none" w="0" h="221">
                  <a:moveTo>
                    <a:pt x="0" y="221"/>
                  </a:moveTo>
                  <a:cubicBezTo>
                    <a:pt x="0" y="147"/>
                    <a:pt x="0" y="74"/>
                    <a:pt x="0" y="0"/>
                  </a:cubicBezTo>
                </a:path>
              </a:pathLst>
            </a:custGeom>
            <a:ln cap="rnd" w="39600">
              <a:solidFill>
                <a:srgbClr val="f8b621"/>
              </a:solidFill>
              <a:bevel/>
            </a:ln>
          </p:spPr>
          <p:txBody>
            <a:bodyPr lIns="109800" rIns="109800" tIns="14760" bIns="1476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482" name=""/>
            <p:cNvSpPr/>
            <p:nvPr/>
          </p:nvSpPr>
          <p:spPr>
            <a:xfrm>
              <a:off x="3293640" y="1839600"/>
              <a:ext cx="21960" cy="57600"/>
            </a:xfrm>
            <a:custGeom>
              <a:avLst/>
              <a:gdLst/>
              <a:ahLst/>
              <a:rect l="0" t="0" r="r" b="b"/>
              <a:pathLst>
                <a:path fill="none" w="61" h="160">
                  <a:moveTo>
                    <a:pt x="61" y="160"/>
                  </a:moveTo>
                  <a:cubicBezTo>
                    <a:pt x="61" y="107"/>
                    <a:pt x="61" y="53"/>
                    <a:pt x="61" y="0"/>
                  </a:cubicBezTo>
                  <a:cubicBezTo>
                    <a:pt x="41" y="0"/>
                    <a:pt x="20" y="0"/>
                    <a:pt x="0" y="0"/>
                  </a:cubicBezTo>
                </a:path>
              </a:pathLst>
            </a:custGeom>
            <a:ln cap="rnd" w="39600">
              <a:solidFill>
                <a:srgbClr val="f8b621"/>
              </a:solidFill>
              <a:bevel/>
            </a:ln>
          </p:spPr>
          <p:txBody>
            <a:bodyPr lIns="109800" rIns="109800" tIns="-7200" bIns="-72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</p:grpSp>
      <p:grpSp>
        <p:nvGrpSpPr>
          <p:cNvPr id="483" name=""/>
          <p:cNvGrpSpPr/>
          <p:nvPr/>
        </p:nvGrpSpPr>
        <p:grpSpPr>
          <a:xfrm>
            <a:off x="843480" y="2991240"/>
            <a:ext cx="2766960" cy="888840"/>
            <a:chOff x="843480" y="2991240"/>
            <a:chExt cx="2766960" cy="888840"/>
          </a:xfrm>
        </p:grpSpPr>
        <p:sp>
          <p:nvSpPr>
            <p:cNvPr id="484" name=""/>
            <p:cNvSpPr/>
            <p:nvPr/>
          </p:nvSpPr>
          <p:spPr>
            <a:xfrm>
              <a:off x="936360" y="3058920"/>
              <a:ext cx="2525760" cy="762120"/>
            </a:xfrm>
            <a:custGeom>
              <a:avLst/>
              <a:gdLst/>
              <a:ahLst/>
              <a:rect l="0" t="0" r="r" b="b"/>
              <a:pathLst>
                <a:path w="7016" h="2117">
                  <a:moveTo>
                    <a:pt x="705" y="0"/>
                  </a:moveTo>
                  <a:cubicBezTo>
                    <a:pt x="705" y="127"/>
                    <a:pt x="705" y="255"/>
                    <a:pt x="705" y="382"/>
                  </a:cubicBezTo>
                  <a:cubicBezTo>
                    <a:pt x="585" y="385"/>
                    <a:pt x="468" y="419"/>
                    <a:pt x="363" y="479"/>
                  </a:cubicBezTo>
                  <a:cubicBezTo>
                    <a:pt x="253" y="543"/>
                    <a:pt x="161" y="634"/>
                    <a:pt x="97" y="745"/>
                  </a:cubicBezTo>
                  <a:cubicBezTo>
                    <a:pt x="33" y="856"/>
                    <a:pt x="0" y="981"/>
                    <a:pt x="0" y="1109"/>
                  </a:cubicBezTo>
                  <a:cubicBezTo>
                    <a:pt x="0" y="1237"/>
                    <a:pt x="33" y="1362"/>
                    <a:pt x="97" y="1473"/>
                  </a:cubicBezTo>
                  <a:cubicBezTo>
                    <a:pt x="161" y="1583"/>
                    <a:pt x="253" y="1675"/>
                    <a:pt x="363" y="1739"/>
                  </a:cubicBezTo>
                  <a:cubicBezTo>
                    <a:pt x="468" y="1799"/>
                    <a:pt x="585" y="1833"/>
                    <a:pt x="705" y="1836"/>
                  </a:cubicBezTo>
                  <a:cubicBezTo>
                    <a:pt x="705" y="1930"/>
                    <a:pt x="705" y="2023"/>
                    <a:pt x="705" y="2117"/>
                  </a:cubicBezTo>
                  <a:cubicBezTo>
                    <a:pt x="2556" y="2117"/>
                    <a:pt x="4407" y="2117"/>
                    <a:pt x="6258" y="2117"/>
                  </a:cubicBezTo>
                  <a:cubicBezTo>
                    <a:pt x="6258" y="1867"/>
                    <a:pt x="6258" y="1617"/>
                    <a:pt x="6258" y="1367"/>
                  </a:cubicBezTo>
                  <a:cubicBezTo>
                    <a:pt x="6510" y="1270"/>
                    <a:pt x="6763" y="1172"/>
                    <a:pt x="7016" y="1075"/>
                  </a:cubicBezTo>
                  <a:cubicBezTo>
                    <a:pt x="6763" y="971"/>
                    <a:pt x="6510" y="866"/>
                    <a:pt x="6258" y="762"/>
                  </a:cubicBezTo>
                  <a:cubicBezTo>
                    <a:pt x="6258" y="508"/>
                    <a:pt x="6258" y="254"/>
                    <a:pt x="6258" y="0"/>
                  </a:cubicBezTo>
                  <a:cubicBezTo>
                    <a:pt x="4407" y="0"/>
                    <a:pt x="2556" y="0"/>
                    <a:pt x="705" y="0"/>
                  </a:cubicBezTo>
                  <a:close/>
                </a:path>
              </a:pathLst>
            </a:custGeom>
            <a:solidFill>
              <a:srgbClr val="60c4e4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485" name=""/>
            <p:cNvSpPr/>
            <p:nvPr/>
          </p:nvSpPr>
          <p:spPr>
            <a:xfrm>
              <a:off x="974880" y="3253320"/>
              <a:ext cx="404640" cy="404640"/>
            </a:xfrm>
            <a:custGeom>
              <a:avLst/>
              <a:gdLst/>
              <a:ahLst/>
              <a:rect l="0" t="0" r="r" b="b"/>
              <a:pathLst>
                <a:path w="1124" h="1124">
                  <a:moveTo>
                    <a:pt x="1124" y="562"/>
                  </a:moveTo>
                  <a:cubicBezTo>
                    <a:pt x="1124" y="660"/>
                    <a:pt x="1098" y="757"/>
                    <a:pt x="1049" y="843"/>
                  </a:cubicBezTo>
                  <a:cubicBezTo>
                    <a:pt x="1000" y="928"/>
                    <a:pt x="928" y="998"/>
                    <a:pt x="843" y="1048"/>
                  </a:cubicBezTo>
                  <a:cubicBezTo>
                    <a:pt x="757" y="1097"/>
                    <a:pt x="661" y="1124"/>
                    <a:pt x="562" y="1124"/>
                  </a:cubicBezTo>
                  <a:cubicBezTo>
                    <a:pt x="463" y="1124"/>
                    <a:pt x="366" y="1097"/>
                    <a:pt x="281" y="1048"/>
                  </a:cubicBezTo>
                  <a:cubicBezTo>
                    <a:pt x="196" y="998"/>
                    <a:pt x="124" y="928"/>
                    <a:pt x="75" y="843"/>
                  </a:cubicBezTo>
                  <a:cubicBezTo>
                    <a:pt x="25" y="757"/>
                    <a:pt x="0" y="660"/>
                    <a:pt x="0" y="562"/>
                  </a:cubicBezTo>
                  <a:cubicBezTo>
                    <a:pt x="0" y="463"/>
                    <a:pt x="26" y="366"/>
                    <a:pt x="75" y="281"/>
                  </a:cubicBezTo>
                  <a:cubicBezTo>
                    <a:pt x="125" y="195"/>
                    <a:pt x="196" y="124"/>
                    <a:pt x="281" y="75"/>
                  </a:cubicBezTo>
                  <a:cubicBezTo>
                    <a:pt x="366" y="26"/>
                    <a:pt x="463" y="0"/>
                    <a:pt x="562" y="0"/>
                  </a:cubicBezTo>
                  <a:cubicBezTo>
                    <a:pt x="661" y="0"/>
                    <a:pt x="757" y="26"/>
                    <a:pt x="843" y="75"/>
                  </a:cubicBezTo>
                  <a:cubicBezTo>
                    <a:pt x="928" y="124"/>
                    <a:pt x="1000" y="195"/>
                    <a:pt x="1049" y="281"/>
                  </a:cubicBezTo>
                  <a:cubicBezTo>
                    <a:pt x="1098" y="366"/>
                    <a:pt x="1124" y="463"/>
                    <a:pt x="1124" y="562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486" name=""/>
            <p:cNvSpPr/>
            <p:nvPr/>
          </p:nvSpPr>
          <p:spPr>
            <a:xfrm>
              <a:off x="1121400" y="2991240"/>
              <a:ext cx="23040" cy="79200"/>
            </a:xfrm>
            <a:custGeom>
              <a:avLst/>
              <a:gdLst/>
              <a:ahLst/>
              <a:rect l="0" t="0" r="r" b="b"/>
              <a:pathLst>
                <a:path fill="none" w="64" h="220">
                  <a:moveTo>
                    <a:pt x="64" y="0"/>
                  </a:moveTo>
                  <a:cubicBezTo>
                    <a:pt x="43" y="0"/>
                    <a:pt x="21" y="0"/>
                    <a:pt x="0" y="0"/>
                  </a:cubicBezTo>
                  <a:cubicBezTo>
                    <a:pt x="0" y="73"/>
                    <a:pt x="0" y="147"/>
                    <a:pt x="0" y="220"/>
                  </a:cubicBezTo>
                </a:path>
              </a:pathLst>
            </a:custGeom>
            <a:ln cap="rnd" w="39600">
              <a:solidFill>
                <a:srgbClr val="60c4e4"/>
              </a:solidFill>
              <a:bevel/>
            </a:ln>
          </p:spPr>
          <p:txBody>
            <a:bodyPr lIns="109800" rIns="109800" tIns="14400" bIns="144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487" name=""/>
            <p:cNvSpPr/>
            <p:nvPr/>
          </p:nvSpPr>
          <p:spPr>
            <a:xfrm>
              <a:off x="1044720" y="3150000"/>
              <a:ext cx="76680" cy="15120"/>
            </a:xfrm>
            <a:custGeom>
              <a:avLst/>
              <a:gdLst/>
              <a:ahLst/>
              <a:rect l="0" t="0" r="r" b="b"/>
              <a:pathLst>
                <a:path fill="none" w="213" h="42">
                  <a:moveTo>
                    <a:pt x="213" y="0"/>
                  </a:moveTo>
                  <a:cubicBezTo>
                    <a:pt x="213" y="1"/>
                    <a:pt x="213" y="3"/>
                    <a:pt x="213" y="4"/>
                  </a:cubicBezTo>
                  <a:cubicBezTo>
                    <a:pt x="140" y="6"/>
                    <a:pt x="68" y="19"/>
                    <a:pt x="0" y="42"/>
                  </a:cubicBezTo>
                </a:path>
              </a:pathLst>
            </a:custGeom>
            <a:ln cap="rnd" w="39600">
              <a:solidFill>
                <a:srgbClr val="60c4e4"/>
              </a:solidFill>
              <a:bevel/>
            </a:ln>
          </p:spPr>
          <p:txBody>
            <a:bodyPr lIns="109800" rIns="109800" tIns="-49680" bIns="-4968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488" name=""/>
            <p:cNvSpPr/>
            <p:nvPr/>
          </p:nvSpPr>
          <p:spPr>
            <a:xfrm>
              <a:off x="915480" y="3200400"/>
              <a:ext cx="58320" cy="53640"/>
            </a:xfrm>
            <a:custGeom>
              <a:avLst/>
              <a:gdLst/>
              <a:ahLst/>
              <a:rect l="0" t="0" r="r" b="b"/>
              <a:pathLst>
                <a:path fill="none" w="162" h="149">
                  <a:moveTo>
                    <a:pt x="162" y="0"/>
                  </a:moveTo>
                  <a:cubicBezTo>
                    <a:pt x="102" y="42"/>
                    <a:pt x="47" y="92"/>
                    <a:pt x="0" y="149"/>
                  </a:cubicBezTo>
                </a:path>
              </a:pathLst>
            </a:custGeom>
            <a:ln cap="rnd" w="39600">
              <a:solidFill>
                <a:srgbClr val="60c4e4"/>
              </a:solidFill>
              <a:bevel/>
            </a:ln>
          </p:spPr>
          <p:txBody>
            <a:bodyPr lIns="109800" rIns="109800" tIns="-11160" bIns="-1116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489" name=""/>
            <p:cNvSpPr/>
            <p:nvPr/>
          </p:nvSpPr>
          <p:spPr>
            <a:xfrm>
              <a:off x="848880" y="3321000"/>
              <a:ext cx="24120" cy="75600"/>
            </a:xfrm>
            <a:custGeom>
              <a:avLst/>
              <a:gdLst/>
              <a:ahLst/>
              <a:rect l="0" t="0" r="r" b="b"/>
              <a:pathLst>
                <a:path fill="none" w="67" h="210">
                  <a:moveTo>
                    <a:pt x="67" y="0"/>
                  </a:moveTo>
                  <a:cubicBezTo>
                    <a:pt x="36" y="67"/>
                    <a:pt x="13" y="137"/>
                    <a:pt x="0" y="210"/>
                  </a:cubicBezTo>
                </a:path>
              </a:pathLst>
            </a:custGeom>
            <a:ln cap="rnd" w="39600">
              <a:solidFill>
                <a:srgbClr val="60c4e4"/>
              </a:solidFill>
              <a:bevel/>
            </a:ln>
          </p:spPr>
          <p:txBody>
            <a:bodyPr lIns="109800" rIns="109800" tIns="10800" bIns="10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490" name=""/>
            <p:cNvSpPr/>
            <p:nvPr/>
          </p:nvSpPr>
          <p:spPr>
            <a:xfrm>
              <a:off x="843480" y="3475440"/>
              <a:ext cx="14400" cy="78120"/>
            </a:xfrm>
            <a:custGeom>
              <a:avLst/>
              <a:gdLst/>
              <a:ahLst/>
              <a:rect l="0" t="0" r="r" b="b"/>
              <a:pathLst>
                <a:path fill="none" w="40" h="217">
                  <a:moveTo>
                    <a:pt x="0" y="0"/>
                  </a:moveTo>
                  <a:cubicBezTo>
                    <a:pt x="5" y="74"/>
                    <a:pt x="18" y="147"/>
                    <a:pt x="40" y="217"/>
                  </a:cubicBezTo>
                </a:path>
              </a:pathLst>
            </a:custGeom>
            <a:ln cap="rnd" w="39600">
              <a:solidFill>
                <a:srgbClr val="60c4e4"/>
              </a:solidFill>
              <a:bevel/>
            </a:ln>
          </p:spPr>
          <p:txBody>
            <a:bodyPr lIns="109800" rIns="109800" tIns="13320" bIns="1332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491" name=""/>
            <p:cNvSpPr/>
            <p:nvPr/>
          </p:nvSpPr>
          <p:spPr>
            <a:xfrm>
              <a:off x="891000" y="3625560"/>
              <a:ext cx="50400" cy="61200"/>
            </a:xfrm>
            <a:custGeom>
              <a:avLst/>
              <a:gdLst/>
              <a:ahLst/>
              <a:rect l="0" t="0" r="r" b="b"/>
              <a:pathLst>
                <a:path fill="none" w="140" h="170">
                  <a:moveTo>
                    <a:pt x="0" y="0"/>
                  </a:moveTo>
                  <a:cubicBezTo>
                    <a:pt x="39" y="63"/>
                    <a:pt x="86" y="121"/>
                    <a:pt x="140" y="170"/>
                  </a:cubicBezTo>
                </a:path>
              </a:pathLst>
            </a:custGeom>
            <a:ln cap="rnd" w="39600">
              <a:solidFill>
                <a:srgbClr val="60c4e4"/>
              </a:solidFill>
              <a:bevel/>
            </a:ln>
          </p:spPr>
          <p:txBody>
            <a:bodyPr lIns="109800" rIns="109800" tIns="-3600" bIns="-36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492" name=""/>
            <p:cNvSpPr/>
            <p:nvPr/>
          </p:nvSpPr>
          <p:spPr>
            <a:xfrm>
              <a:off x="1006200" y="3732480"/>
              <a:ext cx="74880" cy="25200"/>
            </a:xfrm>
            <a:custGeom>
              <a:avLst/>
              <a:gdLst/>
              <a:ahLst/>
              <a:rect l="0" t="0" r="r" b="b"/>
              <a:pathLst>
                <a:path fill="none" w="208" h="70">
                  <a:moveTo>
                    <a:pt x="0" y="0"/>
                  </a:moveTo>
                  <a:cubicBezTo>
                    <a:pt x="66" y="33"/>
                    <a:pt x="136" y="57"/>
                    <a:pt x="208" y="70"/>
                  </a:cubicBezTo>
                </a:path>
              </a:pathLst>
            </a:custGeom>
            <a:ln cap="rnd" w="39600">
              <a:solidFill>
                <a:srgbClr val="60c4e4"/>
              </a:solidFill>
              <a:bevel/>
            </a:ln>
          </p:spPr>
          <p:txBody>
            <a:bodyPr lIns="109800" rIns="109800" tIns="-39600" bIns="-396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493" name=""/>
            <p:cNvSpPr/>
            <p:nvPr/>
          </p:nvSpPr>
          <p:spPr>
            <a:xfrm>
              <a:off x="1121400" y="3801240"/>
              <a:ext cx="360" cy="78840"/>
            </a:xfrm>
            <a:custGeom>
              <a:avLst/>
              <a:gdLst/>
              <a:ahLst/>
              <a:rect l="0" t="0" r="r" b="b"/>
              <a:pathLst>
                <a:path fill="none" w="1" h="219">
                  <a:moveTo>
                    <a:pt x="0" y="0"/>
                  </a:moveTo>
                  <a:cubicBezTo>
                    <a:pt x="0" y="73"/>
                    <a:pt x="0" y="146"/>
                    <a:pt x="0" y="219"/>
                  </a:cubicBezTo>
                  <a:lnTo>
                    <a:pt x="1" y="219"/>
                  </a:lnTo>
                </a:path>
              </a:pathLst>
            </a:custGeom>
            <a:ln cap="rnd" w="39600">
              <a:solidFill>
                <a:srgbClr val="60c4e4"/>
              </a:solidFill>
              <a:bevel/>
            </a:ln>
          </p:spPr>
          <p:txBody>
            <a:bodyPr lIns="109800" rIns="109800" tIns="14040" bIns="1404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494" name=""/>
            <p:cNvSpPr/>
            <p:nvPr/>
          </p:nvSpPr>
          <p:spPr>
            <a:xfrm>
              <a:off x="1201320" y="3880080"/>
              <a:ext cx="79200" cy="0"/>
            </a:xfrm>
            <a:custGeom>
              <a:avLst/>
              <a:gdLst/>
              <a:ahLst/>
              <a:rect l="0" t="0" r="r" b="b"/>
              <a:pathLst>
                <a:path fill="none" w="220" h="0">
                  <a:moveTo>
                    <a:pt x="0" y="0"/>
                  </a:moveTo>
                  <a:cubicBezTo>
                    <a:pt x="73" y="0"/>
                    <a:pt x="147" y="0"/>
                    <a:pt x="220" y="0"/>
                  </a:cubicBezTo>
                </a:path>
              </a:pathLst>
            </a:custGeom>
            <a:ln cap="rnd" w="39600">
              <a:solidFill>
                <a:srgbClr val="60c4e4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495" name=""/>
            <p:cNvSpPr/>
            <p:nvPr/>
          </p:nvSpPr>
          <p:spPr>
            <a:xfrm>
              <a:off x="1360080" y="3880080"/>
              <a:ext cx="79560" cy="0"/>
            </a:xfrm>
            <a:custGeom>
              <a:avLst/>
              <a:gdLst/>
              <a:ahLst/>
              <a:rect l="0" t="0" r="r" b="b"/>
              <a:pathLst>
                <a:path fill="none" w="221" h="0">
                  <a:moveTo>
                    <a:pt x="0" y="0"/>
                  </a:moveTo>
                  <a:cubicBezTo>
                    <a:pt x="74" y="0"/>
                    <a:pt x="147" y="0"/>
                    <a:pt x="221" y="0"/>
                  </a:cubicBezTo>
                </a:path>
              </a:pathLst>
            </a:custGeom>
            <a:ln cap="rnd" w="39600">
              <a:solidFill>
                <a:srgbClr val="60c4e4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496" name=""/>
            <p:cNvSpPr/>
            <p:nvPr/>
          </p:nvSpPr>
          <p:spPr>
            <a:xfrm>
              <a:off x="1519200" y="3880080"/>
              <a:ext cx="79200" cy="0"/>
            </a:xfrm>
            <a:custGeom>
              <a:avLst/>
              <a:gdLst/>
              <a:ahLst/>
              <a:rect l="0" t="0" r="r" b="b"/>
              <a:pathLst>
                <a:path fill="none" w="220" h="0">
                  <a:moveTo>
                    <a:pt x="0" y="0"/>
                  </a:moveTo>
                  <a:cubicBezTo>
                    <a:pt x="73" y="0"/>
                    <a:pt x="147" y="0"/>
                    <a:pt x="220" y="0"/>
                  </a:cubicBezTo>
                </a:path>
              </a:pathLst>
            </a:custGeom>
            <a:ln cap="rnd" w="39600">
              <a:solidFill>
                <a:srgbClr val="60c4e4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497" name=""/>
            <p:cNvSpPr/>
            <p:nvPr/>
          </p:nvSpPr>
          <p:spPr>
            <a:xfrm>
              <a:off x="1677960" y="3880080"/>
              <a:ext cx="79560" cy="0"/>
            </a:xfrm>
            <a:custGeom>
              <a:avLst/>
              <a:gdLst/>
              <a:ahLst/>
              <a:rect l="0" t="0" r="r" b="b"/>
              <a:pathLst>
                <a:path fill="none" w="221" h="0">
                  <a:moveTo>
                    <a:pt x="0" y="0"/>
                  </a:moveTo>
                  <a:cubicBezTo>
                    <a:pt x="74" y="0"/>
                    <a:pt x="147" y="0"/>
                    <a:pt x="221" y="0"/>
                  </a:cubicBezTo>
                </a:path>
              </a:pathLst>
            </a:custGeom>
            <a:ln cap="rnd" w="39600">
              <a:solidFill>
                <a:srgbClr val="60c4e4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498" name=""/>
            <p:cNvSpPr/>
            <p:nvPr/>
          </p:nvSpPr>
          <p:spPr>
            <a:xfrm>
              <a:off x="1837080" y="3880080"/>
              <a:ext cx="79200" cy="0"/>
            </a:xfrm>
            <a:custGeom>
              <a:avLst/>
              <a:gdLst/>
              <a:ahLst/>
              <a:rect l="0" t="0" r="r" b="b"/>
              <a:pathLst>
                <a:path fill="none" w="220" h="0">
                  <a:moveTo>
                    <a:pt x="0" y="0"/>
                  </a:moveTo>
                  <a:cubicBezTo>
                    <a:pt x="73" y="0"/>
                    <a:pt x="147" y="0"/>
                    <a:pt x="220" y="0"/>
                  </a:cubicBezTo>
                </a:path>
              </a:pathLst>
            </a:custGeom>
            <a:ln cap="rnd" w="39600">
              <a:solidFill>
                <a:srgbClr val="60c4e4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499" name=""/>
            <p:cNvSpPr/>
            <p:nvPr/>
          </p:nvSpPr>
          <p:spPr>
            <a:xfrm>
              <a:off x="1995840" y="3880080"/>
              <a:ext cx="79560" cy="0"/>
            </a:xfrm>
            <a:custGeom>
              <a:avLst/>
              <a:gdLst/>
              <a:ahLst/>
              <a:rect l="0" t="0" r="r" b="b"/>
              <a:pathLst>
                <a:path fill="none" w="221" h="0">
                  <a:moveTo>
                    <a:pt x="0" y="0"/>
                  </a:moveTo>
                  <a:cubicBezTo>
                    <a:pt x="74" y="0"/>
                    <a:pt x="147" y="0"/>
                    <a:pt x="221" y="0"/>
                  </a:cubicBezTo>
                </a:path>
              </a:pathLst>
            </a:custGeom>
            <a:ln cap="rnd" w="39600">
              <a:solidFill>
                <a:srgbClr val="60c4e4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00" name=""/>
            <p:cNvSpPr/>
            <p:nvPr/>
          </p:nvSpPr>
          <p:spPr>
            <a:xfrm>
              <a:off x="2154600" y="3880080"/>
              <a:ext cx="79560" cy="0"/>
            </a:xfrm>
            <a:custGeom>
              <a:avLst/>
              <a:gdLst/>
              <a:ahLst/>
              <a:rect l="0" t="0" r="r" b="b"/>
              <a:pathLst>
                <a:path fill="none" w="221" h="0">
                  <a:moveTo>
                    <a:pt x="0" y="0"/>
                  </a:moveTo>
                  <a:cubicBezTo>
                    <a:pt x="74" y="0"/>
                    <a:pt x="147" y="0"/>
                    <a:pt x="221" y="0"/>
                  </a:cubicBezTo>
                </a:path>
              </a:pathLst>
            </a:custGeom>
            <a:ln cap="rnd" w="39600">
              <a:solidFill>
                <a:srgbClr val="60c4e4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01" name=""/>
            <p:cNvSpPr/>
            <p:nvPr/>
          </p:nvSpPr>
          <p:spPr>
            <a:xfrm>
              <a:off x="2313720" y="3880080"/>
              <a:ext cx="79560" cy="0"/>
            </a:xfrm>
            <a:custGeom>
              <a:avLst/>
              <a:gdLst/>
              <a:ahLst/>
              <a:rect l="0" t="0" r="r" b="b"/>
              <a:pathLst>
                <a:path fill="none" w="221" h="0">
                  <a:moveTo>
                    <a:pt x="0" y="0"/>
                  </a:moveTo>
                  <a:cubicBezTo>
                    <a:pt x="74" y="0"/>
                    <a:pt x="147" y="0"/>
                    <a:pt x="221" y="0"/>
                  </a:cubicBezTo>
                </a:path>
              </a:pathLst>
            </a:custGeom>
            <a:ln cap="rnd" w="39600">
              <a:solidFill>
                <a:srgbClr val="60c4e4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02" name=""/>
            <p:cNvSpPr/>
            <p:nvPr/>
          </p:nvSpPr>
          <p:spPr>
            <a:xfrm>
              <a:off x="2472480" y="3880080"/>
              <a:ext cx="79560" cy="0"/>
            </a:xfrm>
            <a:custGeom>
              <a:avLst/>
              <a:gdLst/>
              <a:ahLst/>
              <a:rect l="0" t="0" r="r" b="b"/>
              <a:pathLst>
                <a:path fill="none" w="221" h="0">
                  <a:moveTo>
                    <a:pt x="0" y="0"/>
                  </a:moveTo>
                  <a:cubicBezTo>
                    <a:pt x="74" y="0"/>
                    <a:pt x="147" y="0"/>
                    <a:pt x="221" y="0"/>
                  </a:cubicBezTo>
                </a:path>
              </a:pathLst>
            </a:custGeom>
            <a:ln cap="rnd" w="39600">
              <a:solidFill>
                <a:srgbClr val="60c4e4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03" name=""/>
            <p:cNvSpPr/>
            <p:nvPr/>
          </p:nvSpPr>
          <p:spPr>
            <a:xfrm>
              <a:off x="2631600" y="3880080"/>
              <a:ext cx="79560" cy="0"/>
            </a:xfrm>
            <a:custGeom>
              <a:avLst/>
              <a:gdLst/>
              <a:ahLst/>
              <a:rect l="0" t="0" r="r" b="b"/>
              <a:pathLst>
                <a:path fill="none" w="221" h="0">
                  <a:moveTo>
                    <a:pt x="0" y="0"/>
                  </a:moveTo>
                  <a:cubicBezTo>
                    <a:pt x="74" y="0"/>
                    <a:pt x="147" y="0"/>
                    <a:pt x="221" y="0"/>
                  </a:cubicBezTo>
                </a:path>
              </a:pathLst>
            </a:custGeom>
            <a:ln cap="rnd" w="39600">
              <a:solidFill>
                <a:srgbClr val="60c4e4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04" name=""/>
            <p:cNvSpPr/>
            <p:nvPr/>
          </p:nvSpPr>
          <p:spPr>
            <a:xfrm>
              <a:off x="2790360" y="3880080"/>
              <a:ext cx="79560" cy="0"/>
            </a:xfrm>
            <a:custGeom>
              <a:avLst/>
              <a:gdLst/>
              <a:ahLst/>
              <a:rect l="0" t="0" r="r" b="b"/>
              <a:pathLst>
                <a:path fill="none" w="221" h="0">
                  <a:moveTo>
                    <a:pt x="0" y="0"/>
                  </a:moveTo>
                  <a:cubicBezTo>
                    <a:pt x="74" y="0"/>
                    <a:pt x="147" y="0"/>
                    <a:pt x="221" y="0"/>
                  </a:cubicBezTo>
                </a:path>
              </a:pathLst>
            </a:custGeom>
            <a:ln cap="rnd" w="39600">
              <a:solidFill>
                <a:srgbClr val="60c4e4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05" name=""/>
            <p:cNvSpPr/>
            <p:nvPr/>
          </p:nvSpPr>
          <p:spPr>
            <a:xfrm>
              <a:off x="2949480" y="3880080"/>
              <a:ext cx="79200" cy="0"/>
            </a:xfrm>
            <a:custGeom>
              <a:avLst/>
              <a:gdLst/>
              <a:ahLst/>
              <a:rect l="0" t="0" r="r" b="b"/>
              <a:pathLst>
                <a:path fill="none" w="220" h="0">
                  <a:moveTo>
                    <a:pt x="0" y="0"/>
                  </a:moveTo>
                  <a:cubicBezTo>
                    <a:pt x="73" y="0"/>
                    <a:pt x="147" y="0"/>
                    <a:pt x="220" y="0"/>
                  </a:cubicBezTo>
                </a:path>
              </a:pathLst>
            </a:custGeom>
            <a:ln cap="rnd" w="39600">
              <a:solidFill>
                <a:srgbClr val="60c4e4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06" name=""/>
            <p:cNvSpPr/>
            <p:nvPr/>
          </p:nvSpPr>
          <p:spPr>
            <a:xfrm>
              <a:off x="3108240" y="3880080"/>
              <a:ext cx="79560" cy="0"/>
            </a:xfrm>
            <a:custGeom>
              <a:avLst/>
              <a:gdLst/>
              <a:ahLst/>
              <a:rect l="0" t="0" r="r" b="b"/>
              <a:pathLst>
                <a:path fill="none" w="221" h="0">
                  <a:moveTo>
                    <a:pt x="0" y="0"/>
                  </a:moveTo>
                  <a:cubicBezTo>
                    <a:pt x="74" y="0"/>
                    <a:pt x="147" y="0"/>
                    <a:pt x="221" y="0"/>
                  </a:cubicBezTo>
                </a:path>
              </a:pathLst>
            </a:custGeom>
            <a:ln cap="rnd" w="39600">
              <a:solidFill>
                <a:srgbClr val="60c4e4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07" name=""/>
            <p:cNvSpPr/>
            <p:nvPr/>
          </p:nvSpPr>
          <p:spPr>
            <a:xfrm>
              <a:off x="3267360" y="3845160"/>
              <a:ext cx="44280" cy="34920"/>
            </a:xfrm>
            <a:custGeom>
              <a:avLst/>
              <a:gdLst/>
              <a:ahLst/>
              <a:rect l="0" t="0" r="r" b="b"/>
              <a:pathLst>
                <a:path fill="none" w="123" h="97">
                  <a:moveTo>
                    <a:pt x="0" y="97"/>
                  </a:moveTo>
                  <a:cubicBezTo>
                    <a:pt x="41" y="97"/>
                    <a:pt x="82" y="97"/>
                    <a:pt x="123" y="97"/>
                  </a:cubicBezTo>
                  <a:cubicBezTo>
                    <a:pt x="123" y="65"/>
                    <a:pt x="123" y="32"/>
                    <a:pt x="123" y="0"/>
                  </a:cubicBezTo>
                </a:path>
              </a:pathLst>
            </a:custGeom>
            <a:ln cap="rnd" w="39600">
              <a:solidFill>
                <a:srgbClr val="60c4e4"/>
              </a:solidFill>
              <a:bevel/>
            </a:ln>
          </p:spPr>
          <p:txBody>
            <a:bodyPr lIns="109800" rIns="109800" tIns="-29880" bIns="-2988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08" name=""/>
            <p:cNvSpPr/>
            <p:nvPr/>
          </p:nvSpPr>
          <p:spPr>
            <a:xfrm>
              <a:off x="3311640" y="3686400"/>
              <a:ext cx="0" cy="79200"/>
            </a:xfrm>
            <a:custGeom>
              <a:avLst/>
              <a:gdLst/>
              <a:ahLst/>
              <a:rect l="0" t="0" r="r" b="b"/>
              <a:pathLst>
                <a:path fill="none" w="0" h="220">
                  <a:moveTo>
                    <a:pt x="0" y="220"/>
                  </a:moveTo>
                  <a:cubicBezTo>
                    <a:pt x="0" y="147"/>
                    <a:pt x="0" y="73"/>
                    <a:pt x="0" y="0"/>
                  </a:cubicBezTo>
                </a:path>
              </a:pathLst>
            </a:custGeom>
            <a:ln cap="rnd" w="39600">
              <a:solidFill>
                <a:srgbClr val="60c4e4"/>
              </a:solidFill>
              <a:bevel/>
            </a:ln>
          </p:spPr>
          <p:txBody>
            <a:bodyPr lIns="109800" rIns="109800" tIns="14400" bIns="144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09" name=""/>
            <p:cNvSpPr/>
            <p:nvPr/>
          </p:nvSpPr>
          <p:spPr>
            <a:xfrm>
              <a:off x="3311640" y="3550680"/>
              <a:ext cx="34920" cy="56160"/>
            </a:xfrm>
            <a:custGeom>
              <a:avLst/>
              <a:gdLst/>
              <a:ahLst/>
              <a:rect l="0" t="0" r="r" b="b"/>
              <a:pathLst>
                <a:path fill="none" w="97" h="156">
                  <a:moveTo>
                    <a:pt x="0" y="156"/>
                  </a:moveTo>
                  <a:cubicBezTo>
                    <a:pt x="0" y="117"/>
                    <a:pt x="0" y="79"/>
                    <a:pt x="0" y="40"/>
                  </a:cubicBezTo>
                  <a:cubicBezTo>
                    <a:pt x="32" y="27"/>
                    <a:pt x="65" y="13"/>
                    <a:pt x="97" y="0"/>
                  </a:cubicBezTo>
                </a:path>
              </a:pathLst>
            </a:custGeom>
            <a:ln cap="rnd" w="39600">
              <a:solidFill>
                <a:srgbClr val="60c4e4"/>
              </a:solidFill>
              <a:bevel/>
            </a:ln>
          </p:spPr>
          <p:txBody>
            <a:bodyPr lIns="109800" rIns="109800" tIns="-8640" bIns="-864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10" name=""/>
            <p:cNvSpPr/>
            <p:nvPr/>
          </p:nvSpPr>
          <p:spPr>
            <a:xfrm>
              <a:off x="3420000" y="3490560"/>
              <a:ext cx="73800" cy="30240"/>
            </a:xfrm>
            <a:custGeom>
              <a:avLst/>
              <a:gdLst/>
              <a:ahLst/>
              <a:rect l="0" t="0" r="r" b="b"/>
              <a:pathLst>
                <a:path fill="none" w="205" h="84">
                  <a:moveTo>
                    <a:pt x="0" y="84"/>
                  </a:moveTo>
                  <a:cubicBezTo>
                    <a:pt x="68" y="56"/>
                    <a:pt x="137" y="28"/>
                    <a:pt x="205" y="0"/>
                  </a:cubicBezTo>
                </a:path>
              </a:pathLst>
            </a:custGeom>
            <a:ln cap="rnd" w="39600">
              <a:solidFill>
                <a:srgbClr val="60c4e4"/>
              </a:solidFill>
              <a:bevel/>
            </a:ln>
          </p:spPr>
          <p:txBody>
            <a:bodyPr lIns="109800" rIns="109800" tIns="-34560" bIns="-3456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11" name=""/>
            <p:cNvSpPr/>
            <p:nvPr/>
          </p:nvSpPr>
          <p:spPr>
            <a:xfrm>
              <a:off x="3567240" y="3429360"/>
              <a:ext cx="43200" cy="30960"/>
            </a:xfrm>
            <a:custGeom>
              <a:avLst/>
              <a:gdLst/>
              <a:ahLst/>
              <a:rect l="0" t="0" r="r" b="b"/>
              <a:pathLst>
                <a:path fill="none" w="120" h="86">
                  <a:moveTo>
                    <a:pt x="0" y="86"/>
                  </a:moveTo>
                  <a:cubicBezTo>
                    <a:pt x="40" y="70"/>
                    <a:pt x="80" y="53"/>
                    <a:pt x="120" y="37"/>
                  </a:cubicBezTo>
                  <a:cubicBezTo>
                    <a:pt x="92" y="25"/>
                    <a:pt x="65" y="12"/>
                    <a:pt x="37" y="0"/>
                  </a:cubicBezTo>
                </a:path>
              </a:pathLst>
            </a:custGeom>
            <a:ln cap="rnd" w="39600">
              <a:solidFill>
                <a:srgbClr val="60c4e4"/>
              </a:solidFill>
              <a:bevel/>
            </a:ln>
          </p:spPr>
          <p:txBody>
            <a:bodyPr lIns="109800" rIns="109800" tIns="-33840" bIns="-3384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12" name=""/>
            <p:cNvSpPr/>
            <p:nvPr/>
          </p:nvSpPr>
          <p:spPr>
            <a:xfrm>
              <a:off x="3434760" y="3365280"/>
              <a:ext cx="73080" cy="32040"/>
            </a:xfrm>
            <a:custGeom>
              <a:avLst/>
              <a:gdLst/>
              <a:ahLst/>
              <a:rect l="0" t="0" r="r" b="b"/>
              <a:pathLst>
                <a:path fill="none" w="203" h="89">
                  <a:moveTo>
                    <a:pt x="203" y="89"/>
                  </a:moveTo>
                  <a:cubicBezTo>
                    <a:pt x="135" y="60"/>
                    <a:pt x="68" y="30"/>
                    <a:pt x="0" y="0"/>
                  </a:cubicBezTo>
                </a:path>
              </a:pathLst>
            </a:custGeom>
            <a:ln cap="rnd" w="39600">
              <a:solidFill>
                <a:srgbClr val="60c4e4"/>
              </a:solidFill>
              <a:bevel/>
            </a:ln>
          </p:spPr>
          <p:txBody>
            <a:bodyPr lIns="109800" rIns="109800" tIns="-32760" bIns="-3276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13" name=""/>
            <p:cNvSpPr/>
            <p:nvPr/>
          </p:nvSpPr>
          <p:spPr>
            <a:xfrm>
              <a:off x="3311640" y="3287160"/>
              <a:ext cx="50760" cy="46080"/>
            </a:xfrm>
            <a:custGeom>
              <a:avLst/>
              <a:gdLst/>
              <a:ahLst/>
              <a:rect l="0" t="0" r="r" b="b"/>
              <a:pathLst>
                <a:path fill="none" w="141" h="128">
                  <a:moveTo>
                    <a:pt x="141" y="128"/>
                  </a:moveTo>
                  <a:cubicBezTo>
                    <a:pt x="94" y="107"/>
                    <a:pt x="47" y="87"/>
                    <a:pt x="0" y="66"/>
                  </a:cubicBezTo>
                  <a:cubicBezTo>
                    <a:pt x="0" y="44"/>
                    <a:pt x="0" y="22"/>
                    <a:pt x="0" y="0"/>
                  </a:cubicBezTo>
                </a:path>
              </a:pathLst>
            </a:custGeom>
            <a:ln cap="rnd" w="39600">
              <a:solidFill>
                <a:srgbClr val="60c4e4"/>
              </a:solidFill>
              <a:bevel/>
            </a:ln>
          </p:spPr>
          <p:txBody>
            <a:bodyPr lIns="109800" rIns="109800" tIns="-18720" bIns="-1872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14" name=""/>
            <p:cNvSpPr/>
            <p:nvPr/>
          </p:nvSpPr>
          <p:spPr>
            <a:xfrm>
              <a:off x="3311640" y="3128040"/>
              <a:ext cx="0" cy="79560"/>
            </a:xfrm>
            <a:custGeom>
              <a:avLst/>
              <a:gdLst/>
              <a:ahLst/>
              <a:rect l="0" t="0" r="r" b="b"/>
              <a:pathLst>
                <a:path fill="none" w="0" h="221">
                  <a:moveTo>
                    <a:pt x="0" y="221"/>
                  </a:moveTo>
                  <a:cubicBezTo>
                    <a:pt x="0" y="147"/>
                    <a:pt x="0" y="74"/>
                    <a:pt x="0" y="0"/>
                  </a:cubicBezTo>
                </a:path>
              </a:pathLst>
            </a:custGeom>
            <a:ln cap="rnd" w="39600">
              <a:solidFill>
                <a:srgbClr val="60c4e4"/>
              </a:solidFill>
              <a:bevel/>
            </a:ln>
          </p:spPr>
          <p:txBody>
            <a:bodyPr lIns="109800" rIns="109800" tIns="14760" bIns="1476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15" name=""/>
            <p:cNvSpPr/>
            <p:nvPr/>
          </p:nvSpPr>
          <p:spPr>
            <a:xfrm>
              <a:off x="3289680" y="2991240"/>
              <a:ext cx="21960" cy="57600"/>
            </a:xfrm>
            <a:custGeom>
              <a:avLst/>
              <a:gdLst/>
              <a:ahLst/>
              <a:rect l="0" t="0" r="r" b="b"/>
              <a:pathLst>
                <a:path fill="none" w="61" h="160">
                  <a:moveTo>
                    <a:pt x="61" y="160"/>
                  </a:moveTo>
                  <a:cubicBezTo>
                    <a:pt x="61" y="107"/>
                    <a:pt x="61" y="53"/>
                    <a:pt x="61" y="0"/>
                  </a:cubicBezTo>
                  <a:cubicBezTo>
                    <a:pt x="41" y="0"/>
                    <a:pt x="20" y="0"/>
                    <a:pt x="0" y="0"/>
                  </a:cubicBezTo>
                </a:path>
              </a:pathLst>
            </a:custGeom>
            <a:ln cap="rnd" w="39600">
              <a:solidFill>
                <a:srgbClr val="60c4e4"/>
              </a:solidFill>
              <a:bevel/>
            </a:ln>
          </p:spPr>
          <p:txBody>
            <a:bodyPr lIns="109800" rIns="109800" tIns="-7200" bIns="-72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16" name=""/>
            <p:cNvSpPr/>
            <p:nvPr/>
          </p:nvSpPr>
          <p:spPr>
            <a:xfrm>
              <a:off x="3210120" y="2991240"/>
              <a:ext cx="79200" cy="0"/>
            </a:xfrm>
            <a:custGeom>
              <a:avLst/>
              <a:gdLst/>
              <a:ahLst/>
              <a:rect l="0" t="0" r="r" b="b"/>
              <a:pathLst>
                <a:path fill="none" w="220" h="0">
                  <a:moveTo>
                    <a:pt x="0" y="0"/>
                  </a:moveTo>
                  <a:cubicBezTo>
                    <a:pt x="73" y="0"/>
                    <a:pt x="147" y="0"/>
                    <a:pt x="220" y="0"/>
                  </a:cubicBezTo>
                </a:path>
              </a:pathLst>
            </a:custGeom>
            <a:ln cap="rnd" w="39600">
              <a:solidFill>
                <a:srgbClr val="60c4e4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17" name=""/>
            <p:cNvSpPr/>
            <p:nvPr/>
          </p:nvSpPr>
          <p:spPr>
            <a:xfrm>
              <a:off x="3051360" y="2991240"/>
              <a:ext cx="79560" cy="0"/>
            </a:xfrm>
            <a:custGeom>
              <a:avLst/>
              <a:gdLst/>
              <a:ahLst/>
              <a:rect l="0" t="0" r="r" b="b"/>
              <a:pathLst>
                <a:path fill="none" w="221" h="0">
                  <a:moveTo>
                    <a:pt x="0" y="0"/>
                  </a:moveTo>
                  <a:cubicBezTo>
                    <a:pt x="74" y="0"/>
                    <a:pt x="147" y="0"/>
                    <a:pt x="221" y="0"/>
                  </a:cubicBezTo>
                </a:path>
              </a:pathLst>
            </a:custGeom>
            <a:ln cap="rnd" w="39600">
              <a:solidFill>
                <a:srgbClr val="60c4e4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18" name=""/>
            <p:cNvSpPr/>
            <p:nvPr/>
          </p:nvSpPr>
          <p:spPr>
            <a:xfrm>
              <a:off x="2892600" y="2991240"/>
              <a:ext cx="79560" cy="0"/>
            </a:xfrm>
            <a:custGeom>
              <a:avLst/>
              <a:gdLst/>
              <a:ahLst/>
              <a:rect l="0" t="0" r="r" b="b"/>
              <a:pathLst>
                <a:path fill="none" w="221" h="0">
                  <a:moveTo>
                    <a:pt x="0" y="0"/>
                  </a:moveTo>
                  <a:cubicBezTo>
                    <a:pt x="74" y="0"/>
                    <a:pt x="147" y="0"/>
                    <a:pt x="221" y="0"/>
                  </a:cubicBezTo>
                </a:path>
              </a:pathLst>
            </a:custGeom>
            <a:ln cap="rnd" w="39600">
              <a:solidFill>
                <a:srgbClr val="60c4e4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19" name=""/>
            <p:cNvSpPr/>
            <p:nvPr/>
          </p:nvSpPr>
          <p:spPr>
            <a:xfrm>
              <a:off x="2733480" y="2991240"/>
              <a:ext cx="79560" cy="0"/>
            </a:xfrm>
            <a:custGeom>
              <a:avLst/>
              <a:gdLst/>
              <a:ahLst/>
              <a:rect l="0" t="0" r="r" b="b"/>
              <a:pathLst>
                <a:path fill="none" w="221" h="0">
                  <a:moveTo>
                    <a:pt x="0" y="0"/>
                  </a:moveTo>
                  <a:cubicBezTo>
                    <a:pt x="74" y="0"/>
                    <a:pt x="147" y="0"/>
                    <a:pt x="221" y="0"/>
                  </a:cubicBezTo>
                </a:path>
              </a:pathLst>
            </a:custGeom>
            <a:ln cap="rnd" w="39600">
              <a:solidFill>
                <a:srgbClr val="60c4e4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20" name=""/>
            <p:cNvSpPr/>
            <p:nvPr/>
          </p:nvSpPr>
          <p:spPr>
            <a:xfrm>
              <a:off x="2574720" y="2991240"/>
              <a:ext cx="79560" cy="0"/>
            </a:xfrm>
            <a:custGeom>
              <a:avLst/>
              <a:gdLst/>
              <a:ahLst/>
              <a:rect l="0" t="0" r="r" b="b"/>
              <a:pathLst>
                <a:path fill="none" w="221" h="0">
                  <a:moveTo>
                    <a:pt x="0" y="0"/>
                  </a:moveTo>
                  <a:cubicBezTo>
                    <a:pt x="74" y="0"/>
                    <a:pt x="147" y="0"/>
                    <a:pt x="221" y="0"/>
                  </a:cubicBezTo>
                </a:path>
              </a:pathLst>
            </a:custGeom>
            <a:ln cap="rnd" w="39600">
              <a:solidFill>
                <a:srgbClr val="60c4e4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21" name=""/>
            <p:cNvSpPr/>
            <p:nvPr/>
          </p:nvSpPr>
          <p:spPr>
            <a:xfrm>
              <a:off x="2415600" y="2991240"/>
              <a:ext cx="79560" cy="0"/>
            </a:xfrm>
            <a:custGeom>
              <a:avLst/>
              <a:gdLst/>
              <a:ahLst/>
              <a:rect l="0" t="0" r="r" b="b"/>
              <a:pathLst>
                <a:path fill="none" w="221" h="0">
                  <a:moveTo>
                    <a:pt x="0" y="0"/>
                  </a:moveTo>
                  <a:cubicBezTo>
                    <a:pt x="74" y="0"/>
                    <a:pt x="147" y="0"/>
                    <a:pt x="221" y="0"/>
                  </a:cubicBezTo>
                </a:path>
              </a:pathLst>
            </a:custGeom>
            <a:ln cap="rnd" w="39600">
              <a:solidFill>
                <a:srgbClr val="60c4e4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22" name=""/>
            <p:cNvSpPr/>
            <p:nvPr/>
          </p:nvSpPr>
          <p:spPr>
            <a:xfrm>
              <a:off x="2256840" y="2991240"/>
              <a:ext cx="79560" cy="0"/>
            </a:xfrm>
            <a:custGeom>
              <a:avLst/>
              <a:gdLst/>
              <a:ahLst/>
              <a:rect l="0" t="0" r="r" b="b"/>
              <a:pathLst>
                <a:path fill="none" w="221" h="0">
                  <a:moveTo>
                    <a:pt x="0" y="0"/>
                  </a:moveTo>
                  <a:cubicBezTo>
                    <a:pt x="74" y="0"/>
                    <a:pt x="147" y="0"/>
                    <a:pt x="221" y="0"/>
                  </a:cubicBezTo>
                </a:path>
              </a:pathLst>
            </a:custGeom>
            <a:ln cap="rnd" w="39600">
              <a:solidFill>
                <a:srgbClr val="60c4e4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23" name=""/>
            <p:cNvSpPr/>
            <p:nvPr/>
          </p:nvSpPr>
          <p:spPr>
            <a:xfrm>
              <a:off x="2097720" y="2991240"/>
              <a:ext cx="79200" cy="0"/>
            </a:xfrm>
            <a:custGeom>
              <a:avLst/>
              <a:gdLst/>
              <a:ahLst/>
              <a:rect l="0" t="0" r="r" b="b"/>
              <a:pathLst>
                <a:path fill="none" w="220" h="0">
                  <a:moveTo>
                    <a:pt x="0" y="0"/>
                  </a:moveTo>
                  <a:cubicBezTo>
                    <a:pt x="73" y="0"/>
                    <a:pt x="147" y="0"/>
                    <a:pt x="220" y="0"/>
                  </a:cubicBezTo>
                </a:path>
              </a:pathLst>
            </a:custGeom>
            <a:ln cap="rnd" w="39600">
              <a:solidFill>
                <a:srgbClr val="60c4e4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24" name=""/>
            <p:cNvSpPr/>
            <p:nvPr/>
          </p:nvSpPr>
          <p:spPr>
            <a:xfrm>
              <a:off x="1938960" y="2991240"/>
              <a:ext cx="79560" cy="0"/>
            </a:xfrm>
            <a:custGeom>
              <a:avLst/>
              <a:gdLst/>
              <a:ahLst/>
              <a:rect l="0" t="0" r="r" b="b"/>
              <a:pathLst>
                <a:path fill="none" w="221" h="0">
                  <a:moveTo>
                    <a:pt x="0" y="0"/>
                  </a:moveTo>
                  <a:cubicBezTo>
                    <a:pt x="74" y="0"/>
                    <a:pt x="147" y="0"/>
                    <a:pt x="221" y="0"/>
                  </a:cubicBezTo>
                </a:path>
              </a:pathLst>
            </a:custGeom>
            <a:ln cap="rnd" w="39600">
              <a:solidFill>
                <a:srgbClr val="60c4e4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25" name=""/>
            <p:cNvSpPr/>
            <p:nvPr/>
          </p:nvSpPr>
          <p:spPr>
            <a:xfrm>
              <a:off x="1779840" y="2991240"/>
              <a:ext cx="79200" cy="0"/>
            </a:xfrm>
            <a:custGeom>
              <a:avLst/>
              <a:gdLst/>
              <a:ahLst/>
              <a:rect l="0" t="0" r="r" b="b"/>
              <a:pathLst>
                <a:path fill="none" w="220" h="0">
                  <a:moveTo>
                    <a:pt x="0" y="0"/>
                  </a:moveTo>
                  <a:cubicBezTo>
                    <a:pt x="73" y="0"/>
                    <a:pt x="147" y="0"/>
                    <a:pt x="220" y="0"/>
                  </a:cubicBezTo>
                </a:path>
              </a:pathLst>
            </a:custGeom>
            <a:ln cap="rnd" w="39600">
              <a:solidFill>
                <a:srgbClr val="60c4e4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26" name=""/>
            <p:cNvSpPr/>
            <p:nvPr/>
          </p:nvSpPr>
          <p:spPr>
            <a:xfrm>
              <a:off x="1621080" y="2991240"/>
              <a:ext cx="79560" cy="0"/>
            </a:xfrm>
            <a:custGeom>
              <a:avLst/>
              <a:gdLst/>
              <a:ahLst/>
              <a:rect l="0" t="0" r="r" b="b"/>
              <a:pathLst>
                <a:path fill="none" w="221" h="0">
                  <a:moveTo>
                    <a:pt x="0" y="0"/>
                  </a:moveTo>
                  <a:cubicBezTo>
                    <a:pt x="74" y="0"/>
                    <a:pt x="147" y="0"/>
                    <a:pt x="221" y="0"/>
                  </a:cubicBezTo>
                </a:path>
              </a:pathLst>
            </a:custGeom>
            <a:ln cap="rnd" w="39600">
              <a:solidFill>
                <a:srgbClr val="60c4e4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27" name=""/>
            <p:cNvSpPr/>
            <p:nvPr/>
          </p:nvSpPr>
          <p:spPr>
            <a:xfrm>
              <a:off x="1461960" y="2991240"/>
              <a:ext cx="79200" cy="0"/>
            </a:xfrm>
            <a:custGeom>
              <a:avLst/>
              <a:gdLst/>
              <a:ahLst/>
              <a:rect l="0" t="0" r="r" b="b"/>
              <a:pathLst>
                <a:path fill="none" w="220" h="0">
                  <a:moveTo>
                    <a:pt x="0" y="0"/>
                  </a:moveTo>
                  <a:cubicBezTo>
                    <a:pt x="73" y="0"/>
                    <a:pt x="147" y="0"/>
                    <a:pt x="220" y="0"/>
                  </a:cubicBezTo>
                </a:path>
              </a:pathLst>
            </a:custGeom>
            <a:ln cap="rnd" w="39600">
              <a:solidFill>
                <a:srgbClr val="60c4e4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28" name=""/>
            <p:cNvSpPr/>
            <p:nvPr/>
          </p:nvSpPr>
          <p:spPr>
            <a:xfrm>
              <a:off x="1303200" y="2991240"/>
              <a:ext cx="79560" cy="0"/>
            </a:xfrm>
            <a:custGeom>
              <a:avLst/>
              <a:gdLst/>
              <a:ahLst/>
              <a:rect l="0" t="0" r="r" b="b"/>
              <a:pathLst>
                <a:path fill="none" w="221" h="0">
                  <a:moveTo>
                    <a:pt x="0" y="0"/>
                  </a:moveTo>
                  <a:cubicBezTo>
                    <a:pt x="74" y="0"/>
                    <a:pt x="147" y="0"/>
                    <a:pt x="221" y="0"/>
                  </a:cubicBezTo>
                </a:path>
              </a:pathLst>
            </a:custGeom>
            <a:ln cap="rnd" w="39600">
              <a:solidFill>
                <a:srgbClr val="60c4e4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</p:grpSp>
      <p:grpSp>
        <p:nvGrpSpPr>
          <p:cNvPr id="529" name=""/>
          <p:cNvGrpSpPr/>
          <p:nvPr/>
        </p:nvGrpSpPr>
        <p:grpSpPr>
          <a:xfrm>
            <a:off x="851400" y="4143240"/>
            <a:ext cx="2766960" cy="888840"/>
            <a:chOff x="851400" y="4143240"/>
            <a:chExt cx="2766960" cy="888840"/>
          </a:xfrm>
        </p:grpSpPr>
        <p:sp>
          <p:nvSpPr>
            <p:cNvPr id="530" name=""/>
            <p:cNvSpPr/>
            <p:nvPr/>
          </p:nvSpPr>
          <p:spPr>
            <a:xfrm>
              <a:off x="943920" y="4210920"/>
              <a:ext cx="2525760" cy="762120"/>
            </a:xfrm>
            <a:custGeom>
              <a:avLst/>
              <a:gdLst/>
              <a:ahLst/>
              <a:rect l="0" t="0" r="r" b="b"/>
              <a:pathLst>
                <a:path w="7016" h="2117">
                  <a:moveTo>
                    <a:pt x="705" y="0"/>
                  </a:moveTo>
                  <a:cubicBezTo>
                    <a:pt x="705" y="127"/>
                    <a:pt x="705" y="254"/>
                    <a:pt x="705" y="381"/>
                  </a:cubicBezTo>
                  <a:cubicBezTo>
                    <a:pt x="585" y="385"/>
                    <a:pt x="468" y="419"/>
                    <a:pt x="364" y="479"/>
                  </a:cubicBezTo>
                  <a:cubicBezTo>
                    <a:pt x="253" y="543"/>
                    <a:pt x="161" y="634"/>
                    <a:pt x="98" y="745"/>
                  </a:cubicBezTo>
                  <a:cubicBezTo>
                    <a:pt x="34" y="856"/>
                    <a:pt x="0" y="981"/>
                    <a:pt x="0" y="1109"/>
                  </a:cubicBezTo>
                  <a:cubicBezTo>
                    <a:pt x="0" y="1237"/>
                    <a:pt x="34" y="1362"/>
                    <a:pt x="98" y="1473"/>
                  </a:cubicBezTo>
                  <a:cubicBezTo>
                    <a:pt x="161" y="1583"/>
                    <a:pt x="253" y="1675"/>
                    <a:pt x="364" y="1739"/>
                  </a:cubicBezTo>
                  <a:cubicBezTo>
                    <a:pt x="468" y="1799"/>
                    <a:pt x="585" y="1832"/>
                    <a:pt x="705" y="1836"/>
                  </a:cubicBezTo>
                  <a:cubicBezTo>
                    <a:pt x="705" y="1930"/>
                    <a:pt x="705" y="2023"/>
                    <a:pt x="705" y="2117"/>
                  </a:cubicBezTo>
                  <a:cubicBezTo>
                    <a:pt x="2556" y="2117"/>
                    <a:pt x="4407" y="2117"/>
                    <a:pt x="6258" y="2117"/>
                  </a:cubicBezTo>
                  <a:cubicBezTo>
                    <a:pt x="6258" y="1867"/>
                    <a:pt x="6258" y="1617"/>
                    <a:pt x="6258" y="1367"/>
                  </a:cubicBezTo>
                  <a:cubicBezTo>
                    <a:pt x="6510" y="1270"/>
                    <a:pt x="6763" y="1172"/>
                    <a:pt x="7016" y="1075"/>
                  </a:cubicBezTo>
                  <a:cubicBezTo>
                    <a:pt x="6763" y="971"/>
                    <a:pt x="6510" y="866"/>
                    <a:pt x="6258" y="762"/>
                  </a:cubicBezTo>
                  <a:cubicBezTo>
                    <a:pt x="6258" y="508"/>
                    <a:pt x="6258" y="254"/>
                    <a:pt x="6258" y="0"/>
                  </a:cubicBezTo>
                  <a:cubicBezTo>
                    <a:pt x="4407" y="0"/>
                    <a:pt x="2556" y="0"/>
                    <a:pt x="705" y="0"/>
                  </a:cubicBezTo>
                  <a:close/>
                </a:path>
              </a:pathLst>
            </a:custGeom>
            <a:solidFill>
              <a:srgbClr val="e54b89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531" name=""/>
            <p:cNvSpPr/>
            <p:nvPr/>
          </p:nvSpPr>
          <p:spPr>
            <a:xfrm>
              <a:off x="982440" y="4404960"/>
              <a:ext cx="405000" cy="405000"/>
            </a:xfrm>
            <a:custGeom>
              <a:avLst/>
              <a:gdLst/>
              <a:ahLst/>
              <a:rect l="0" t="0" r="r" b="b"/>
              <a:pathLst>
                <a:path w="1125" h="1125">
                  <a:moveTo>
                    <a:pt x="1125" y="563"/>
                  </a:moveTo>
                  <a:cubicBezTo>
                    <a:pt x="1125" y="661"/>
                    <a:pt x="1098" y="758"/>
                    <a:pt x="1049" y="844"/>
                  </a:cubicBezTo>
                  <a:cubicBezTo>
                    <a:pt x="999" y="929"/>
                    <a:pt x="929" y="999"/>
                    <a:pt x="844" y="1049"/>
                  </a:cubicBezTo>
                  <a:cubicBezTo>
                    <a:pt x="758" y="1098"/>
                    <a:pt x="661" y="1125"/>
                    <a:pt x="563" y="1125"/>
                  </a:cubicBezTo>
                  <a:cubicBezTo>
                    <a:pt x="464" y="1125"/>
                    <a:pt x="367" y="1098"/>
                    <a:pt x="282" y="1049"/>
                  </a:cubicBezTo>
                  <a:cubicBezTo>
                    <a:pt x="196" y="999"/>
                    <a:pt x="125" y="929"/>
                    <a:pt x="76" y="844"/>
                  </a:cubicBezTo>
                  <a:cubicBezTo>
                    <a:pt x="26" y="758"/>
                    <a:pt x="0" y="661"/>
                    <a:pt x="0" y="563"/>
                  </a:cubicBezTo>
                  <a:cubicBezTo>
                    <a:pt x="0" y="464"/>
                    <a:pt x="26" y="367"/>
                    <a:pt x="76" y="281"/>
                  </a:cubicBezTo>
                  <a:cubicBezTo>
                    <a:pt x="125" y="196"/>
                    <a:pt x="196" y="125"/>
                    <a:pt x="282" y="76"/>
                  </a:cubicBezTo>
                  <a:cubicBezTo>
                    <a:pt x="367" y="26"/>
                    <a:pt x="464" y="0"/>
                    <a:pt x="563" y="0"/>
                  </a:cubicBezTo>
                  <a:cubicBezTo>
                    <a:pt x="661" y="0"/>
                    <a:pt x="758" y="26"/>
                    <a:pt x="844" y="76"/>
                  </a:cubicBezTo>
                  <a:cubicBezTo>
                    <a:pt x="929" y="125"/>
                    <a:pt x="1000" y="196"/>
                    <a:pt x="1049" y="281"/>
                  </a:cubicBezTo>
                  <a:cubicBezTo>
                    <a:pt x="1099" y="367"/>
                    <a:pt x="1125" y="464"/>
                    <a:pt x="1125" y="563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32" name=""/>
            <p:cNvSpPr/>
            <p:nvPr/>
          </p:nvSpPr>
          <p:spPr>
            <a:xfrm>
              <a:off x="1128960" y="4143240"/>
              <a:ext cx="23040" cy="79200"/>
            </a:xfrm>
            <a:custGeom>
              <a:avLst/>
              <a:gdLst/>
              <a:ahLst/>
              <a:rect l="0" t="0" r="r" b="b"/>
              <a:pathLst>
                <a:path fill="none" w="64" h="220">
                  <a:moveTo>
                    <a:pt x="64" y="0"/>
                  </a:moveTo>
                  <a:cubicBezTo>
                    <a:pt x="43" y="0"/>
                    <a:pt x="21" y="0"/>
                    <a:pt x="0" y="0"/>
                  </a:cubicBezTo>
                  <a:cubicBezTo>
                    <a:pt x="0" y="73"/>
                    <a:pt x="0" y="147"/>
                    <a:pt x="0" y="220"/>
                  </a:cubicBezTo>
                </a:path>
              </a:pathLst>
            </a:custGeom>
            <a:ln cap="rnd" w="39600">
              <a:solidFill>
                <a:srgbClr val="e54b89"/>
              </a:solidFill>
              <a:bevel/>
            </a:ln>
          </p:spPr>
          <p:txBody>
            <a:bodyPr lIns="109800" rIns="109800" tIns="14400" bIns="144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33" name=""/>
            <p:cNvSpPr/>
            <p:nvPr/>
          </p:nvSpPr>
          <p:spPr>
            <a:xfrm>
              <a:off x="1052280" y="4302000"/>
              <a:ext cx="76680" cy="15120"/>
            </a:xfrm>
            <a:custGeom>
              <a:avLst/>
              <a:gdLst/>
              <a:ahLst/>
              <a:rect l="0" t="0" r="r" b="b"/>
              <a:pathLst>
                <a:path fill="none" w="213" h="42">
                  <a:moveTo>
                    <a:pt x="213" y="0"/>
                  </a:moveTo>
                  <a:cubicBezTo>
                    <a:pt x="213" y="1"/>
                    <a:pt x="213" y="2"/>
                    <a:pt x="213" y="3"/>
                  </a:cubicBezTo>
                  <a:cubicBezTo>
                    <a:pt x="141" y="6"/>
                    <a:pt x="69" y="19"/>
                    <a:pt x="0" y="42"/>
                  </a:cubicBezTo>
                </a:path>
              </a:pathLst>
            </a:custGeom>
            <a:ln cap="rnd" w="39600">
              <a:solidFill>
                <a:srgbClr val="e54b89"/>
              </a:solidFill>
              <a:bevel/>
            </a:ln>
          </p:spPr>
          <p:txBody>
            <a:bodyPr lIns="109800" rIns="109800" tIns="-49680" bIns="-4968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34" name=""/>
            <p:cNvSpPr/>
            <p:nvPr/>
          </p:nvSpPr>
          <p:spPr>
            <a:xfrm>
              <a:off x="923040" y="4352400"/>
              <a:ext cx="58320" cy="53640"/>
            </a:xfrm>
            <a:custGeom>
              <a:avLst/>
              <a:gdLst/>
              <a:ahLst/>
              <a:rect l="0" t="0" r="r" b="b"/>
              <a:pathLst>
                <a:path fill="none" w="162" h="149">
                  <a:moveTo>
                    <a:pt x="162" y="0"/>
                  </a:moveTo>
                  <a:cubicBezTo>
                    <a:pt x="102" y="42"/>
                    <a:pt x="48" y="92"/>
                    <a:pt x="0" y="149"/>
                  </a:cubicBezTo>
                </a:path>
              </a:pathLst>
            </a:custGeom>
            <a:ln cap="rnd" w="39600">
              <a:solidFill>
                <a:srgbClr val="e54b89"/>
              </a:solidFill>
              <a:bevel/>
            </a:ln>
          </p:spPr>
          <p:txBody>
            <a:bodyPr lIns="109800" rIns="109800" tIns="-11160" bIns="-1116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35" name=""/>
            <p:cNvSpPr/>
            <p:nvPr/>
          </p:nvSpPr>
          <p:spPr>
            <a:xfrm>
              <a:off x="856440" y="4473000"/>
              <a:ext cx="24120" cy="75600"/>
            </a:xfrm>
            <a:custGeom>
              <a:avLst/>
              <a:gdLst/>
              <a:ahLst/>
              <a:rect l="0" t="0" r="r" b="b"/>
              <a:pathLst>
                <a:path fill="none" w="67" h="210">
                  <a:moveTo>
                    <a:pt x="67" y="0"/>
                  </a:moveTo>
                  <a:cubicBezTo>
                    <a:pt x="36" y="67"/>
                    <a:pt x="14" y="137"/>
                    <a:pt x="0" y="210"/>
                  </a:cubicBezTo>
                </a:path>
              </a:pathLst>
            </a:custGeom>
            <a:ln cap="rnd" w="39600">
              <a:solidFill>
                <a:srgbClr val="e54b89"/>
              </a:solidFill>
              <a:bevel/>
            </a:ln>
          </p:spPr>
          <p:txBody>
            <a:bodyPr lIns="109800" rIns="109800" tIns="10800" bIns="10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36" name=""/>
            <p:cNvSpPr/>
            <p:nvPr/>
          </p:nvSpPr>
          <p:spPr>
            <a:xfrm>
              <a:off x="851400" y="4627440"/>
              <a:ext cx="14400" cy="78120"/>
            </a:xfrm>
            <a:custGeom>
              <a:avLst/>
              <a:gdLst/>
              <a:ahLst/>
              <a:rect l="0" t="0" r="r" b="b"/>
              <a:pathLst>
                <a:path fill="none" w="40" h="217">
                  <a:moveTo>
                    <a:pt x="0" y="0"/>
                  </a:moveTo>
                  <a:cubicBezTo>
                    <a:pt x="4" y="74"/>
                    <a:pt x="18" y="147"/>
                    <a:pt x="40" y="217"/>
                  </a:cubicBezTo>
                </a:path>
              </a:pathLst>
            </a:custGeom>
            <a:ln cap="rnd" w="39600">
              <a:solidFill>
                <a:srgbClr val="e54b89"/>
              </a:solidFill>
              <a:bevel/>
            </a:ln>
          </p:spPr>
          <p:txBody>
            <a:bodyPr lIns="109800" rIns="109800" tIns="13320" bIns="1332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37" name=""/>
            <p:cNvSpPr/>
            <p:nvPr/>
          </p:nvSpPr>
          <p:spPr>
            <a:xfrm>
              <a:off x="898560" y="4777560"/>
              <a:ext cx="50400" cy="61200"/>
            </a:xfrm>
            <a:custGeom>
              <a:avLst/>
              <a:gdLst/>
              <a:ahLst/>
              <a:rect l="0" t="0" r="r" b="b"/>
              <a:pathLst>
                <a:path fill="none" w="140" h="170">
                  <a:moveTo>
                    <a:pt x="0" y="0"/>
                  </a:moveTo>
                  <a:cubicBezTo>
                    <a:pt x="40" y="63"/>
                    <a:pt x="87" y="120"/>
                    <a:pt x="140" y="170"/>
                  </a:cubicBezTo>
                </a:path>
              </a:pathLst>
            </a:custGeom>
            <a:ln cap="rnd" w="39600">
              <a:solidFill>
                <a:srgbClr val="e54b89"/>
              </a:solidFill>
              <a:bevel/>
            </a:ln>
          </p:spPr>
          <p:txBody>
            <a:bodyPr lIns="109800" rIns="109800" tIns="-3600" bIns="-36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38" name=""/>
            <p:cNvSpPr/>
            <p:nvPr/>
          </p:nvSpPr>
          <p:spPr>
            <a:xfrm>
              <a:off x="1013760" y="4884480"/>
              <a:ext cx="74880" cy="25200"/>
            </a:xfrm>
            <a:custGeom>
              <a:avLst/>
              <a:gdLst/>
              <a:ahLst/>
              <a:rect l="0" t="0" r="r" b="b"/>
              <a:pathLst>
                <a:path fill="none" w="208" h="70">
                  <a:moveTo>
                    <a:pt x="0" y="0"/>
                  </a:moveTo>
                  <a:cubicBezTo>
                    <a:pt x="66" y="33"/>
                    <a:pt x="136" y="57"/>
                    <a:pt x="208" y="70"/>
                  </a:cubicBezTo>
                </a:path>
              </a:pathLst>
            </a:custGeom>
            <a:ln cap="rnd" w="39600">
              <a:solidFill>
                <a:srgbClr val="e54b89"/>
              </a:solidFill>
              <a:bevel/>
            </a:ln>
          </p:spPr>
          <p:txBody>
            <a:bodyPr lIns="109800" rIns="109800" tIns="-39600" bIns="-396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39" name=""/>
            <p:cNvSpPr/>
            <p:nvPr/>
          </p:nvSpPr>
          <p:spPr>
            <a:xfrm>
              <a:off x="1128960" y="4953240"/>
              <a:ext cx="360" cy="78840"/>
            </a:xfrm>
            <a:custGeom>
              <a:avLst/>
              <a:gdLst/>
              <a:ahLst/>
              <a:rect l="0" t="0" r="r" b="b"/>
              <a:pathLst>
                <a:path fill="none" w="1" h="219">
                  <a:moveTo>
                    <a:pt x="0" y="0"/>
                  </a:moveTo>
                  <a:cubicBezTo>
                    <a:pt x="0" y="73"/>
                    <a:pt x="0" y="146"/>
                    <a:pt x="0" y="219"/>
                  </a:cubicBezTo>
                  <a:lnTo>
                    <a:pt x="1" y="219"/>
                  </a:lnTo>
                </a:path>
              </a:pathLst>
            </a:custGeom>
            <a:ln cap="rnd" w="39600">
              <a:solidFill>
                <a:srgbClr val="e54b89"/>
              </a:solidFill>
              <a:bevel/>
            </a:ln>
          </p:spPr>
          <p:txBody>
            <a:bodyPr lIns="109800" rIns="109800" tIns="14040" bIns="1404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40" name=""/>
            <p:cNvSpPr/>
            <p:nvPr/>
          </p:nvSpPr>
          <p:spPr>
            <a:xfrm>
              <a:off x="1208880" y="5032080"/>
              <a:ext cx="79560" cy="0"/>
            </a:xfrm>
            <a:custGeom>
              <a:avLst/>
              <a:gdLst/>
              <a:ahLst/>
              <a:rect l="0" t="0" r="r" b="b"/>
              <a:pathLst>
                <a:path fill="none" w="221" h="0">
                  <a:moveTo>
                    <a:pt x="0" y="0"/>
                  </a:moveTo>
                  <a:cubicBezTo>
                    <a:pt x="74" y="0"/>
                    <a:pt x="147" y="0"/>
                    <a:pt x="221" y="0"/>
                  </a:cubicBezTo>
                </a:path>
              </a:pathLst>
            </a:custGeom>
            <a:ln cap="rnd" w="39600">
              <a:solidFill>
                <a:srgbClr val="e54b89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41" name=""/>
            <p:cNvSpPr/>
            <p:nvPr/>
          </p:nvSpPr>
          <p:spPr>
            <a:xfrm>
              <a:off x="1368000" y="5032080"/>
              <a:ext cx="79200" cy="0"/>
            </a:xfrm>
            <a:custGeom>
              <a:avLst/>
              <a:gdLst/>
              <a:ahLst/>
              <a:rect l="0" t="0" r="r" b="b"/>
              <a:pathLst>
                <a:path fill="none" w="220" h="0">
                  <a:moveTo>
                    <a:pt x="0" y="0"/>
                  </a:moveTo>
                  <a:cubicBezTo>
                    <a:pt x="73" y="0"/>
                    <a:pt x="147" y="0"/>
                    <a:pt x="220" y="0"/>
                  </a:cubicBezTo>
                </a:path>
              </a:pathLst>
            </a:custGeom>
            <a:ln cap="rnd" w="39600">
              <a:solidFill>
                <a:srgbClr val="e54b89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42" name=""/>
            <p:cNvSpPr/>
            <p:nvPr/>
          </p:nvSpPr>
          <p:spPr>
            <a:xfrm>
              <a:off x="1526760" y="5032080"/>
              <a:ext cx="79560" cy="0"/>
            </a:xfrm>
            <a:custGeom>
              <a:avLst/>
              <a:gdLst/>
              <a:ahLst/>
              <a:rect l="0" t="0" r="r" b="b"/>
              <a:pathLst>
                <a:path fill="none" w="221" h="0">
                  <a:moveTo>
                    <a:pt x="0" y="0"/>
                  </a:moveTo>
                  <a:cubicBezTo>
                    <a:pt x="74" y="0"/>
                    <a:pt x="147" y="0"/>
                    <a:pt x="221" y="0"/>
                  </a:cubicBezTo>
                </a:path>
              </a:pathLst>
            </a:custGeom>
            <a:ln cap="rnd" w="39600">
              <a:solidFill>
                <a:srgbClr val="e54b89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43" name=""/>
            <p:cNvSpPr/>
            <p:nvPr/>
          </p:nvSpPr>
          <p:spPr>
            <a:xfrm>
              <a:off x="1685880" y="5032080"/>
              <a:ext cx="79200" cy="0"/>
            </a:xfrm>
            <a:custGeom>
              <a:avLst/>
              <a:gdLst/>
              <a:ahLst/>
              <a:rect l="0" t="0" r="r" b="b"/>
              <a:pathLst>
                <a:path fill="none" w="220" h="0">
                  <a:moveTo>
                    <a:pt x="0" y="0"/>
                  </a:moveTo>
                  <a:cubicBezTo>
                    <a:pt x="73" y="0"/>
                    <a:pt x="147" y="0"/>
                    <a:pt x="220" y="0"/>
                  </a:cubicBezTo>
                </a:path>
              </a:pathLst>
            </a:custGeom>
            <a:ln cap="rnd" w="39600">
              <a:solidFill>
                <a:srgbClr val="e54b89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44" name=""/>
            <p:cNvSpPr/>
            <p:nvPr/>
          </p:nvSpPr>
          <p:spPr>
            <a:xfrm>
              <a:off x="1844640" y="5032080"/>
              <a:ext cx="79560" cy="0"/>
            </a:xfrm>
            <a:custGeom>
              <a:avLst/>
              <a:gdLst/>
              <a:ahLst/>
              <a:rect l="0" t="0" r="r" b="b"/>
              <a:pathLst>
                <a:path fill="none" w="221" h="0">
                  <a:moveTo>
                    <a:pt x="0" y="0"/>
                  </a:moveTo>
                  <a:cubicBezTo>
                    <a:pt x="74" y="0"/>
                    <a:pt x="147" y="0"/>
                    <a:pt x="221" y="0"/>
                  </a:cubicBezTo>
                </a:path>
              </a:pathLst>
            </a:custGeom>
            <a:ln cap="rnd" w="39600">
              <a:solidFill>
                <a:srgbClr val="e54b89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45" name=""/>
            <p:cNvSpPr/>
            <p:nvPr/>
          </p:nvSpPr>
          <p:spPr>
            <a:xfrm>
              <a:off x="2003400" y="5032080"/>
              <a:ext cx="79560" cy="0"/>
            </a:xfrm>
            <a:custGeom>
              <a:avLst/>
              <a:gdLst/>
              <a:ahLst/>
              <a:rect l="0" t="0" r="r" b="b"/>
              <a:pathLst>
                <a:path fill="none" w="221" h="0">
                  <a:moveTo>
                    <a:pt x="0" y="0"/>
                  </a:moveTo>
                  <a:cubicBezTo>
                    <a:pt x="74" y="0"/>
                    <a:pt x="147" y="0"/>
                    <a:pt x="221" y="0"/>
                  </a:cubicBezTo>
                </a:path>
              </a:pathLst>
            </a:custGeom>
            <a:ln cap="rnd" w="39600">
              <a:solidFill>
                <a:srgbClr val="e54b89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46" name=""/>
            <p:cNvSpPr/>
            <p:nvPr/>
          </p:nvSpPr>
          <p:spPr>
            <a:xfrm>
              <a:off x="2162520" y="5032080"/>
              <a:ext cx="79560" cy="0"/>
            </a:xfrm>
            <a:custGeom>
              <a:avLst/>
              <a:gdLst/>
              <a:ahLst/>
              <a:rect l="0" t="0" r="r" b="b"/>
              <a:pathLst>
                <a:path fill="none" w="221" h="0">
                  <a:moveTo>
                    <a:pt x="0" y="0"/>
                  </a:moveTo>
                  <a:cubicBezTo>
                    <a:pt x="74" y="0"/>
                    <a:pt x="147" y="0"/>
                    <a:pt x="221" y="0"/>
                  </a:cubicBezTo>
                </a:path>
              </a:pathLst>
            </a:custGeom>
            <a:ln cap="rnd" w="39600">
              <a:solidFill>
                <a:srgbClr val="e54b89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47" name=""/>
            <p:cNvSpPr/>
            <p:nvPr/>
          </p:nvSpPr>
          <p:spPr>
            <a:xfrm>
              <a:off x="2321280" y="5032080"/>
              <a:ext cx="79560" cy="0"/>
            </a:xfrm>
            <a:custGeom>
              <a:avLst/>
              <a:gdLst/>
              <a:ahLst/>
              <a:rect l="0" t="0" r="r" b="b"/>
              <a:pathLst>
                <a:path fill="none" w="221" h="0">
                  <a:moveTo>
                    <a:pt x="0" y="0"/>
                  </a:moveTo>
                  <a:cubicBezTo>
                    <a:pt x="74" y="0"/>
                    <a:pt x="147" y="0"/>
                    <a:pt x="221" y="0"/>
                  </a:cubicBezTo>
                </a:path>
              </a:pathLst>
            </a:custGeom>
            <a:ln cap="rnd" w="39600">
              <a:solidFill>
                <a:srgbClr val="e54b89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48" name=""/>
            <p:cNvSpPr/>
            <p:nvPr/>
          </p:nvSpPr>
          <p:spPr>
            <a:xfrm>
              <a:off x="2480400" y="5032080"/>
              <a:ext cx="79560" cy="0"/>
            </a:xfrm>
            <a:custGeom>
              <a:avLst/>
              <a:gdLst/>
              <a:ahLst/>
              <a:rect l="0" t="0" r="r" b="b"/>
              <a:pathLst>
                <a:path fill="none" w="221" h="0">
                  <a:moveTo>
                    <a:pt x="0" y="0"/>
                  </a:moveTo>
                  <a:cubicBezTo>
                    <a:pt x="74" y="0"/>
                    <a:pt x="147" y="0"/>
                    <a:pt x="221" y="0"/>
                  </a:cubicBezTo>
                </a:path>
              </a:pathLst>
            </a:custGeom>
            <a:ln cap="rnd" w="39600">
              <a:solidFill>
                <a:srgbClr val="e54b89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49" name=""/>
            <p:cNvSpPr/>
            <p:nvPr/>
          </p:nvSpPr>
          <p:spPr>
            <a:xfrm>
              <a:off x="2639160" y="5032080"/>
              <a:ext cx="79560" cy="0"/>
            </a:xfrm>
            <a:custGeom>
              <a:avLst/>
              <a:gdLst/>
              <a:ahLst/>
              <a:rect l="0" t="0" r="r" b="b"/>
              <a:pathLst>
                <a:path fill="none" w="221" h="0">
                  <a:moveTo>
                    <a:pt x="0" y="0"/>
                  </a:moveTo>
                  <a:cubicBezTo>
                    <a:pt x="74" y="0"/>
                    <a:pt x="147" y="0"/>
                    <a:pt x="221" y="0"/>
                  </a:cubicBezTo>
                </a:path>
              </a:pathLst>
            </a:custGeom>
            <a:ln cap="rnd" w="39600">
              <a:solidFill>
                <a:srgbClr val="e54b89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50" name=""/>
            <p:cNvSpPr/>
            <p:nvPr/>
          </p:nvSpPr>
          <p:spPr>
            <a:xfrm>
              <a:off x="2798280" y="5032080"/>
              <a:ext cx="79200" cy="0"/>
            </a:xfrm>
            <a:custGeom>
              <a:avLst/>
              <a:gdLst/>
              <a:ahLst/>
              <a:rect l="0" t="0" r="r" b="b"/>
              <a:pathLst>
                <a:path fill="none" w="220" h="0">
                  <a:moveTo>
                    <a:pt x="0" y="0"/>
                  </a:moveTo>
                  <a:cubicBezTo>
                    <a:pt x="73" y="0"/>
                    <a:pt x="147" y="0"/>
                    <a:pt x="220" y="0"/>
                  </a:cubicBezTo>
                </a:path>
              </a:pathLst>
            </a:custGeom>
            <a:ln cap="rnd" w="39600">
              <a:solidFill>
                <a:srgbClr val="e54b89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51" name=""/>
            <p:cNvSpPr/>
            <p:nvPr/>
          </p:nvSpPr>
          <p:spPr>
            <a:xfrm>
              <a:off x="2957040" y="5032080"/>
              <a:ext cx="79560" cy="0"/>
            </a:xfrm>
            <a:custGeom>
              <a:avLst/>
              <a:gdLst/>
              <a:ahLst/>
              <a:rect l="0" t="0" r="r" b="b"/>
              <a:pathLst>
                <a:path fill="none" w="221" h="0">
                  <a:moveTo>
                    <a:pt x="0" y="0"/>
                  </a:moveTo>
                  <a:cubicBezTo>
                    <a:pt x="74" y="0"/>
                    <a:pt x="147" y="0"/>
                    <a:pt x="221" y="0"/>
                  </a:cubicBezTo>
                </a:path>
              </a:pathLst>
            </a:custGeom>
            <a:ln cap="rnd" w="39600">
              <a:solidFill>
                <a:srgbClr val="e54b89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52" name=""/>
            <p:cNvSpPr/>
            <p:nvPr/>
          </p:nvSpPr>
          <p:spPr>
            <a:xfrm>
              <a:off x="3116160" y="5032080"/>
              <a:ext cx="79200" cy="0"/>
            </a:xfrm>
            <a:custGeom>
              <a:avLst/>
              <a:gdLst/>
              <a:ahLst/>
              <a:rect l="0" t="0" r="r" b="b"/>
              <a:pathLst>
                <a:path fill="none" w="220" h="0">
                  <a:moveTo>
                    <a:pt x="0" y="0"/>
                  </a:moveTo>
                  <a:cubicBezTo>
                    <a:pt x="73" y="0"/>
                    <a:pt x="147" y="0"/>
                    <a:pt x="220" y="0"/>
                  </a:cubicBezTo>
                </a:path>
              </a:pathLst>
            </a:custGeom>
            <a:ln cap="rnd" w="39600">
              <a:solidFill>
                <a:srgbClr val="e54b89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53" name=""/>
            <p:cNvSpPr/>
            <p:nvPr/>
          </p:nvSpPr>
          <p:spPr>
            <a:xfrm>
              <a:off x="3274920" y="4997160"/>
              <a:ext cx="44640" cy="34920"/>
            </a:xfrm>
            <a:custGeom>
              <a:avLst/>
              <a:gdLst/>
              <a:ahLst/>
              <a:rect l="0" t="0" r="r" b="b"/>
              <a:pathLst>
                <a:path fill="none" w="124" h="97">
                  <a:moveTo>
                    <a:pt x="0" y="97"/>
                  </a:moveTo>
                  <a:cubicBezTo>
                    <a:pt x="41" y="97"/>
                    <a:pt x="83" y="97"/>
                    <a:pt x="124" y="97"/>
                  </a:cubicBezTo>
                  <a:cubicBezTo>
                    <a:pt x="124" y="65"/>
                    <a:pt x="124" y="32"/>
                    <a:pt x="124" y="0"/>
                  </a:cubicBezTo>
                </a:path>
              </a:pathLst>
            </a:custGeom>
            <a:ln cap="rnd" w="39600">
              <a:solidFill>
                <a:srgbClr val="e54b89"/>
              </a:solidFill>
              <a:bevel/>
            </a:ln>
          </p:spPr>
          <p:txBody>
            <a:bodyPr lIns="109800" rIns="109800" tIns="-29880" bIns="-2988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54" name=""/>
            <p:cNvSpPr/>
            <p:nvPr/>
          </p:nvSpPr>
          <p:spPr>
            <a:xfrm>
              <a:off x="3319560" y="4838400"/>
              <a:ext cx="0" cy="79200"/>
            </a:xfrm>
            <a:custGeom>
              <a:avLst/>
              <a:gdLst/>
              <a:ahLst/>
              <a:rect l="0" t="0" r="r" b="b"/>
              <a:pathLst>
                <a:path fill="none" w="0" h="220">
                  <a:moveTo>
                    <a:pt x="0" y="220"/>
                  </a:moveTo>
                  <a:cubicBezTo>
                    <a:pt x="0" y="147"/>
                    <a:pt x="0" y="73"/>
                    <a:pt x="0" y="0"/>
                  </a:cubicBezTo>
                </a:path>
              </a:pathLst>
            </a:custGeom>
            <a:ln cap="rnd" w="39600">
              <a:solidFill>
                <a:srgbClr val="e54b89"/>
              </a:solidFill>
              <a:bevel/>
            </a:ln>
          </p:spPr>
          <p:txBody>
            <a:bodyPr lIns="109800" rIns="109800" tIns="14400" bIns="144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55" name=""/>
            <p:cNvSpPr/>
            <p:nvPr/>
          </p:nvSpPr>
          <p:spPr>
            <a:xfrm>
              <a:off x="3319560" y="4702680"/>
              <a:ext cx="34920" cy="56160"/>
            </a:xfrm>
            <a:custGeom>
              <a:avLst/>
              <a:gdLst/>
              <a:ahLst/>
              <a:rect l="0" t="0" r="r" b="b"/>
              <a:pathLst>
                <a:path fill="none" w="97" h="156">
                  <a:moveTo>
                    <a:pt x="0" y="156"/>
                  </a:moveTo>
                  <a:cubicBezTo>
                    <a:pt x="0" y="117"/>
                    <a:pt x="0" y="79"/>
                    <a:pt x="0" y="40"/>
                  </a:cubicBezTo>
                  <a:cubicBezTo>
                    <a:pt x="32" y="27"/>
                    <a:pt x="65" y="13"/>
                    <a:pt x="97" y="0"/>
                  </a:cubicBezTo>
                </a:path>
              </a:pathLst>
            </a:custGeom>
            <a:ln cap="rnd" w="39600">
              <a:solidFill>
                <a:srgbClr val="e54b89"/>
              </a:solidFill>
              <a:bevel/>
            </a:ln>
          </p:spPr>
          <p:txBody>
            <a:bodyPr lIns="109800" rIns="109800" tIns="-8640" bIns="-864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56" name=""/>
            <p:cNvSpPr/>
            <p:nvPr/>
          </p:nvSpPr>
          <p:spPr>
            <a:xfrm>
              <a:off x="3427920" y="4642560"/>
              <a:ext cx="73080" cy="29880"/>
            </a:xfrm>
            <a:custGeom>
              <a:avLst/>
              <a:gdLst/>
              <a:ahLst/>
              <a:rect l="0" t="0" r="r" b="b"/>
              <a:pathLst>
                <a:path fill="none" w="203" h="83">
                  <a:moveTo>
                    <a:pt x="0" y="83"/>
                  </a:moveTo>
                  <a:cubicBezTo>
                    <a:pt x="67" y="56"/>
                    <a:pt x="136" y="28"/>
                    <a:pt x="203" y="0"/>
                  </a:cubicBezTo>
                </a:path>
              </a:pathLst>
            </a:custGeom>
            <a:ln cap="rnd" w="39600">
              <a:solidFill>
                <a:srgbClr val="e54b89"/>
              </a:solidFill>
              <a:bevel/>
            </a:ln>
          </p:spPr>
          <p:txBody>
            <a:bodyPr lIns="109800" rIns="109800" tIns="-34920" bIns="-3492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57" name=""/>
            <p:cNvSpPr/>
            <p:nvPr/>
          </p:nvSpPr>
          <p:spPr>
            <a:xfrm>
              <a:off x="3574800" y="4581360"/>
              <a:ext cx="43560" cy="30960"/>
            </a:xfrm>
            <a:custGeom>
              <a:avLst/>
              <a:gdLst/>
              <a:ahLst/>
              <a:rect l="0" t="0" r="r" b="b"/>
              <a:pathLst>
                <a:path fill="none" w="121" h="86">
                  <a:moveTo>
                    <a:pt x="0" y="86"/>
                  </a:moveTo>
                  <a:cubicBezTo>
                    <a:pt x="40" y="70"/>
                    <a:pt x="81" y="53"/>
                    <a:pt x="121" y="37"/>
                  </a:cubicBezTo>
                  <a:cubicBezTo>
                    <a:pt x="93" y="25"/>
                    <a:pt x="66" y="12"/>
                    <a:pt x="38" y="0"/>
                  </a:cubicBezTo>
                </a:path>
              </a:pathLst>
            </a:custGeom>
            <a:ln cap="rnd" w="39600">
              <a:solidFill>
                <a:srgbClr val="e54b89"/>
              </a:solidFill>
              <a:bevel/>
            </a:ln>
          </p:spPr>
          <p:txBody>
            <a:bodyPr lIns="109800" rIns="109800" tIns="-33840" bIns="-3384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58" name=""/>
            <p:cNvSpPr/>
            <p:nvPr/>
          </p:nvSpPr>
          <p:spPr>
            <a:xfrm>
              <a:off x="3442680" y="4517280"/>
              <a:ext cx="73080" cy="32040"/>
            </a:xfrm>
            <a:custGeom>
              <a:avLst/>
              <a:gdLst/>
              <a:ahLst/>
              <a:rect l="0" t="0" r="r" b="b"/>
              <a:pathLst>
                <a:path fill="none" w="203" h="89">
                  <a:moveTo>
                    <a:pt x="203" y="89"/>
                  </a:moveTo>
                  <a:cubicBezTo>
                    <a:pt x="135" y="59"/>
                    <a:pt x="68" y="30"/>
                    <a:pt x="0" y="0"/>
                  </a:cubicBezTo>
                </a:path>
              </a:pathLst>
            </a:custGeom>
            <a:ln cap="rnd" w="39600">
              <a:solidFill>
                <a:srgbClr val="e54b89"/>
              </a:solidFill>
              <a:bevel/>
            </a:ln>
          </p:spPr>
          <p:txBody>
            <a:bodyPr lIns="109800" rIns="109800" tIns="-32760" bIns="-3276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59" name=""/>
            <p:cNvSpPr/>
            <p:nvPr/>
          </p:nvSpPr>
          <p:spPr>
            <a:xfrm>
              <a:off x="3319560" y="4439160"/>
              <a:ext cx="50760" cy="46080"/>
            </a:xfrm>
            <a:custGeom>
              <a:avLst/>
              <a:gdLst/>
              <a:ahLst/>
              <a:rect l="0" t="0" r="r" b="b"/>
              <a:pathLst>
                <a:path fill="none" w="141" h="128">
                  <a:moveTo>
                    <a:pt x="141" y="128"/>
                  </a:moveTo>
                  <a:cubicBezTo>
                    <a:pt x="94" y="107"/>
                    <a:pt x="47" y="87"/>
                    <a:pt x="0" y="66"/>
                  </a:cubicBezTo>
                  <a:cubicBezTo>
                    <a:pt x="0" y="44"/>
                    <a:pt x="0" y="22"/>
                    <a:pt x="0" y="0"/>
                  </a:cubicBezTo>
                </a:path>
              </a:pathLst>
            </a:custGeom>
            <a:ln cap="rnd" w="39600">
              <a:solidFill>
                <a:srgbClr val="e54b89"/>
              </a:solidFill>
              <a:bevel/>
            </a:ln>
          </p:spPr>
          <p:txBody>
            <a:bodyPr lIns="109800" rIns="109800" tIns="-18720" bIns="-1872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60" name=""/>
            <p:cNvSpPr/>
            <p:nvPr/>
          </p:nvSpPr>
          <p:spPr>
            <a:xfrm>
              <a:off x="3319560" y="4280040"/>
              <a:ext cx="0" cy="79560"/>
            </a:xfrm>
            <a:custGeom>
              <a:avLst/>
              <a:gdLst/>
              <a:ahLst/>
              <a:rect l="0" t="0" r="r" b="b"/>
              <a:pathLst>
                <a:path fill="none" w="0" h="221">
                  <a:moveTo>
                    <a:pt x="0" y="221"/>
                  </a:moveTo>
                  <a:cubicBezTo>
                    <a:pt x="0" y="147"/>
                    <a:pt x="0" y="74"/>
                    <a:pt x="0" y="0"/>
                  </a:cubicBezTo>
                </a:path>
              </a:pathLst>
            </a:custGeom>
            <a:ln cap="rnd" w="39600">
              <a:solidFill>
                <a:srgbClr val="e54b89"/>
              </a:solidFill>
              <a:bevel/>
            </a:ln>
          </p:spPr>
          <p:txBody>
            <a:bodyPr lIns="109800" rIns="109800" tIns="14760" bIns="1476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61" name=""/>
            <p:cNvSpPr/>
            <p:nvPr/>
          </p:nvSpPr>
          <p:spPr>
            <a:xfrm>
              <a:off x="3297600" y="4143240"/>
              <a:ext cx="21960" cy="57240"/>
            </a:xfrm>
            <a:custGeom>
              <a:avLst/>
              <a:gdLst/>
              <a:ahLst/>
              <a:rect l="0" t="0" r="r" b="b"/>
              <a:pathLst>
                <a:path fill="none" w="61" h="159">
                  <a:moveTo>
                    <a:pt x="61" y="159"/>
                  </a:moveTo>
                  <a:cubicBezTo>
                    <a:pt x="61" y="106"/>
                    <a:pt x="61" y="53"/>
                    <a:pt x="61" y="0"/>
                  </a:cubicBezTo>
                  <a:cubicBezTo>
                    <a:pt x="41" y="0"/>
                    <a:pt x="20" y="0"/>
                    <a:pt x="0" y="0"/>
                  </a:cubicBezTo>
                </a:path>
              </a:pathLst>
            </a:custGeom>
            <a:ln cap="rnd" w="39600">
              <a:solidFill>
                <a:srgbClr val="e54b89"/>
              </a:solidFill>
              <a:bevel/>
            </a:ln>
          </p:spPr>
          <p:txBody>
            <a:bodyPr lIns="109800" rIns="109800" tIns="-7560" bIns="-756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62" name=""/>
            <p:cNvSpPr/>
            <p:nvPr/>
          </p:nvSpPr>
          <p:spPr>
            <a:xfrm>
              <a:off x="3218040" y="4143240"/>
              <a:ext cx="79560" cy="0"/>
            </a:xfrm>
            <a:custGeom>
              <a:avLst/>
              <a:gdLst/>
              <a:ahLst/>
              <a:rect l="0" t="0" r="r" b="b"/>
              <a:pathLst>
                <a:path fill="none" w="221" h="0">
                  <a:moveTo>
                    <a:pt x="0" y="0"/>
                  </a:moveTo>
                  <a:cubicBezTo>
                    <a:pt x="74" y="0"/>
                    <a:pt x="147" y="0"/>
                    <a:pt x="221" y="0"/>
                  </a:cubicBezTo>
                </a:path>
              </a:pathLst>
            </a:custGeom>
            <a:ln cap="rnd" w="39600">
              <a:solidFill>
                <a:srgbClr val="e54b89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63" name=""/>
            <p:cNvSpPr/>
            <p:nvPr/>
          </p:nvSpPr>
          <p:spPr>
            <a:xfrm>
              <a:off x="3058920" y="4143240"/>
              <a:ext cx="79200" cy="0"/>
            </a:xfrm>
            <a:custGeom>
              <a:avLst/>
              <a:gdLst/>
              <a:ahLst/>
              <a:rect l="0" t="0" r="r" b="b"/>
              <a:pathLst>
                <a:path fill="none" w="220" h="0">
                  <a:moveTo>
                    <a:pt x="0" y="0"/>
                  </a:moveTo>
                  <a:cubicBezTo>
                    <a:pt x="73" y="0"/>
                    <a:pt x="147" y="0"/>
                    <a:pt x="220" y="0"/>
                  </a:cubicBezTo>
                </a:path>
              </a:pathLst>
            </a:custGeom>
            <a:ln cap="rnd" w="39600">
              <a:solidFill>
                <a:srgbClr val="e54b89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64" name=""/>
            <p:cNvSpPr/>
            <p:nvPr/>
          </p:nvSpPr>
          <p:spPr>
            <a:xfrm>
              <a:off x="2900160" y="4143240"/>
              <a:ext cx="79560" cy="0"/>
            </a:xfrm>
            <a:custGeom>
              <a:avLst/>
              <a:gdLst/>
              <a:ahLst/>
              <a:rect l="0" t="0" r="r" b="b"/>
              <a:pathLst>
                <a:path fill="none" w="221" h="0">
                  <a:moveTo>
                    <a:pt x="0" y="0"/>
                  </a:moveTo>
                  <a:cubicBezTo>
                    <a:pt x="74" y="0"/>
                    <a:pt x="147" y="0"/>
                    <a:pt x="221" y="0"/>
                  </a:cubicBezTo>
                </a:path>
              </a:pathLst>
            </a:custGeom>
            <a:ln cap="rnd" w="39600">
              <a:solidFill>
                <a:srgbClr val="e54b89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65" name=""/>
            <p:cNvSpPr/>
            <p:nvPr/>
          </p:nvSpPr>
          <p:spPr>
            <a:xfrm>
              <a:off x="2741400" y="4143240"/>
              <a:ext cx="79560" cy="0"/>
            </a:xfrm>
            <a:custGeom>
              <a:avLst/>
              <a:gdLst/>
              <a:ahLst/>
              <a:rect l="0" t="0" r="r" b="b"/>
              <a:pathLst>
                <a:path fill="none" w="221" h="0">
                  <a:moveTo>
                    <a:pt x="0" y="0"/>
                  </a:moveTo>
                  <a:cubicBezTo>
                    <a:pt x="74" y="0"/>
                    <a:pt x="147" y="0"/>
                    <a:pt x="221" y="0"/>
                  </a:cubicBezTo>
                </a:path>
              </a:pathLst>
            </a:custGeom>
            <a:ln cap="rnd" w="39600">
              <a:solidFill>
                <a:srgbClr val="e54b89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66" name=""/>
            <p:cNvSpPr/>
            <p:nvPr/>
          </p:nvSpPr>
          <p:spPr>
            <a:xfrm>
              <a:off x="2582280" y="4143240"/>
              <a:ext cx="79560" cy="0"/>
            </a:xfrm>
            <a:custGeom>
              <a:avLst/>
              <a:gdLst/>
              <a:ahLst/>
              <a:rect l="0" t="0" r="r" b="b"/>
              <a:pathLst>
                <a:path fill="none" w="221" h="0">
                  <a:moveTo>
                    <a:pt x="0" y="0"/>
                  </a:moveTo>
                  <a:cubicBezTo>
                    <a:pt x="74" y="0"/>
                    <a:pt x="147" y="0"/>
                    <a:pt x="221" y="0"/>
                  </a:cubicBezTo>
                </a:path>
              </a:pathLst>
            </a:custGeom>
            <a:ln cap="rnd" w="39600">
              <a:solidFill>
                <a:srgbClr val="e54b89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67" name=""/>
            <p:cNvSpPr/>
            <p:nvPr/>
          </p:nvSpPr>
          <p:spPr>
            <a:xfrm>
              <a:off x="2423520" y="4143240"/>
              <a:ext cx="79560" cy="0"/>
            </a:xfrm>
            <a:custGeom>
              <a:avLst/>
              <a:gdLst/>
              <a:ahLst/>
              <a:rect l="0" t="0" r="r" b="b"/>
              <a:pathLst>
                <a:path fill="none" w="221" h="0">
                  <a:moveTo>
                    <a:pt x="0" y="0"/>
                  </a:moveTo>
                  <a:cubicBezTo>
                    <a:pt x="74" y="0"/>
                    <a:pt x="147" y="0"/>
                    <a:pt x="221" y="0"/>
                  </a:cubicBezTo>
                </a:path>
              </a:pathLst>
            </a:custGeom>
            <a:ln cap="rnd" w="39600">
              <a:solidFill>
                <a:srgbClr val="e54b89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68" name=""/>
            <p:cNvSpPr/>
            <p:nvPr/>
          </p:nvSpPr>
          <p:spPr>
            <a:xfrm>
              <a:off x="2264400" y="4143240"/>
              <a:ext cx="79560" cy="0"/>
            </a:xfrm>
            <a:custGeom>
              <a:avLst/>
              <a:gdLst/>
              <a:ahLst/>
              <a:rect l="0" t="0" r="r" b="b"/>
              <a:pathLst>
                <a:path fill="none" w="221" h="0">
                  <a:moveTo>
                    <a:pt x="0" y="0"/>
                  </a:moveTo>
                  <a:cubicBezTo>
                    <a:pt x="74" y="0"/>
                    <a:pt x="147" y="0"/>
                    <a:pt x="221" y="0"/>
                  </a:cubicBezTo>
                </a:path>
              </a:pathLst>
            </a:custGeom>
            <a:ln cap="rnd" w="39600">
              <a:solidFill>
                <a:srgbClr val="e54b89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69" name=""/>
            <p:cNvSpPr/>
            <p:nvPr/>
          </p:nvSpPr>
          <p:spPr>
            <a:xfrm>
              <a:off x="2105640" y="4143240"/>
              <a:ext cx="79560" cy="0"/>
            </a:xfrm>
            <a:custGeom>
              <a:avLst/>
              <a:gdLst/>
              <a:ahLst/>
              <a:rect l="0" t="0" r="r" b="b"/>
              <a:pathLst>
                <a:path fill="none" w="221" h="0">
                  <a:moveTo>
                    <a:pt x="0" y="0"/>
                  </a:moveTo>
                  <a:cubicBezTo>
                    <a:pt x="74" y="0"/>
                    <a:pt x="147" y="0"/>
                    <a:pt x="221" y="0"/>
                  </a:cubicBezTo>
                </a:path>
              </a:pathLst>
            </a:custGeom>
            <a:ln cap="rnd" w="39600">
              <a:solidFill>
                <a:srgbClr val="e54b89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70" name=""/>
            <p:cNvSpPr/>
            <p:nvPr/>
          </p:nvSpPr>
          <p:spPr>
            <a:xfrm>
              <a:off x="1946520" y="4143240"/>
              <a:ext cx="79200" cy="0"/>
            </a:xfrm>
            <a:custGeom>
              <a:avLst/>
              <a:gdLst/>
              <a:ahLst/>
              <a:rect l="0" t="0" r="r" b="b"/>
              <a:pathLst>
                <a:path fill="none" w="220" h="0">
                  <a:moveTo>
                    <a:pt x="0" y="0"/>
                  </a:moveTo>
                  <a:cubicBezTo>
                    <a:pt x="73" y="0"/>
                    <a:pt x="147" y="0"/>
                    <a:pt x="220" y="0"/>
                  </a:cubicBezTo>
                </a:path>
              </a:pathLst>
            </a:custGeom>
            <a:ln cap="rnd" w="39600">
              <a:solidFill>
                <a:srgbClr val="e54b89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71" name=""/>
            <p:cNvSpPr/>
            <p:nvPr/>
          </p:nvSpPr>
          <p:spPr>
            <a:xfrm>
              <a:off x="1787760" y="4143240"/>
              <a:ext cx="79560" cy="0"/>
            </a:xfrm>
            <a:custGeom>
              <a:avLst/>
              <a:gdLst/>
              <a:ahLst/>
              <a:rect l="0" t="0" r="r" b="b"/>
              <a:pathLst>
                <a:path fill="none" w="221" h="0">
                  <a:moveTo>
                    <a:pt x="0" y="0"/>
                  </a:moveTo>
                  <a:cubicBezTo>
                    <a:pt x="74" y="0"/>
                    <a:pt x="147" y="0"/>
                    <a:pt x="221" y="0"/>
                  </a:cubicBezTo>
                </a:path>
              </a:pathLst>
            </a:custGeom>
            <a:ln cap="rnd" w="39600">
              <a:solidFill>
                <a:srgbClr val="e54b89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72" name=""/>
            <p:cNvSpPr/>
            <p:nvPr/>
          </p:nvSpPr>
          <p:spPr>
            <a:xfrm>
              <a:off x="1628640" y="4143240"/>
              <a:ext cx="79200" cy="0"/>
            </a:xfrm>
            <a:custGeom>
              <a:avLst/>
              <a:gdLst/>
              <a:ahLst/>
              <a:rect l="0" t="0" r="r" b="b"/>
              <a:pathLst>
                <a:path fill="none" w="220" h="0">
                  <a:moveTo>
                    <a:pt x="0" y="0"/>
                  </a:moveTo>
                  <a:cubicBezTo>
                    <a:pt x="73" y="0"/>
                    <a:pt x="147" y="0"/>
                    <a:pt x="220" y="0"/>
                  </a:cubicBezTo>
                </a:path>
              </a:pathLst>
            </a:custGeom>
            <a:ln cap="rnd" w="39600">
              <a:solidFill>
                <a:srgbClr val="e54b89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73" name=""/>
            <p:cNvSpPr/>
            <p:nvPr/>
          </p:nvSpPr>
          <p:spPr>
            <a:xfrm>
              <a:off x="1469880" y="4143240"/>
              <a:ext cx="79560" cy="0"/>
            </a:xfrm>
            <a:custGeom>
              <a:avLst/>
              <a:gdLst/>
              <a:ahLst/>
              <a:rect l="0" t="0" r="r" b="b"/>
              <a:pathLst>
                <a:path fill="none" w="221" h="0">
                  <a:moveTo>
                    <a:pt x="0" y="0"/>
                  </a:moveTo>
                  <a:cubicBezTo>
                    <a:pt x="74" y="0"/>
                    <a:pt x="147" y="0"/>
                    <a:pt x="221" y="0"/>
                  </a:cubicBezTo>
                </a:path>
              </a:pathLst>
            </a:custGeom>
            <a:ln cap="rnd" w="39600">
              <a:solidFill>
                <a:srgbClr val="e54b89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74" name=""/>
            <p:cNvSpPr/>
            <p:nvPr/>
          </p:nvSpPr>
          <p:spPr>
            <a:xfrm>
              <a:off x="1310760" y="4143240"/>
              <a:ext cx="79200" cy="0"/>
            </a:xfrm>
            <a:custGeom>
              <a:avLst/>
              <a:gdLst/>
              <a:ahLst/>
              <a:rect l="0" t="0" r="r" b="b"/>
              <a:pathLst>
                <a:path fill="none" w="220" h="0">
                  <a:moveTo>
                    <a:pt x="0" y="0"/>
                  </a:moveTo>
                  <a:cubicBezTo>
                    <a:pt x="73" y="0"/>
                    <a:pt x="147" y="0"/>
                    <a:pt x="220" y="0"/>
                  </a:cubicBezTo>
                </a:path>
              </a:pathLst>
            </a:custGeom>
            <a:ln cap="rnd" w="39600">
              <a:solidFill>
                <a:srgbClr val="e54b89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</p:grpSp>
      <p:grpSp>
        <p:nvGrpSpPr>
          <p:cNvPr id="575" name=""/>
          <p:cNvGrpSpPr/>
          <p:nvPr/>
        </p:nvGrpSpPr>
        <p:grpSpPr>
          <a:xfrm>
            <a:off x="866880" y="687600"/>
            <a:ext cx="2766960" cy="1152000"/>
            <a:chOff x="866880" y="687600"/>
            <a:chExt cx="2766960" cy="1152000"/>
          </a:xfrm>
        </p:grpSpPr>
        <p:sp>
          <p:nvSpPr>
            <p:cNvPr id="576" name=""/>
            <p:cNvSpPr/>
            <p:nvPr/>
          </p:nvSpPr>
          <p:spPr>
            <a:xfrm>
              <a:off x="3214080" y="1839600"/>
              <a:ext cx="79200" cy="0"/>
            </a:xfrm>
            <a:custGeom>
              <a:avLst/>
              <a:gdLst/>
              <a:ahLst/>
              <a:rect l="0" t="0" r="r" b="b"/>
              <a:pathLst>
                <a:path fill="none" w="220" h="0">
                  <a:moveTo>
                    <a:pt x="0" y="0"/>
                  </a:moveTo>
                  <a:cubicBezTo>
                    <a:pt x="73" y="0"/>
                    <a:pt x="147" y="0"/>
                    <a:pt x="220" y="0"/>
                  </a:cubicBezTo>
                </a:path>
              </a:pathLst>
            </a:custGeom>
            <a:ln cap="rnd" w="39600">
              <a:solidFill>
                <a:srgbClr val="f8b621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77" name=""/>
            <p:cNvSpPr/>
            <p:nvPr/>
          </p:nvSpPr>
          <p:spPr>
            <a:xfrm>
              <a:off x="3055320" y="1839600"/>
              <a:ext cx="79560" cy="0"/>
            </a:xfrm>
            <a:custGeom>
              <a:avLst/>
              <a:gdLst/>
              <a:ahLst/>
              <a:rect l="0" t="0" r="r" b="b"/>
              <a:pathLst>
                <a:path fill="none" w="221" h="0">
                  <a:moveTo>
                    <a:pt x="0" y="0"/>
                  </a:moveTo>
                  <a:cubicBezTo>
                    <a:pt x="74" y="0"/>
                    <a:pt x="147" y="0"/>
                    <a:pt x="221" y="0"/>
                  </a:cubicBezTo>
                </a:path>
              </a:pathLst>
            </a:custGeom>
            <a:ln cap="rnd" w="39600">
              <a:solidFill>
                <a:srgbClr val="f8b621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78" name=""/>
            <p:cNvSpPr/>
            <p:nvPr/>
          </p:nvSpPr>
          <p:spPr>
            <a:xfrm>
              <a:off x="2896200" y="1839600"/>
              <a:ext cx="79200" cy="0"/>
            </a:xfrm>
            <a:custGeom>
              <a:avLst/>
              <a:gdLst/>
              <a:ahLst/>
              <a:rect l="0" t="0" r="r" b="b"/>
              <a:pathLst>
                <a:path fill="none" w="220" h="0">
                  <a:moveTo>
                    <a:pt x="0" y="0"/>
                  </a:moveTo>
                  <a:cubicBezTo>
                    <a:pt x="73" y="0"/>
                    <a:pt x="147" y="0"/>
                    <a:pt x="220" y="0"/>
                  </a:cubicBezTo>
                </a:path>
              </a:pathLst>
            </a:custGeom>
            <a:ln cap="rnd" w="39600">
              <a:solidFill>
                <a:srgbClr val="f8b621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79" name=""/>
            <p:cNvSpPr/>
            <p:nvPr/>
          </p:nvSpPr>
          <p:spPr>
            <a:xfrm>
              <a:off x="2737440" y="1839600"/>
              <a:ext cx="79560" cy="0"/>
            </a:xfrm>
            <a:custGeom>
              <a:avLst/>
              <a:gdLst/>
              <a:ahLst/>
              <a:rect l="0" t="0" r="r" b="b"/>
              <a:pathLst>
                <a:path fill="none" w="221" h="0">
                  <a:moveTo>
                    <a:pt x="0" y="0"/>
                  </a:moveTo>
                  <a:cubicBezTo>
                    <a:pt x="74" y="0"/>
                    <a:pt x="147" y="0"/>
                    <a:pt x="221" y="0"/>
                  </a:cubicBezTo>
                </a:path>
              </a:pathLst>
            </a:custGeom>
            <a:ln cap="rnd" w="39600">
              <a:solidFill>
                <a:srgbClr val="f8b621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80" name=""/>
            <p:cNvSpPr/>
            <p:nvPr/>
          </p:nvSpPr>
          <p:spPr>
            <a:xfrm>
              <a:off x="2578320" y="1839600"/>
              <a:ext cx="79200" cy="0"/>
            </a:xfrm>
            <a:custGeom>
              <a:avLst/>
              <a:gdLst/>
              <a:ahLst/>
              <a:rect l="0" t="0" r="r" b="b"/>
              <a:pathLst>
                <a:path fill="none" w="220" h="0">
                  <a:moveTo>
                    <a:pt x="0" y="0"/>
                  </a:moveTo>
                  <a:cubicBezTo>
                    <a:pt x="73" y="0"/>
                    <a:pt x="147" y="0"/>
                    <a:pt x="220" y="0"/>
                  </a:cubicBezTo>
                </a:path>
              </a:pathLst>
            </a:custGeom>
            <a:ln cap="rnd" w="39600">
              <a:solidFill>
                <a:srgbClr val="f8b621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81" name=""/>
            <p:cNvSpPr/>
            <p:nvPr/>
          </p:nvSpPr>
          <p:spPr>
            <a:xfrm>
              <a:off x="2419560" y="1839600"/>
              <a:ext cx="79560" cy="0"/>
            </a:xfrm>
            <a:custGeom>
              <a:avLst/>
              <a:gdLst/>
              <a:ahLst/>
              <a:rect l="0" t="0" r="r" b="b"/>
              <a:pathLst>
                <a:path fill="none" w="221" h="0">
                  <a:moveTo>
                    <a:pt x="0" y="0"/>
                  </a:moveTo>
                  <a:cubicBezTo>
                    <a:pt x="74" y="0"/>
                    <a:pt x="147" y="0"/>
                    <a:pt x="221" y="0"/>
                  </a:cubicBezTo>
                </a:path>
              </a:pathLst>
            </a:custGeom>
            <a:ln cap="rnd" w="39600">
              <a:solidFill>
                <a:srgbClr val="f8b621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82" name=""/>
            <p:cNvSpPr/>
            <p:nvPr/>
          </p:nvSpPr>
          <p:spPr>
            <a:xfrm>
              <a:off x="2260800" y="1839600"/>
              <a:ext cx="79560" cy="0"/>
            </a:xfrm>
            <a:custGeom>
              <a:avLst/>
              <a:gdLst/>
              <a:ahLst/>
              <a:rect l="0" t="0" r="r" b="b"/>
              <a:pathLst>
                <a:path fill="none" w="221" h="0">
                  <a:moveTo>
                    <a:pt x="0" y="0"/>
                  </a:moveTo>
                  <a:cubicBezTo>
                    <a:pt x="74" y="0"/>
                    <a:pt x="147" y="0"/>
                    <a:pt x="221" y="0"/>
                  </a:cubicBezTo>
                </a:path>
              </a:pathLst>
            </a:custGeom>
            <a:ln cap="rnd" w="39600">
              <a:solidFill>
                <a:srgbClr val="f8b621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83" name=""/>
            <p:cNvSpPr/>
            <p:nvPr/>
          </p:nvSpPr>
          <p:spPr>
            <a:xfrm>
              <a:off x="2101680" y="1839600"/>
              <a:ext cx="79560" cy="0"/>
            </a:xfrm>
            <a:custGeom>
              <a:avLst/>
              <a:gdLst/>
              <a:ahLst/>
              <a:rect l="0" t="0" r="r" b="b"/>
              <a:pathLst>
                <a:path fill="none" w="221" h="0">
                  <a:moveTo>
                    <a:pt x="0" y="0"/>
                  </a:moveTo>
                  <a:cubicBezTo>
                    <a:pt x="74" y="0"/>
                    <a:pt x="147" y="0"/>
                    <a:pt x="221" y="0"/>
                  </a:cubicBezTo>
                </a:path>
              </a:pathLst>
            </a:custGeom>
            <a:ln cap="rnd" w="39600">
              <a:solidFill>
                <a:srgbClr val="f8b621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84" name=""/>
            <p:cNvSpPr/>
            <p:nvPr/>
          </p:nvSpPr>
          <p:spPr>
            <a:xfrm>
              <a:off x="1942920" y="1839600"/>
              <a:ext cx="79560" cy="0"/>
            </a:xfrm>
            <a:custGeom>
              <a:avLst/>
              <a:gdLst/>
              <a:ahLst/>
              <a:rect l="0" t="0" r="r" b="b"/>
              <a:pathLst>
                <a:path fill="none" w="221" h="0">
                  <a:moveTo>
                    <a:pt x="0" y="0"/>
                  </a:moveTo>
                  <a:cubicBezTo>
                    <a:pt x="74" y="0"/>
                    <a:pt x="147" y="0"/>
                    <a:pt x="221" y="0"/>
                  </a:cubicBezTo>
                </a:path>
              </a:pathLst>
            </a:custGeom>
            <a:ln cap="rnd" w="39600">
              <a:solidFill>
                <a:srgbClr val="f8b621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85" name=""/>
            <p:cNvSpPr/>
            <p:nvPr/>
          </p:nvSpPr>
          <p:spPr>
            <a:xfrm>
              <a:off x="1783800" y="1839600"/>
              <a:ext cx="79560" cy="0"/>
            </a:xfrm>
            <a:custGeom>
              <a:avLst/>
              <a:gdLst/>
              <a:ahLst/>
              <a:rect l="0" t="0" r="r" b="b"/>
              <a:pathLst>
                <a:path fill="none" w="221" h="0">
                  <a:moveTo>
                    <a:pt x="0" y="0"/>
                  </a:moveTo>
                  <a:cubicBezTo>
                    <a:pt x="74" y="0"/>
                    <a:pt x="147" y="0"/>
                    <a:pt x="221" y="0"/>
                  </a:cubicBezTo>
                </a:path>
              </a:pathLst>
            </a:custGeom>
            <a:ln cap="rnd" w="39600">
              <a:solidFill>
                <a:srgbClr val="f8b621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86" name=""/>
            <p:cNvSpPr/>
            <p:nvPr/>
          </p:nvSpPr>
          <p:spPr>
            <a:xfrm>
              <a:off x="1625040" y="1839600"/>
              <a:ext cx="79560" cy="0"/>
            </a:xfrm>
            <a:custGeom>
              <a:avLst/>
              <a:gdLst/>
              <a:ahLst/>
              <a:rect l="0" t="0" r="r" b="b"/>
              <a:pathLst>
                <a:path fill="none" w="221" h="0">
                  <a:moveTo>
                    <a:pt x="0" y="0"/>
                  </a:moveTo>
                  <a:cubicBezTo>
                    <a:pt x="74" y="0"/>
                    <a:pt x="147" y="0"/>
                    <a:pt x="221" y="0"/>
                  </a:cubicBezTo>
                </a:path>
              </a:pathLst>
            </a:custGeom>
            <a:ln cap="rnd" w="39600">
              <a:solidFill>
                <a:srgbClr val="f8b621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87" name=""/>
            <p:cNvSpPr/>
            <p:nvPr/>
          </p:nvSpPr>
          <p:spPr>
            <a:xfrm>
              <a:off x="1465920" y="1839600"/>
              <a:ext cx="79200" cy="0"/>
            </a:xfrm>
            <a:custGeom>
              <a:avLst/>
              <a:gdLst/>
              <a:ahLst/>
              <a:rect l="0" t="0" r="r" b="b"/>
              <a:pathLst>
                <a:path fill="none" w="220" h="0">
                  <a:moveTo>
                    <a:pt x="0" y="0"/>
                  </a:moveTo>
                  <a:cubicBezTo>
                    <a:pt x="73" y="0"/>
                    <a:pt x="147" y="0"/>
                    <a:pt x="220" y="0"/>
                  </a:cubicBezTo>
                </a:path>
              </a:pathLst>
            </a:custGeom>
            <a:ln cap="rnd" w="39600">
              <a:solidFill>
                <a:srgbClr val="f8b621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88" name=""/>
            <p:cNvSpPr/>
            <p:nvPr/>
          </p:nvSpPr>
          <p:spPr>
            <a:xfrm>
              <a:off x="1307160" y="1839600"/>
              <a:ext cx="79560" cy="0"/>
            </a:xfrm>
            <a:custGeom>
              <a:avLst/>
              <a:gdLst/>
              <a:ahLst/>
              <a:rect l="0" t="0" r="r" b="b"/>
              <a:pathLst>
                <a:path fill="none" w="221" h="0">
                  <a:moveTo>
                    <a:pt x="0" y="0"/>
                  </a:moveTo>
                  <a:cubicBezTo>
                    <a:pt x="74" y="0"/>
                    <a:pt x="147" y="0"/>
                    <a:pt x="221" y="0"/>
                  </a:cubicBezTo>
                </a:path>
              </a:pathLst>
            </a:custGeom>
            <a:ln cap="rnd" w="39600">
              <a:solidFill>
                <a:srgbClr val="f8b621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89" name=""/>
            <p:cNvSpPr/>
            <p:nvPr/>
          </p:nvSpPr>
          <p:spPr>
            <a:xfrm>
              <a:off x="959760" y="755280"/>
              <a:ext cx="2525400" cy="762120"/>
            </a:xfrm>
            <a:custGeom>
              <a:avLst/>
              <a:gdLst/>
              <a:ahLst/>
              <a:rect l="0" t="0" r="r" b="b"/>
              <a:pathLst>
                <a:path w="7015" h="2117">
                  <a:moveTo>
                    <a:pt x="705" y="0"/>
                  </a:moveTo>
                  <a:cubicBezTo>
                    <a:pt x="705" y="127"/>
                    <a:pt x="705" y="255"/>
                    <a:pt x="705" y="382"/>
                  </a:cubicBezTo>
                  <a:cubicBezTo>
                    <a:pt x="585" y="386"/>
                    <a:pt x="467" y="419"/>
                    <a:pt x="363" y="479"/>
                  </a:cubicBezTo>
                  <a:cubicBezTo>
                    <a:pt x="253" y="543"/>
                    <a:pt x="161" y="634"/>
                    <a:pt x="97" y="745"/>
                  </a:cubicBezTo>
                  <a:cubicBezTo>
                    <a:pt x="33" y="855"/>
                    <a:pt x="0" y="981"/>
                    <a:pt x="0" y="1109"/>
                  </a:cubicBezTo>
                  <a:cubicBezTo>
                    <a:pt x="0" y="1237"/>
                    <a:pt x="33" y="1362"/>
                    <a:pt x="97" y="1473"/>
                  </a:cubicBezTo>
                  <a:cubicBezTo>
                    <a:pt x="161" y="1584"/>
                    <a:pt x="253" y="1675"/>
                    <a:pt x="363" y="1739"/>
                  </a:cubicBezTo>
                  <a:cubicBezTo>
                    <a:pt x="467" y="1799"/>
                    <a:pt x="585" y="1833"/>
                    <a:pt x="705" y="1836"/>
                  </a:cubicBezTo>
                  <a:cubicBezTo>
                    <a:pt x="705" y="1930"/>
                    <a:pt x="705" y="2023"/>
                    <a:pt x="705" y="2117"/>
                  </a:cubicBezTo>
                  <a:cubicBezTo>
                    <a:pt x="2556" y="2117"/>
                    <a:pt x="4407" y="2117"/>
                    <a:pt x="6258" y="2117"/>
                  </a:cubicBezTo>
                  <a:cubicBezTo>
                    <a:pt x="6258" y="1867"/>
                    <a:pt x="6258" y="1617"/>
                    <a:pt x="6258" y="1367"/>
                  </a:cubicBezTo>
                  <a:cubicBezTo>
                    <a:pt x="6510" y="1270"/>
                    <a:pt x="6762" y="1172"/>
                    <a:pt x="7015" y="1075"/>
                  </a:cubicBezTo>
                  <a:cubicBezTo>
                    <a:pt x="6762" y="971"/>
                    <a:pt x="6510" y="866"/>
                    <a:pt x="6258" y="762"/>
                  </a:cubicBezTo>
                  <a:cubicBezTo>
                    <a:pt x="6258" y="508"/>
                    <a:pt x="6258" y="254"/>
                    <a:pt x="6258" y="0"/>
                  </a:cubicBezTo>
                  <a:cubicBezTo>
                    <a:pt x="4407" y="0"/>
                    <a:pt x="2556" y="0"/>
                    <a:pt x="705" y="0"/>
                  </a:cubicBezTo>
                  <a:close/>
                </a:path>
              </a:pathLst>
            </a:custGeom>
            <a:solidFill>
              <a:srgbClr val="7f59ae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590" name=""/>
            <p:cNvSpPr/>
            <p:nvPr/>
          </p:nvSpPr>
          <p:spPr>
            <a:xfrm>
              <a:off x="998280" y="949680"/>
              <a:ext cx="404640" cy="404640"/>
            </a:xfrm>
            <a:custGeom>
              <a:avLst/>
              <a:gdLst/>
              <a:ahLst/>
              <a:rect l="0" t="0" r="r" b="b"/>
              <a:pathLst>
                <a:path w="1124" h="1124">
                  <a:moveTo>
                    <a:pt x="1124" y="562"/>
                  </a:moveTo>
                  <a:cubicBezTo>
                    <a:pt x="1124" y="661"/>
                    <a:pt x="1098" y="757"/>
                    <a:pt x="1049" y="843"/>
                  </a:cubicBezTo>
                  <a:cubicBezTo>
                    <a:pt x="999" y="928"/>
                    <a:pt x="928" y="999"/>
                    <a:pt x="843" y="1049"/>
                  </a:cubicBezTo>
                  <a:cubicBezTo>
                    <a:pt x="758" y="1098"/>
                    <a:pt x="661" y="1124"/>
                    <a:pt x="562" y="1124"/>
                  </a:cubicBezTo>
                  <a:cubicBezTo>
                    <a:pt x="463" y="1124"/>
                    <a:pt x="366" y="1098"/>
                    <a:pt x="281" y="1049"/>
                  </a:cubicBezTo>
                  <a:cubicBezTo>
                    <a:pt x="195" y="999"/>
                    <a:pt x="124" y="928"/>
                    <a:pt x="75" y="843"/>
                  </a:cubicBezTo>
                  <a:cubicBezTo>
                    <a:pt x="26" y="757"/>
                    <a:pt x="0" y="661"/>
                    <a:pt x="0" y="562"/>
                  </a:cubicBezTo>
                  <a:cubicBezTo>
                    <a:pt x="0" y="463"/>
                    <a:pt x="26" y="366"/>
                    <a:pt x="75" y="281"/>
                  </a:cubicBezTo>
                  <a:cubicBezTo>
                    <a:pt x="124" y="195"/>
                    <a:pt x="195" y="124"/>
                    <a:pt x="281" y="75"/>
                  </a:cubicBezTo>
                  <a:cubicBezTo>
                    <a:pt x="366" y="26"/>
                    <a:pt x="463" y="0"/>
                    <a:pt x="562" y="0"/>
                  </a:cubicBezTo>
                  <a:cubicBezTo>
                    <a:pt x="661" y="0"/>
                    <a:pt x="758" y="26"/>
                    <a:pt x="843" y="75"/>
                  </a:cubicBezTo>
                  <a:cubicBezTo>
                    <a:pt x="928" y="124"/>
                    <a:pt x="999" y="195"/>
                    <a:pt x="1049" y="281"/>
                  </a:cubicBezTo>
                  <a:cubicBezTo>
                    <a:pt x="1098" y="366"/>
                    <a:pt x="1124" y="463"/>
                    <a:pt x="1124" y="562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91" name=""/>
            <p:cNvSpPr/>
            <p:nvPr/>
          </p:nvSpPr>
          <p:spPr>
            <a:xfrm>
              <a:off x="1144800" y="687600"/>
              <a:ext cx="22680" cy="79560"/>
            </a:xfrm>
            <a:custGeom>
              <a:avLst/>
              <a:gdLst/>
              <a:ahLst/>
              <a:rect l="0" t="0" r="r" b="b"/>
              <a:pathLst>
                <a:path fill="none" w="63" h="221">
                  <a:moveTo>
                    <a:pt x="63" y="0"/>
                  </a:moveTo>
                  <a:cubicBezTo>
                    <a:pt x="42" y="0"/>
                    <a:pt x="21" y="0"/>
                    <a:pt x="0" y="0"/>
                  </a:cubicBezTo>
                  <a:cubicBezTo>
                    <a:pt x="0" y="74"/>
                    <a:pt x="0" y="147"/>
                    <a:pt x="0" y="221"/>
                  </a:cubicBezTo>
                </a:path>
              </a:pathLst>
            </a:custGeom>
            <a:ln cap="rnd" w="39600">
              <a:solidFill>
                <a:srgbClr val="7f59ae"/>
              </a:solidFill>
              <a:bevel/>
            </a:ln>
          </p:spPr>
          <p:txBody>
            <a:bodyPr lIns="109800" rIns="109800" tIns="14760" bIns="1476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92" name=""/>
            <p:cNvSpPr/>
            <p:nvPr/>
          </p:nvSpPr>
          <p:spPr>
            <a:xfrm>
              <a:off x="1067760" y="846360"/>
              <a:ext cx="77040" cy="15120"/>
            </a:xfrm>
            <a:custGeom>
              <a:avLst/>
              <a:gdLst/>
              <a:ahLst/>
              <a:rect l="0" t="0" r="r" b="b"/>
              <a:pathLst>
                <a:path fill="none" w="214" h="42">
                  <a:moveTo>
                    <a:pt x="214" y="0"/>
                  </a:moveTo>
                  <a:cubicBezTo>
                    <a:pt x="214" y="1"/>
                    <a:pt x="214" y="3"/>
                    <a:pt x="214" y="4"/>
                  </a:cubicBezTo>
                  <a:cubicBezTo>
                    <a:pt x="141" y="6"/>
                    <a:pt x="69" y="19"/>
                    <a:pt x="0" y="42"/>
                  </a:cubicBezTo>
                </a:path>
              </a:pathLst>
            </a:custGeom>
            <a:ln cap="rnd" w="39600">
              <a:solidFill>
                <a:srgbClr val="7f59ae"/>
              </a:solidFill>
              <a:bevel/>
            </a:ln>
          </p:spPr>
          <p:txBody>
            <a:bodyPr lIns="109800" rIns="109800" tIns="-49680" bIns="-4968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93" name=""/>
            <p:cNvSpPr/>
            <p:nvPr/>
          </p:nvSpPr>
          <p:spPr>
            <a:xfrm>
              <a:off x="938520" y="897120"/>
              <a:ext cx="58680" cy="53280"/>
            </a:xfrm>
            <a:custGeom>
              <a:avLst/>
              <a:gdLst/>
              <a:ahLst/>
              <a:rect l="0" t="0" r="r" b="b"/>
              <a:pathLst>
                <a:path fill="none" w="163" h="148">
                  <a:moveTo>
                    <a:pt x="163" y="0"/>
                  </a:moveTo>
                  <a:cubicBezTo>
                    <a:pt x="102" y="41"/>
                    <a:pt x="48" y="91"/>
                    <a:pt x="0" y="148"/>
                  </a:cubicBezTo>
                </a:path>
              </a:pathLst>
            </a:custGeom>
            <a:ln cap="rnd" w="39600">
              <a:solidFill>
                <a:srgbClr val="7f59ae"/>
              </a:solidFill>
              <a:bevel/>
            </a:ln>
          </p:spPr>
          <p:txBody>
            <a:bodyPr lIns="109800" rIns="109800" tIns="-11520" bIns="-1152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94" name=""/>
            <p:cNvSpPr/>
            <p:nvPr/>
          </p:nvSpPr>
          <p:spPr>
            <a:xfrm>
              <a:off x="871920" y="1017360"/>
              <a:ext cx="24480" cy="75600"/>
            </a:xfrm>
            <a:custGeom>
              <a:avLst/>
              <a:gdLst/>
              <a:ahLst/>
              <a:rect l="0" t="0" r="r" b="b"/>
              <a:pathLst>
                <a:path fill="none" w="68" h="210">
                  <a:moveTo>
                    <a:pt x="68" y="0"/>
                  </a:moveTo>
                  <a:cubicBezTo>
                    <a:pt x="37" y="67"/>
                    <a:pt x="14" y="137"/>
                    <a:pt x="0" y="210"/>
                  </a:cubicBezTo>
                </a:path>
              </a:pathLst>
            </a:custGeom>
            <a:ln cap="rnd" w="39600">
              <a:solidFill>
                <a:srgbClr val="7f59ae"/>
              </a:solidFill>
              <a:bevel/>
            </a:ln>
          </p:spPr>
          <p:txBody>
            <a:bodyPr lIns="109800" rIns="109800" tIns="10800" bIns="10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95" name=""/>
            <p:cNvSpPr/>
            <p:nvPr/>
          </p:nvSpPr>
          <p:spPr>
            <a:xfrm>
              <a:off x="866880" y="1172160"/>
              <a:ext cx="14400" cy="77760"/>
            </a:xfrm>
            <a:custGeom>
              <a:avLst/>
              <a:gdLst/>
              <a:ahLst/>
              <a:rect l="0" t="0" r="r" b="b"/>
              <a:pathLst>
                <a:path fill="none" w="40" h="216">
                  <a:moveTo>
                    <a:pt x="0" y="0"/>
                  </a:moveTo>
                  <a:cubicBezTo>
                    <a:pt x="5" y="74"/>
                    <a:pt x="18" y="146"/>
                    <a:pt x="40" y="216"/>
                  </a:cubicBezTo>
                </a:path>
              </a:pathLst>
            </a:custGeom>
            <a:ln cap="rnd" w="39600">
              <a:solidFill>
                <a:srgbClr val="7f59ae"/>
              </a:solidFill>
              <a:bevel/>
            </a:ln>
          </p:spPr>
          <p:txBody>
            <a:bodyPr lIns="109800" rIns="109800" tIns="12960" bIns="1296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96" name=""/>
            <p:cNvSpPr/>
            <p:nvPr/>
          </p:nvSpPr>
          <p:spPr>
            <a:xfrm>
              <a:off x="914400" y="1321920"/>
              <a:ext cx="50040" cy="61200"/>
            </a:xfrm>
            <a:custGeom>
              <a:avLst/>
              <a:gdLst/>
              <a:ahLst/>
              <a:rect l="0" t="0" r="r" b="b"/>
              <a:pathLst>
                <a:path fill="none" w="139" h="170">
                  <a:moveTo>
                    <a:pt x="0" y="0"/>
                  </a:moveTo>
                  <a:cubicBezTo>
                    <a:pt x="39" y="64"/>
                    <a:pt x="86" y="121"/>
                    <a:pt x="139" y="170"/>
                  </a:cubicBezTo>
                </a:path>
              </a:pathLst>
            </a:custGeom>
            <a:ln cap="rnd" w="39600">
              <a:solidFill>
                <a:srgbClr val="7f59ae"/>
              </a:solidFill>
              <a:bevel/>
            </a:ln>
          </p:spPr>
          <p:txBody>
            <a:bodyPr lIns="109800" rIns="109800" tIns="-3600" bIns="-36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97" name=""/>
            <p:cNvSpPr/>
            <p:nvPr/>
          </p:nvSpPr>
          <p:spPr>
            <a:xfrm>
              <a:off x="1029600" y="1428840"/>
              <a:ext cx="74880" cy="25560"/>
            </a:xfrm>
            <a:custGeom>
              <a:avLst/>
              <a:gdLst/>
              <a:ahLst/>
              <a:rect l="0" t="0" r="r" b="b"/>
              <a:pathLst>
                <a:path fill="none" w="208" h="71">
                  <a:moveTo>
                    <a:pt x="0" y="0"/>
                  </a:moveTo>
                  <a:cubicBezTo>
                    <a:pt x="66" y="34"/>
                    <a:pt x="136" y="57"/>
                    <a:pt x="208" y="71"/>
                  </a:cubicBezTo>
                </a:path>
              </a:pathLst>
            </a:custGeom>
            <a:ln cap="rnd" w="39600">
              <a:solidFill>
                <a:srgbClr val="7f59ae"/>
              </a:solidFill>
              <a:bevel/>
            </a:ln>
          </p:spPr>
          <p:txBody>
            <a:bodyPr lIns="109800" rIns="109800" tIns="-39240" bIns="-3924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98" name=""/>
            <p:cNvSpPr/>
            <p:nvPr/>
          </p:nvSpPr>
          <p:spPr>
            <a:xfrm>
              <a:off x="1144800" y="1497600"/>
              <a:ext cx="360" cy="79200"/>
            </a:xfrm>
            <a:custGeom>
              <a:avLst/>
              <a:gdLst/>
              <a:ahLst/>
              <a:rect l="0" t="0" r="r" b="b"/>
              <a:pathLst>
                <a:path fill="none" w="1" h="220">
                  <a:moveTo>
                    <a:pt x="0" y="0"/>
                  </a:moveTo>
                  <a:cubicBezTo>
                    <a:pt x="0" y="73"/>
                    <a:pt x="0" y="147"/>
                    <a:pt x="0" y="220"/>
                  </a:cubicBezTo>
                  <a:lnTo>
                    <a:pt x="1" y="220"/>
                  </a:lnTo>
                </a:path>
              </a:pathLst>
            </a:custGeom>
            <a:ln cap="rnd" w="39600">
              <a:solidFill>
                <a:srgbClr val="7f59ae"/>
              </a:solidFill>
              <a:bevel/>
            </a:ln>
          </p:spPr>
          <p:txBody>
            <a:bodyPr lIns="109800" rIns="109800" tIns="14400" bIns="144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99" name=""/>
            <p:cNvSpPr/>
            <p:nvPr/>
          </p:nvSpPr>
          <p:spPr>
            <a:xfrm>
              <a:off x="1224720" y="1576800"/>
              <a:ext cx="79200" cy="0"/>
            </a:xfrm>
            <a:custGeom>
              <a:avLst/>
              <a:gdLst/>
              <a:ahLst/>
              <a:rect l="0" t="0" r="r" b="b"/>
              <a:pathLst>
                <a:path fill="none" w="220" h="0">
                  <a:moveTo>
                    <a:pt x="0" y="0"/>
                  </a:moveTo>
                  <a:cubicBezTo>
                    <a:pt x="73" y="0"/>
                    <a:pt x="147" y="0"/>
                    <a:pt x="220" y="0"/>
                  </a:cubicBezTo>
                </a:path>
              </a:pathLst>
            </a:custGeom>
            <a:ln cap="rnd" w="39600">
              <a:solidFill>
                <a:srgbClr val="7f59ae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600" name=""/>
            <p:cNvSpPr/>
            <p:nvPr/>
          </p:nvSpPr>
          <p:spPr>
            <a:xfrm>
              <a:off x="1383480" y="1576800"/>
              <a:ext cx="79560" cy="0"/>
            </a:xfrm>
            <a:custGeom>
              <a:avLst/>
              <a:gdLst/>
              <a:ahLst/>
              <a:rect l="0" t="0" r="r" b="b"/>
              <a:pathLst>
                <a:path fill="none" w="221" h="0">
                  <a:moveTo>
                    <a:pt x="0" y="0"/>
                  </a:moveTo>
                  <a:cubicBezTo>
                    <a:pt x="74" y="0"/>
                    <a:pt x="147" y="0"/>
                    <a:pt x="221" y="0"/>
                  </a:cubicBezTo>
                </a:path>
              </a:pathLst>
            </a:custGeom>
            <a:ln cap="rnd" w="39600">
              <a:solidFill>
                <a:srgbClr val="7f59ae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601" name=""/>
            <p:cNvSpPr/>
            <p:nvPr/>
          </p:nvSpPr>
          <p:spPr>
            <a:xfrm>
              <a:off x="1542240" y="1576800"/>
              <a:ext cx="79560" cy="0"/>
            </a:xfrm>
            <a:custGeom>
              <a:avLst/>
              <a:gdLst/>
              <a:ahLst/>
              <a:rect l="0" t="0" r="r" b="b"/>
              <a:pathLst>
                <a:path fill="none" w="221" h="0">
                  <a:moveTo>
                    <a:pt x="0" y="0"/>
                  </a:moveTo>
                  <a:cubicBezTo>
                    <a:pt x="74" y="0"/>
                    <a:pt x="147" y="0"/>
                    <a:pt x="221" y="0"/>
                  </a:cubicBezTo>
                </a:path>
              </a:pathLst>
            </a:custGeom>
            <a:ln cap="rnd" w="39600">
              <a:solidFill>
                <a:srgbClr val="7f59ae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602" name=""/>
            <p:cNvSpPr/>
            <p:nvPr/>
          </p:nvSpPr>
          <p:spPr>
            <a:xfrm>
              <a:off x="1701360" y="1576800"/>
              <a:ext cx="79560" cy="0"/>
            </a:xfrm>
            <a:custGeom>
              <a:avLst/>
              <a:gdLst/>
              <a:ahLst/>
              <a:rect l="0" t="0" r="r" b="b"/>
              <a:pathLst>
                <a:path fill="none" w="221" h="0">
                  <a:moveTo>
                    <a:pt x="0" y="0"/>
                  </a:moveTo>
                  <a:cubicBezTo>
                    <a:pt x="74" y="0"/>
                    <a:pt x="147" y="0"/>
                    <a:pt x="221" y="0"/>
                  </a:cubicBezTo>
                </a:path>
              </a:pathLst>
            </a:custGeom>
            <a:ln cap="rnd" w="39600">
              <a:solidFill>
                <a:srgbClr val="7f59ae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603" name=""/>
            <p:cNvSpPr/>
            <p:nvPr/>
          </p:nvSpPr>
          <p:spPr>
            <a:xfrm>
              <a:off x="1860120" y="1576800"/>
              <a:ext cx="79560" cy="0"/>
            </a:xfrm>
            <a:custGeom>
              <a:avLst/>
              <a:gdLst/>
              <a:ahLst/>
              <a:rect l="0" t="0" r="r" b="b"/>
              <a:pathLst>
                <a:path fill="none" w="221" h="0">
                  <a:moveTo>
                    <a:pt x="0" y="0"/>
                  </a:moveTo>
                  <a:cubicBezTo>
                    <a:pt x="74" y="0"/>
                    <a:pt x="147" y="0"/>
                    <a:pt x="221" y="0"/>
                  </a:cubicBezTo>
                </a:path>
              </a:pathLst>
            </a:custGeom>
            <a:ln cap="rnd" w="39600">
              <a:solidFill>
                <a:srgbClr val="7f59ae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604" name=""/>
            <p:cNvSpPr/>
            <p:nvPr/>
          </p:nvSpPr>
          <p:spPr>
            <a:xfrm>
              <a:off x="2019240" y="1576800"/>
              <a:ext cx="79560" cy="0"/>
            </a:xfrm>
            <a:custGeom>
              <a:avLst/>
              <a:gdLst/>
              <a:ahLst/>
              <a:rect l="0" t="0" r="r" b="b"/>
              <a:pathLst>
                <a:path fill="none" w="221" h="0">
                  <a:moveTo>
                    <a:pt x="0" y="0"/>
                  </a:moveTo>
                  <a:cubicBezTo>
                    <a:pt x="74" y="0"/>
                    <a:pt x="147" y="0"/>
                    <a:pt x="221" y="0"/>
                  </a:cubicBezTo>
                </a:path>
              </a:pathLst>
            </a:custGeom>
            <a:ln cap="rnd" w="39600">
              <a:solidFill>
                <a:srgbClr val="7f59ae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605" name=""/>
            <p:cNvSpPr/>
            <p:nvPr/>
          </p:nvSpPr>
          <p:spPr>
            <a:xfrm>
              <a:off x="2178000" y="1576800"/>
              <a:ext cx="79560" cy="0"/>
            </a:xfrm>
            <a:custGeom>
              <a:avLst/>
              <a:gdLst/>
              <a:ahLst/>
              <a:rect l="0" t="0" r="r" b="b"/>
              <a:pathLst>
                <a:path fill="none" w="221" h="0">
                  <a:moveTo>
                    <a:pt x="0" y="0"/>
                  </a:moveTo>
                  <a:cubicBezTo>
                    <a:pt x="74" y="0"/>
                    <a:pt x="147" y="0"/>
                    <a:pt x="221" y="0"/>
                  </a:cubicBezTo>
                </a:path>
              </a:pathLst>
            </a:custGeom>
            <a:ln cap="rnd" w="39600">
              <a:solidFill>
                <a:srgbClr val="7f59ae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606" name=""/>
            <p:cNvSpPr/>
            <p:nvPr/>
          </p:nvSpPr>
          <p:spPr>
            <a:xfrm>
              <a:off x="2337120" y="1576800"/>
              <a:ext cx="79200" cy="0"/>
            </a:xfrm>
            <a:custGeom>
              <a:avLst/>
              <a:gdLst/>
              <a:ahLst/>
              <a:rect l="0" t="0" r="r" b="b"/>
              <a:pathLst>
                <a:path fill="none" w="220" h="0">
                  <a:moveTo>
                    <a:pt x="0" y="0"/>
                  </a:moveTo>
                  <a:cubicBezTo>
                    <a:pt x="73" y="0"/>
                    <a:pt x="147" y="0"/>
                    <a:pt x="220" y="0"/>
                  </a:cubicBezTo>
                </a:path>
              </a:pathLst>
            </a:custGeom>
            <a:ln cap="rnd" w="39600">
              <a:solidFill>
                <a:srgbClr val="7f59ae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607" name=""/>
            <p:cNvSpPr/>
            <p:nvPr/>
          </p:nvSpPr>
          <p:spPr>
            <a:xfrm>
              <a:off x="2495880" y="1576800"/>
              <a:ext cx="79560" cy="0"/>
            </a:xfrm>
            <a:custGeom>
              <a:avLst/>
              <a:gdLst/>
              <a:ahLst/>
              <a:rect l="0" t="0" r="r" b="b"/>
              <a:pathLst>
                <a:path fill="none" w="221" h="0">
                  <a:moveTo>
                    <a:pt x="0" y="0"/>
                  </a:moveTo>
                  <a:cubicBezTo>
                    <a:pt x="74" y="0"/>
                    <a:pt x="147" y="0"/>
                    <a:pt x="221" y="0"/>
                  </a:cubicBezTo>
                </a:path>
              </a:pathLst>
            </a:custGeom>
            <a:ln cap="rnd" w="39600">
              <a:solidFill>
                <a:srgbClr val="7f59ae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608" name=""/>
            <p:cNvSpPr/>
            <p:nvPr/>
          </p:nvSpPr>
          <p:spPr>
            <a:xfrm>
              <a:off x="2655000" y="1576800"/>
              <a:ext cx="79200" cy="0"/>
            </a:xfrm>
            <a:custGeom>
              <a:avLst/>
              <a:gdLst/>
              <a:ahLst/>
              <a:rect l="0" t="0" r="r" b="b"/>
              <a:pathLst>
                <a:path fill="none" w="220" h="0">
                  <a:moveTo>
                    <a:pt x="0" y="0"/>
                  </a:moveTo>
                  <a:cubicBezTo>
                    <a:pt x="73" y="0"/>
                    <a:pt x="147" y="0"/>
                    <a:pt x="220" y="0"/>
                  </a:cubicBezTo>
                </a:path>
              </a:pathLst>
            </a:custGeom>
            <a:ln cap="rnd" w="39600">
              <a:solidFill>
                <a:srgbClr val="7f59ae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609" name=""/>
            <p:cNvSpPr/>
            <p:nvPr/>
          </p:nvSpPr>
          <p:spPr>
            <a:xfrm>
              <a:off x="2813760" y="1576800"/>
              <a:ext cx="79560" cy="0"/>
            </a:xfrm>
            <a:custGeom>
              <a:avLst/>
              <a:gdLst/>
              <a:ahLst/>
              <a:rect l="0" t="0" r="r" b="b"/>
              <a:pathLst>
                <a:path fill="none" w="221" h="0">
                  <a:moveTo>
                    <a:pt x="0" y="0"/>
                  </a:moveTo>
                  <a:cubicBezTo>
                    <a:pt x="74" y="0"/>
                    <a:pt x="147" y="0"/>
                    <a:pt x="221" y="0"/>
                  </a:cubicBezTo>
                </a:path>
              </a:pathLst>
            </a:custGeom>
            <a:ln cap="rnd" w="39600">
              <a:solidFill>
                <a:srgbClr val="7f59ae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610" name=""/>
            <p:cNvSpPr/>
            <p:nvPr/>
          </p:nvSpPr>
          <p:spPr>
            <a:xfrm>
              <a:off x="2972880" y="1576800"/>
              <a:ext cx="79200" cy="0"/>
            </a:xfrm>
            <a:custGeom>
              <a:avLst/>
              <a:gdLst/>
              <a:ahLst/>
              <a:rect l="0" t="0" r="r" b="b"/>
              <a:pathLst>
                <a:path fill="none" w="220" h="0">
                  <a:moveTo>
                    <a:pt x="0" y="0"/>
                  </a:moveTo>
                  <a:cubicBezTo>
                    <a:pt x="73" y="0"/>
                    <a:pt x="147" y="0"/>
                    <a:pt x="220" y="0"/>
                  </a:cubicBezTo>
                </a:path>
              </a:pathLst>
            </a:custGeom>
            <a:ln cap="rnd" w="39600">
              <a:solidFill>
                <a:srgbClr val="7f59ae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611" name=""/>
            <p:cNvSpPr/>
            <p:nvPr/>
          </p:nvSpPr>
          <p:spPr>
            <a:xfrm>
              <a:off x="3131640" y="1576800"/>
              <a:ext cx="79560" cy="0"/>
            </a:xfrm>
            <a:custGeom>
              <a:avLst/>
              <a:gdLst/>
              <a:ahLst/>
              <a:rect l="0" t="0" r="r" b="b"/>
              <a:pathLst>
                <a:path fill="none" w="221" h="0">
                  <a:moveTo>
                    <a:pt x="0" y="0"/>
                  </a:moveTo>
                  <a:cubicBezTo>
                    <a:pt x="74" y="0"/>
                    <a:pt x="147" y="0"/>
                    <a:pt x="221" y="0"/>
                  </a:cubicBezTo>
                </a:path>
              </a:pathLst>
            </a:custGeom>
            <a:ln cap="rnd" w="39600">
              <a:solidFill>
                <a:srgbClr val="7f59ae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612" name=""/>
            <p:cNvSpPr/>
            <p:nvPr/>
          </p:nvSpPr>
          <p:spPr>
            <a:xfrm>
              <a:off x="3290400" y="1541520"/>
              <a:ext cx="44640" cy="35280"/>
            </a:xfrm>
            <a:custGeom>
              <a:avLst/>
              <a:gdLst/>
              <a:ahLst/>
              <a:rect l="0" t="0" r="r" b="b"/>
              <a:pathLst>
                <a:path fill="none" w="124" h="98">
                  <a:moveTo>
                    <a:pt x="0" y="98"/>
                  </a:moveTo>
                  <a:cubicBezTo>
                    <a:pt x="41" y="98"/>
                    <a:pt x="83" y="98"/>
                    <a:pt x="124" y="98"/>
                  </a:cubicBezTo>
                  <a:cubicBezTo>
                    <a:pt x="124" y="65"/>
                    <a:pt x="124" y="33"/>
                    <a:pt x="124" y="0"/>
                  </a:cubicBezTo>
                </a:path>
              </a:pathLst>
            </a:custGeom>
            <a:ln cap="rnd" w="39600">
              <a:solidFill>
                <a:srgbClr val="7f59ae"/>
              </a:solidFill>
              <a:bevel/>
            </a:ln>
          </p:spPr>
          <p:txBody>
            <a:bodyPr lIns="109800" rIns="109800" tIns="-29520" bIns="-2952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613" name=""/>
            <p:cNvSpPr/>
            <p:nvPr/>
          </p:nvSpPr>
          <p:spPr>
            <a:xfrm>
              <a:off x="3335040" y="1382760"/>
              <a:ext cx="0" cy="79560"/>
            </a:xfrm>
            <a:custGeom>
              <a:avLst/>
              <a:gdLst/>
              <a:ahLst/>
              <a:rect l="0" t="0" r="r" b="b"/>
              <a:pathLst>
                <a:path fill="none" w="0" h="221">
                  <a:moveTo>
                    <a:pt x="0" y="221"/>
                  </a:moveTo>
                  <a:cubicBezTo>
                    <a:pt x="0" y="147"/>
                    <a:pt x="0" y="74"/>
                    <a:pt x="0" y="0"/>
                  </a:cubicBezTo>
                </a:path>
              </a:pathLst>
            </a:custGeom>
            <a:ln cap="rnd" w="39600">
              <a:solidFill>
                <a:srgbClr val="7f59ae"/>
              </a:solidFill>
              <a:bevel/>
            </a:ln>
          </p:spPr>
          <p:txBody>
            <a:bodyPr lIns="109800" rIns="109800" tIns="14760" bIns="1476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614" name=""/>
            <p:cNvSpPr/>
            <p:nvPr/>
          </p:nvSpPr>
          <p:spPr>
            <a:xfrm>
              <a:off x="3335040" y="1247040"/>
              <a:ext cx="34920" cy="56160"/>
            </a:xfrm>
            <a:custGeom>
              <a:avLst/>
              <a:gdLst/>
              <a:ahLst/>
              <a:rect l="0" t="0" r="r" b="b"/>
              <a:pathLst>
                <a:path fill="none" w="97" h="156">
                  <a:moveTo>
                    <a:pt x="0" y="156"/>
                  </a:moveTo>
                  <a:cubicBezTo>
                    <a:pt x="0" y="117"/>
                    <a:pt x="0" y="79"/>
                    <a:pt x="0" y="40"/>
                  </a:cubicBezTo>
                  <a:cubicBezTo>
                    <a:pt x="32" y="27"/>
                    <a:pt x="65" y="13"/>
                    <a:pt x="97" y="0"/>
                  </a:cubicBezTo>
                </a:path>
              </a:pathLst>
            </a:custGeom>
            <a:ln cap="rnd" w="39600">
              <a:solidFill>
                <a:srgbClr val="7f59ae"/>
              </a:solidFill>
              <a:bevel/>
            </a:ln>
          </p:spPr>
          <p:txBody>
            <a:bodyPr lIns="109800" rIns="109800" tIns="-8640" bIns="-864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615" name=""/>
            <p:cNvSpPr/>
            <p:nvPr/>
          </p:nvSpPr>
          <p:spPr>
            <a:xfrm>
              <a:off x="3443400" y="1186920"/>
              <a:ext cx="73800" cy="30240"/>
            </a:xfrm>
            <a:custGeom>
              <a:avLst/>
              <a:gdLst/>
              <a:ahLst/>
              <a:rect l="0" t="0" r="r" b="b"/>
              <a:pathLst>
                <a:path fill="none" w="205" h="84">
                  <a:moveTo>
                    <a:pt x="0" y="84"/>
                  </a:moveTo>
                  <a:cubicBezTo>
                    <a:pt x="68" y="56"/>
                    <a:pt x="137" y="28"/>
                    <a:pt x="205" y="0"/>
                  </a:cubicBezTo>
                </a:path>
              </a:pathLst>
            </a:custGeom>
            <a:ln cap="rnd" w="39600">
              <a:solidFill>
                <a:srgbClr val="7f59ae"/>
              </a:solidFill>
              <a:bevel/>
            </a:ln>
          </p:spPr>
          <p:txBody>
            <a:bodyPr lIns="109800" rIns="109800" tIns="-34560" bIns="-3456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616" name=""/>
            <p:cNvSpPr/>
            <p:nvPr/>
          </p:nvSpPr>
          <p:spPr>
            <a:xfrm>
              <a:off x="3590640" y="1125720"/>
              <a:ext cx="43200" cy="30960"/>
            </a:xfrm>
            <a:custGeom>
              <a:avLst/>
              <a:gdLst/>
              <a:ahLst/>
              <a:rect l="0" t="0" r="r" b="b"/>
              <a:pathLst>
                <a:path fill="none" w="120" h="86">
                  <a:moveTo>
                    <a:pt x="0" y="86"/>
                  </a:moveTo>
                  <a:cubicBezTo>
                    <a:pt x="40" y="70"/>
                    <a:pt x="80" y="53"/>
                    <a:pt x="120" y="37"/>
                  </a:cubicBezTo>
                  <a:cubicBezTo>
                    <a:pt x="92" y="25"/>
                    <a:pt x="65" y="12"/>
                    <a:pt x="37" y="0"/>
                  </a:cubicBezTo>
                </a:path>
              </a:pathLst>
            </a:custGeom>
            <a:ln cap="rnd" w="39600">
              <a:solidFill>
                <a:srgbClr val="7f59ae"/>
              </a:solidFill>
              <a:bevel/>
            </a:ln>
          </p:spPr>
          <p:txBody>
            <a:bodyPr lIns="109800" rIns="109800" tIns="-33840" bIns="-3384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617" name=""/>
            <p:cNvSpPr/>
            <p:nvPr/>
          </p:nvSpPr>
          <p:spPr>
            <a:xfrm>
              <a:off x="3458160" y="1061640"/>
              <a:ext cx="73080" cy="32040"/>
            </a:xfrm>
            <a:custGeom>
              <a:avLst/>
              <a:gdLst/>
              <a:ahLst/>
              <a:rect l="0" t="0" r="r" b="b"/>
              <a:pathLst>
                <a:path fill="none" w="203" h="89">
                  <a:moveTo>
                    <a:pt x="203" y="89"/>
                  </a:moveTo>
                  <a:cubicBezTo>
                    <a:pt x="135" y="59"/>
                    <a:pt x="68" y="30"/>
                    <a:pt x="0" y="0"/>
                  </a:cubicBezTo>
                </a:path>
              </a:pathLst>
            </a:custGeom>
            <a:ln cap="rnd" w="39600">
              <a:solidFill>
                <a:srgbClr val="7f59ae"/>
              </a:solidFill>
              <a:bevel/>
            </a:ln>
          </p:spPr>
          <p:txBody>
            <a:bodyPr lIns="109800" rIns="109800" tIns="-32760" bIns="-3276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618" name=""/>
            <p:cNvSpPr/>
            <p:nvPr/>
          </p:nvSpPr>
          <p:spPr>
            <a:xfrm>
              <a:off x="3335040" y="983520"/>
              <a:ext cx="50760" cy="46080"/>
            </a:xfrm>
            <a:custGeom>
              <a:avLst/>
              <a:gdLst/>
              <a:ahLst/>
              <a:rect l="0" t="0" r="r" b="b"/>
              <a:pathLst>
                <a:path fill="none" w="141" h="128">
                  <a:moveTo>
                    <a:pt x="141" y="128"/>
                  </a:moveTo>
                  <a:cubicBezTo>
                    <a:pt x="94" y="107"/>
                    <a:pt x="47" y="87"/>
                    <a:pt x="0" y="66"/>
                  </a:cubicBezTo>
                  <a:cubicBezTo>
                    <a:pt x="0" y="44"/>
                    <a:pt x="0" y="22"/>
                    <a:pt x="0" y="0"/>
                  </a:cubicBezTo>
                </a:path>
              </a:pathLst>
            </a:custGeom>
            <a:ln cap="rnd" w="39600">
              <a:solidFill>
                <a:srgbClr val="7f59ae"/>
              </a:solidFill>
              <a:bevel/>
            </a:ln>
          </p:spPr>
          <p:txBody>
            <a:bodyPr lIns="109800" rIns="109800" tIns="-18720" bIns="-1872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619" name=""/>
            <p:cNvSpPr/>
            <p:nvPr/>
          </p:nvSpPr>
          <p:spPr>
            <a:xfrm>
              <a:off x="3335040" y="824400"/>
              <a:ext cx="0" cy="79560"/>
            </a:xfrm>
            <a:custGeom>
              <a:avLst/>
              <a:gdLst/>
              <a:ahLst/>
              <a:rect l="0" t="0" r="r" b="b"/>
              <a:pathLst>
                <a:path fill="none" w="0" h="221">
                  <a:moveTo>
                    <a:pt x="0" y="221"/>
                  </a:moveTo>
                  <a:cubicBezTo>
                    <a:pt x="0" y="147"/>
                    <a:pt x="0" y="74"/>
                    <a:pt x="0" y="0"/>
                  </a:cubicBezTo>
                </a:path>
              </a:pathLst>
            </a:custGeom>
            <a:ln cap="rnd" w="39600">
              <a:solidFill>
                <a:srgbClr val="7f59ae"/>
              </a:solidFill>
              <a:bevel/>
            </a:ln>
          </p:spPr>
          <p:txBody>
            <a:bodyPr lIns="109800" rIns="109800" tIns="14760" bIns="1476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620" name=""/>
            <p:cNvSpPr/>
            <p:nvPr/>
          </p:nvSpPr>
          <p:spPr>
            <a:xfrm>
              <a:off x="3313080" y="687600"/>
              <a:ext cx="21960" cy="57600"/>
            </a:xfrm>
            <a:custGeom>
              <a:avLst/>
              <a:gdLst/>
              <a:ahLst/>
              <a:rect l="0" t="0" r="r" b="b"/>
              <a:pathLst>
                <a:path fill="none" w="61" h="160">
                  <a:moveTo>
                    <a:pt x="61" y="160"/>
                  </a:moveTo>
                  <a:cubicBezTo>
                    <a:pt x="61" y="107"/>
                    <a:pt x="61" y="53"/>
                    <a:pt x="61" y="0"/>
                  </a:cubicBezTo>
                  <a:cubicBezTo>
                    <a:pt x="41" y="0"/>
                    <a:pt x="20" y="0"/>
                    <a:pt x="0" y="0"/>
                  </a:cubicBezTo>
                </a:path>
              </a:pathLst>
            </a:custGeom>
            <a:ln cap="rnd" w="39600">
              <a:solidFill>
                <a:srgbClr val="7f59ae"/>
              </a:solidFill>
              <a:bevel/>
            </a:ln>
          </p:spPr>
          <p:txBody>
            <a:bodyPr lIns="109800" rIns="109800" tIns="-7200" bIns="-72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621" name=""/>
            <p:cNvSpPr/>
            <p:nvPr/>
          </p:nvSpPr>
          <p:spPr>
            <a:xfrm>
              <a:off x="3233520" y="687600"/>
              <a:ext cx="79200" cy="0"/>
            </a:xfrm>
            <a:custGeom>
              <a:avLst/>
              <a:gdLst/>
              <a:ahLst/>
              <a:rect l="0" t="0" r="r" b="b"/>
              <a:pathLst>
                <a:path fill="none" w="220" h="0">
                  <a:moveTo>
                    <a:pt x="0" y="0"/>
                  </a:moveTo>
                  <a:cubicBezTo>
                    <a:pt x="73" y="0"/>
                    <a:pt x="147" y="0"/>
                    <a:pt x="220" y="0"/>
                  </a:cubicBezTo>
                </a:path>
              </a:pathLst>
            </a:custGeom>
            <a:ln cap="rnd" w="39600">
              <a:solidFill>
                <a:srgbClr val="7f59ae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622" name=""/>
            <p:cNvSpPr/>
            <p:nvPr/>
          </p:nvSpPr>
          <p:spPr>
            <a:xfrm>
              <a:off x="3074760" y="687600"/>
              <a:ext cx="79560" cy="0"/>
            </a:xfrm>
            <a:custGeom>
              <a:avLst/>
              <a:gdLst/>
              <a:ahLst/>
              <a:rect l="0" t="0" r="r" b="b"/>
              <a:pathLst>
                <a:path fill="none" w="221" h="0">
                  <a:moveTo>
                    <a:pt x="0" y="0"/>
                  </a:moveTo>
                  <a:cubicBezTo>
                    <a:pt x="74" y="0"/>
                    <a:pt x="147" y="0"/>
                    <a:pt x="221" y="0"/>
                  </a:cubicBezTo>
                </a:path>
              </a:pathLst>
            </a:custGeom>
            <a:ln cap="rnd" w="39600">
              <a:solidFill>
                <a:srgbClr val="7f59ae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623" name=""/>
            <p:cNvSpPr/>
            <p:nvPr/>
          </p:nvSpPr>
          <p:spPr>
            <a:xfrm>
              <a:off x="2915640" y="687600"/>
              <a:ext cx="79200" cy="0"/>
            </a:xfrm>
            <a:custGeom>
              <a:avLst/>
              <a:gdLst/>
              <a:ahLst/>
              <a:rect l="0" t="0" r="r" b="b"/>
              <a:pathLst>
                <a:path fill="none" w="220" h="0">
                  <a:moveTo>
                    <a:pt x="0" y="0"/>
                  </a:moveTo>
                  <a:cubicBezTo>
                    <a:pt x="73" y="0"/>
                    <a:pt x="147" y="0"/>
                    <a:pt x="220" y="0"/>
                  </a:cubicBezTo>
                </a:path>
              </a:pathLst>
            </a:custGeom>
            <a:ln cap="rnd" w="39600">
              <a:solidFill>
                <a:srgbClr val="7f59ae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624" name=""/>
            <p:cNvSpPr/>
            <p:nvPr/>
          </p:nvSpPr>
          <p:spPr>
            <a:xfrm>
              <a:off x="2756880" y="687600"/>
              <a:ext cx="79560" cy="0"/>
            </a:xfrm>
            <a:custGeom>
              <a:avLst/>
              <a:gdLst/>
              <a:ahLst/>
              <a:rect l="0" t="0" r="r" b="b"/>
              <a:pathLst>
                <a:path fill="none" w="221" h="0">
                  <a:moveTo>
                    <a:pt x="0" y="0"/>
                  </a:moveTo>
                  <a:cubicBezTo>
                    <a:pt x="74" y="0"/>
                    <a:pt x="147" y="0"/>
                    <a:pt x="221" y="0"/>
                  </a:cubicBezTo>
                </a:path>
              </a:pathLst>
            </a:custGeom>
            <a:ln cap="rnd" w="39600">
              <a:solidFill>
                <a:srgbClr val="7f59ae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625" name=""/>
            <p:cNvSpPr/>
            <p:nvPr/>
          </p:nvSpPr>
          <p:spPr>
            <a:xfrm>
              <a:off x="2597760" y="687600"/>
              <a:ext cx="79200" cy="0"/>
            </a:xfrm>
            <a:custGeom>
              <a:avLst/>
              <a:gdLst/>
              <a:ahLst/>
              <a:rect l="0" t="0" r="r" b="b"/>
              <a:pathLst>
                <a:path fill="none" w="220" h="0">
                  <a:moveTo>
                    <a:pt x="0" y="0"/>
                  </a:moveTo>
                  <a:cubicBezTo>
                    <a:pt x="73" y="0"/>
                    <a:pt x="147" y="0"/>
                    <a:pt x="220" y="0"/>
                  </a:cubicBezTo>
                </a:path>
              </a:pathLst>
            </a:custGeom>
            <a:ln cap="rnd" w="39600">
              <a:solidFill>
                <a:srgbClr val="7f59ae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626" name=""/>
            <p:cNvSpPr/>
            <p:nvPr/>
          </p:nvSpPr>
          <p:spPr>
            <a:xfrm>
              <a:off x="2439000" y="687600"/>
              <a:ext cx="79560" cy="0"/>
            </a:xfrm>
            <a:custGeom>
              <a:avLst/>
              <a:gdLst/>
              <a:ahLst/>
              <a:rect l="0" t="0" r="r" b="b"/>
              <a:pathLst>
                <a:path fill="none" w="221" h="0">
                  <a:moveTo>
                    <a:pt x="0" y="0"/>
                  </a:moveTo>
                  <a:cubicBezTo>
                    <a:pt x="74" y="0"/>
                    <a:pt x="147" y="0"/>
                    <a:pt x="221" y="0"/>
                  </a:cubicBezTo>
                </a:path>
              </a:pathLst>
            </a:custGeom>
            <a:ln cap="rnd" w="39600">
              <a:solidFill>
                <a:srgbClr val="7f59ae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627" name=""/>
            <p:cNvSpPr/>
            <p:nvPr/>
          </p:nvSpPr>
          <p:spPr>
            <a:xfrm>
              <a:off x="2280240" y="687600"/>
              <a:ext cx="79560" cy="0"/>
            </a:xfrm>
            <a:custGeom>
              <a:avLst/>
              <a:gdLst/>
              <a:ahLst/>
              <a:rect l="0" t="0" r="r" b="b"/>
              <a:pathLst>
                <a:path fill="none" w="221" h="0">
                  <a:moveTo>
                    <a:pt x="0" y="0"/>
                  </a:moveTo>
                  <a:cubicBezTo>
                    <a:pt x="74" y="0"/>
                    <a:pt x="147" y="0"/>
                    <a:pt x="221" y="0"/>
                  </a:cubicBezTo>
                </a:path>
              </a:pathLst>
            </a:custGeom>
            <a:ln cap="rnd" w="39600">
              <a:solidFill>
                <a:srgbClr val="7f59ae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628" name=""/>
            <p:cNvSpPr/>
            <p:nvPr/>
          </p:nvSpPr>
          <p:spPr>
            <a:xfrm>
              <a:off x="2121120" y="687600"/>
              <a:ext cx="79560" cy="0"/>
            </a:xfrm>
            <a:custGeom>
              <a:avLst/>
              <a:gdLst/>
              <a:ahLst/>
              <a:rect l="0" t="0" r="r" b="b"/>
              <a:pathLst>
                <a:path fill="none" w="221" h="0">
                  <a:moveTo>
                    <a:pt x="0" y="0"/>
                  </a:moveTo>
                  <a:cubicBezTo>
                    <a:pt x="74" y="0"/>
                    <a:pt x="147" y="0"/>
                    <a:pt x="221" y="0"/>
                  </a:cubicBezTo>
                </a:path>
              </a:pathLst>
            </a:custGeom>
            <a:ln cap="rnd" w="39600">
              <a:solidFill>
                <a:srgbClr val="7f59ae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629" name=""/>
            <p:cNvSpPr/>
            <p:nvPr/>
          </p:nvSpPr>
          <p:spPr>
            <a:xfrm>
              <a:off x="1962360" y="687600"/>
              <a:ext cx="79560" cy="0"/>
            </a:xfrm>
            <a:custGeom>
              <a:avLst/>
              <a:gdLst/>
              <a:ahLst/>
              <a:rect l="0" t="0" r="r" b="b"/>
              <a:pathLst>
                <a:path fill="none" w="221" h="0">
                  <a:moveTo>
                    <a:pt x="0" y="0"/>
                  </a:moveTo>
                  <a:cubicBezTo>
                    <a:pt x="74" y="0"/>
                    <a:pt x="147" y="0"/>
                    <a:pt x="221" y="0"/>
                  </a:cubicBezTo>
                </a:path>
              </a:pathLst>
            </a:custGeom>
            <a:ln cap="rnd" w="39600">
              <a:solidFill>
                <a:srgbClr val="7f59ae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630" name=""/>
            <p:cNvSpPr/>
            <p:nvPr/>
          </p:nvSpPr>
          <p:spPr>
            <a:xfrm>
              <a:off x="1803240" y="687600"/>
              <a:ext cx="79560" cy="0"/>
            </a:xfrm>
            <a:custGeom>
              <a:avLst/>
              <a:gdLst/>
              <a:ahLst/>
              <a:rect l="0" t="0" r="r" b="b"/>
              <a:pathLst>
                <a:path fill="none" w="221" h="0">
                  <a:moveTo>
                    <a:pt x="0" y="0"/>
                  </a:moveTo>
                  <a:cubicBezTo>
                    <a:pt x="74" y="0"/>
                    <a:pt x="147" y="0"/>
                    <a:pt x="221" y="0"/>
                  </a:cubicBezTo>
                </a:path>
              </a:pathLst>
            </a:custGeom>
            <a:ln cap="rnd" w="39600">
              <a:solidFill>
                <a:srgbClr val="7f59ae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631" name=""/>
            <p:cNvSpPr/>
            <p:nvPr/>
          </p:nvSpPr>
          <p:spPr>
            <a:xfrm>
              <a:off x="1644480" y="687600"/>
              <a:ext cx="79560" cy="0"/>
            </a:xfrm>
            <a:custGeom>
              <a:avLst/>
              <a:gdLst/>
              <a:ahLst/>
              <a:rect l="0" t="0" r="r" b="b"/>
              <a:pathLst>
                <a:path fill="none" w="221" h="0">
                  <a:moveTo>
                    <a:pt x="0" y="0"/>
                  </a:moveTo>
                  <a:cubicBezTo>
                    <a:pt x="74" y="0"/>
                    <a:pt x="147" y="0"/>
                    <a:pt x="221" y="0"/>
                  </a:cubicBezTo>
                </a:path>
              </a:pathLst>
            </a:custGeom>
            <a:ln cap="rnd" w="39600">
              <a:solidFill>
                <a:srgbClr val="7f59ae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632" name=""/>
            <p:cNvSpPr/>
            <p:nvPr/>
          </p:nvSpPr>
          <p:spPr>
            <a:xfrm>
              <a:off x="1485360" y="687600"/>
              <a:ext cx="79200" cy="0"/>
            </a:xfrm>
            <a:custGeom>
              <a:avLst/>
              <a:gdLst/>
              <a:ahLst/>
              <a:rect l="0" t="0" r="r" b="b"/>
              <a:pathLst>
                <a:path fill="none" w="220" h="0">
                  <a:moveTo>
                    <a:pt x="0" y="0"/>
                  </a:moveTo>
                  <a:cubicBezTo>
                    <a:pt x="73" y="0"/>
                    <a:pt x="147" y="0"/>
                    <a:pt x="220" y="0"/>
                  </a:cubicBezTo>
                </a:path>
              </a:pathLst>
            </a:custGeom>
            <a:ln cap="rnd" w="39600">
              <a:solidFill>
                <a:srgbClr val="7f59ae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633" name=""/>
            <p:cNvSpPr/>
            <p:nvPr/>
          </p:nvSpPr>
          <p:spPr>
            <a:xfrm>
              <a:off x="1326600" y="687600"/>
              <a:ext cx="79560" cy="0"/>
            </a:xfrm>
            <a:custGeom>
              <a:avLst/>
              <a:gdLst/>
              <a:ahLst/>
              <a:rect l="0" t="0" r="r" b="b"/>
              <a:pathLst>
                <a:path fill="none" w="221" h="0">
                  <a:moveTo>
                    <a:pt x="0" y="0"/>
                  </a:moveTo>
                  <a:cubicBezTo>
                    <a:pt x="74" y="0"/>
                    <a:pt x="147" y="0"/>
                    <a:pt x="221" y="0"/>
                  </a:cubicBezTo>
                </a:path>
              </a:pathLst>
            </a:custGeom>
            <a:ln cap="rnd" w="39600">
              <a:solidFill>
                <a:srgbClr val="7f59ae"/>
              </a:solidFill>
              <a:bevel/>
            </a:ln>
          </p:spPr>
          <p:txBody>
            <a:bodyPr lIns="109800" rIns="109800" tIns="-64800" bIns="-648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</p:grpSp>
      <p:sp>
        <p:nvSpPr>
          <p:cNvPr id="634" name="PlaceHolder 1"/>
          <p:cNvSpPr>
            <a:spLocks noGrp="1"/>
          </p:cNvSpPr>
          <p:nvPr>
            <p:ph type="title"/>
          </p:nvPr>
        </p:nvSpPr>
        <p:spPr>
          <a:xfrm>
            <a:off x="4022280" y="546480"/>
            <a:ext cx="302400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1" lang="en-US" sz="2200" spc="-1" strike="noStrike">
                <a:solidFill>
                  <a:srgbClr val="7f59ae"/>
                </a:solidFill>
                <a:latin typeface="Noto Sans"/>
              </a:rPr>
              <a:t>Lorem</a:t>
            </a:r>
            <a:endParaRPr b="0" lang="en-US" sz="22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635" name="PlaceHolder 2"/>
          <p:cNvSpPr>
            <a:spLocks noGrp="1"/>
          </p:cNvSpPr>
          <p:nvPr>
            <p:ph type="title"/>
          </p:nvPr>
        </p:nvSpPr>
        <p:spPr>
          <a:xfrm>
            <a:off x="4022280" y="1142280"/>
            <a:ext cx="3177720" cy="61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200" spc="-1" strike="noStrike">
                <a:solidFill>
                  <a:srgbClr val="000000"/>
                </a:solidFill>
                <a:latin typeface="Noto Sans"/>
              </a:rPr>
              <a:t>Lorem ipsum dolor sit amet, consectetuer adipiscing elit. </a:t>
            </a:r>
            <a:endParaRPr b="0" lang="en-US" sz="12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636" name="PlaceHolder 3"/>
          <p:cNvSpPr>
            <a:spLocks noGrp="1"/>
          </p:cNvSpPr>
          <p:nvPr>
            <p:ph type="title"/>
          </p:nvPr>
        </p:nvSpPr>
        <p:spPr>
          <a:xfrm>
            <a:off x="4022640" y="1690920"/>
            <a:ext cx="302400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1" lang="en-US" sz="2200" spc="-1" strike="noStrike">
                <a:solidFill>
                  <a:srgbClr val="fe7130"/>
                </a:solidFill>
                <a:latin typeface="Noto Sans"/>
              </a:rPr>
              <a:t>Ipsum</a:t>
            </a:r>
            <a:endParaRPr b="0" lang="en-US" sz="22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637" name="PlaceHolder 4"/>
          <p:cNvSpPr>
            <a:spLocks noGrp="1"/>
          </p:cNvSpPr>
          <p:nvPr>
            <p:ph type="title"/>
          </p:nvPr>
        </p:nvSpPr>
        <p:spPr>
          <a:xfrm>
            <a:off x="4022640" y="2294280"/>
            <a:ext cx="3177720" cy="61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200" spc="-1" strike="noStrike">
                <a:solidFill>
                  <a:srgbClr val="000000"/>
                </a:solidFill>
                <a:latin typeface="Noto Sans"/>
              </a:rPr>
              <a:t>Lorem ipsum dolor sit amet, consectetuer adipiscing elit. </a:t>
            </a:r>
            <a:endParaRPr b="0" lang="en-US" sz="12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638" name="PlaceHolder 5"/>
          <p:cNvSpPr>
            <a:spLocks noGrp="1"/>
          </p:cNvSpPr>
          <p:nvPr>
            <p:ph type="title"/>
          </p:nvPr>
        </p:nvSpPr>
        <p:spPr>
          <a:xfrm>
            <a:off x="4022640" y="2842920"/>
            <a:ext cx="302400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1" lang="en-US" sz="2200" spc="-1" strike="noStrike">
                <a:solidFill>
                  <a:srgbClr val="60c4e4"/>
                </a:solidFill>
                <a:latin typeface="Noto Sans"/>
              </a:rPr>
              <a:t>Dolor</a:t>
            </a:r>
            <a:endParaRPr b="0" lang="en-US" sz="22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639" name="PlaceHolder 6"/>
          <p:cNvSpPr>
            <a:spLocks noGrp="1"/>
          </p:cNvSpPr>
          <p:nvPr>
            <p:ph type="title"/>
          </p:nvPr>
        </p:nvSpPr>
        <p:spPr>
          <a:xfrm>
            <a:off x="4022640" y="3446280"/>
            <a:ext cx="3177720" cy="61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200" spc="-1" strike="noStrike">
                <a:solidFill>
                  <a:srgbClr val="000000"/>
                </a:solidFill>
                <a:latin typeface="Noto Sans"/>
              </a:rPr>
              <a:t>Lorem ipsum dolor sit amet, consectetuer adipiscing elit. </a:t>
            </a:r>
            <a:endParaRPr b="0" lang="en-US" sz="12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640" name="PlaceHolder 7"/>
          <p:cNvSpPr>
            <a:spLocks noGrp="1"/>
          </p:cNvSpPr>
          <p:nvPr>
            <p:ph type="title"/>
          </p:nvPr>
        </p:nvSpPr>
        <p:spPr>
          <a:xfrm>
            <a:off x="4022640" y="4030920"/>
            <a:ext cx="302400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1" lang="en-US" sz="2200" spc="-1" strike="noStrike">
                <a:solidFill>
                  <a:srgbClr val="e54b89"/>
                </a:solidFill>
                <a:latin typeface="Noto Sans"/>
              </a:rPr>
              <a:t>Sit</a:t>
            </a:r>
            <a:endParaRPr b="0" lang="en-US" sz="22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641" name="PlaceHolder 8"/>
          <p:cNvSpPr>
            <a:spLocks noGrp="1"/>
          </p:cNvSpPr>
          <p:nvPr>
            <p:ph type="title"/>
          </p:nvPr>
        </p:nvSpPr>
        <p:spPr>
          <a:xfrm>
            <a:off x="4022640" y="4634280"/>
            <a:ext cx="3177720" cy="61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200" spc="-1" strike="noStrike">
                <a:solidFill>
                  <a:srgbClr val="000000"/>
                </a:solidFill>
                <a:latin typeface="Noto Sans"/>
              </a:rPr>
              <a:t>Lorem ipsum dolor sit amet, consectetuer adipiscing elit. </a:t>
            </a:r>
            <a:endParaRPr b="0" lang="en-US" sz="1200" spc="-1" strike="noStrike">
              <a:solidFill>
                <a:srgbClr val="000000"/>
              </a:solidFill>
              <a:latin typeface="Noto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PlaceHolder 1"/>
          <p:cNvSpPr>
            <a:spLocks noGrp="1"/>
          </p:cNvSpPr>
          <p:nvPr>
            <p:ph type="title"/>
          </p:nvPr>
        </p:nvSpPr>
        <p:spPr>
          <a:xfrm>
            <a:off x="576720" y="229356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Noto Sans"/>
              </a:rPr>
              <a:t>THANK YOU</a:t>
            </a:r>
            <a:endParaRPr b="0" lang="en-US" sz="4400" spc="-1" strike="noStrike">
              <a:solidFill>
                <a:srgbClr val="000000"/>
              </a:solidFill>
              <a:latin typeface="Noto Sans"/>
            </a:endParaRPr>
          </a:p>
        </p:txBody>
      </p:sp>
      <p:grpSp>
        <p:nvGrpSpPr>
          <p:cNvPr id="643" name=""/>
          <p:cNvGrpSpPr/>
          <p:nvPr/>
        </p:nvGrpSpPr>
        <p:grpSpPr>
          <a:xfrm>
            <a:off x="4745520" y="286560"/>
            <a:ext cx="659520" cy="80280"/>
            <a:chOff x="4745520" y="286560"/>
            <a:chExt cx="659520" cy="80280"/>
          </a:xfrm>
        </p:grpSpPr>
        <p:sp>
          <p:nvSpPr>
            <p:cNvPr id="644" name=""/>
            <p:cNvSpPr/>
            <p:nvPr/>
          </p:nvSpPr>
          <p:spPr>
            <a:xfrm>
              <a:off x="5132880" y="286560"/>
              <a:ext cx="80640" cy="80280"/>
            </a:xfrm>
            <a:custGeom>
              <a:avLst/>
              <a:gdLst/>
              <a:ahLst/>
              <a:rect l="0" t="0" r="r" b="b"/>
              <a:pathLst>
                <a:path w="224" h="223">
                  <a:moveTo>
                    <a:pt x="224" y="111"/>
                  </a:moveTo>
                  <a:cubicBezTo>
                    <a:pt x="224" y="131"/>
                    <a:pt x="218" y="150"/>
                    <a:pt x="209" y="167"/>
                  </a:cubicBezTo>
                  <a:cubicBezTo>
                    <a:pt x="199" y="184"/>
                    <a:pt x="185" y="198"/>
                    <a:pt x="168" y="208"/>
                  </a:cubicBezTo>
                  <a:cubicBezTo>
                    <a:pt x="151" y="217"/>
                    <a:pt x="131" y="223"/>
                    <a:pt x="112" y="223"/>
                  </a:cubicBezTo>
                  <a:cubicBezTo>
                    <a:pt x="92" y="223"/>
                    <a:pt x="73" y="217"/>
                    <a:pt x="56" y="208"/>
                  </a:cubicBezTo>
                  <a:cubicBezTo>
                    <a:pt x="39" y="198"/>
                    <a:pt x="25" y="184"/>
                    <a:pt x="15" y="167"/>
                  </a:cubicBezTo>
                  <a:cubicBezTo>
                    <a:pt x="5" y="150"/>
                    <a:pt x="0" y="131"/>
                    <a:pt x="0" y="111"/>
                  </a:cubicBezTo>
                  <a:cubicBezTo>
                    <a:pt x="0" y="92"/>
                    <a:pt x="6" y="73"/>
                    <a:pt x="15" y="56"/>
                  </a:cubicBezTo>
                  <a:cubicBezTo>
                    <a:pt x="25" y="38"/>
                    <a:pt x="39" y="25"/>
                    <a:pt x="56" y="15"/>
                  </a:cubicBezTo>
                  <a:cubicBezTo>
                    <a:pt x="73" y="5"/>
                    <a:pt x="93" y="0"/>
                    <a:pt x="112" y="0"/>
                  </a:cubicBezTo>
                  <a:cubicBezTo>
                    <a:pt x="132" y="0"/>
                    <a:pt x="151" y="5"/>
                    <a:pt x="168" y="15"/>
                  </a:cubicBezTo>
                  <a:cubicBezTo>
                    <a:pt x="185" y="25"/>
                    <a:pt x="200" y="38"/>
                    <a:pt x="209" y="56"/>
                  </a:cubicBezTo>
                  <a:cubicBezTo>
                    <a:pt x="219" y="73"/>
                    <a:pt x="224" y="92"/>
                    <a:pt x="224" y="111"/>
                  </a:cubicBezTo>
                  <a:close/>
                </a:path>
              </a:pathLst>
            </a:custGeom>
            <a:solidFill>
              <a:srgbClr val="e54b87"/>
            </a:solidFill>
            <a:ln w="0">
              <a:noFill/>
            </a:ln>
          </p:spPr>
          <p:txBody>
            <a:bodyPr lIns="90000" rIns="90000" tIns="35280" bIns="3528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645" name=""/>
            <p:cNvSpPr/>
            <p:nvPr/>
          </p:nvSpPr>
          <p:spPr>
            <a:xfrm>
              <a:off x="5324400" y="286560"/>
              <a:ext cx="80640" cy="80280"/>
            </a:xfrm>
            <a:custGeom>
              <a:avLst/>
              <a:gdLst/>
              <a:ahLst/>
              <a:rect l="0" t="0" r="r" b="b"/>
              <a:pathLst>
                <a:path w="224" h="223">
                  <a:moveTo>
                    <a:pt x="224" y="111"/>
                  </a:moveTo>
                  <a:cubicBezTo>
                    <a:pt x="224" y="131"/>
                    <a:pt x="219" y="150"/>
                    <a:pt x="209" y="167"/>
                  </a:cubicBezTo>
                  <a:cubicBezTo>
                    <a:pt x="199" y="184"/>
                    <a:pt x="185" y="198"/>
                    <a:pt x="168" y="208"/>
                  </a:cubicBezTo>
                  <a:cubicBezTo>
                    <a:pt x="151" y="217"/>
                    <a:pt x="132" y="223"/>
                    <a:pt x="112" y="223"/>
                  </a:cubicBezTo>
                  <a:cubicBezTo>
                    <a:pt x="92" y="223"/>
                    <a:pt x="73" y="217"/>
                    <a:pt x="56" y="208"/>
                  </a:cubicBezTo>
                  <a:cubicBezTo>
                    <a:pt x="39" y="198"/>
                    <a:pt x="25" y="184"/>
                    <a:pt x="15" y="167"/>
                  </a:cubicBezTo>
                  <a:cubicBezTo>
                    <a:pt x="5" y="150"/>
                    <a:pt x="0" y="131"/>
                    <a:pt x="0" y="111"/>
                  </a:cubicBezTo>
                  <a:cubicBezTo>
                    <a:pt x="0" y="92"/>
                    <a:pt x="5" y="73"/>
                    <a:pt x="15" y="56"/>
                  </a:cubicBezTo>
                  <a:cubicBezTo>
                    <a:pt x="25" y="38"/>
                    <a:pt x="39" y="25"/>
                    <a:pt x="56" y="15"/>
                  </a:cubicBezTo>
                  <a:cubicBezTo>
                    <a:pt x="73" y="5"/>
                    <a:pt x="92" y="0"/>
                    <a:pt x="112" y="0"/>
                  </a:cubicBezTo>
                  <a:cubicBezTo>
                    <a:pt x="132" y="0"/>
                    <a:pt x="151" y="5"/>
                    <a:pt x="168" y="15"/>
                  </a:cubicBezTo>
                  <a:cubicBezTo>
                    <a:pt x="185" y="25"/>
                    <a:pt x="199" y="38"/>
                    <a:pt x="209" y="56"/>
                  </a:cubicBezTo>
                  <a:cubicBezTo>
                    <a:pt x="219" y="73"/>
                    <a:pt x="224" y="92"/>
                    <a:pt x="224" y="111"/>
                  </a:cubicBezTo>
                  <a:close/>
                </a:path>
              </a:pathLst>
            </a:custGeom>
            <a:solidFill>
              <a:srgbClr val="f8b621"/>
            </a:solidFill>
            <a:ln w="0">
              <a:noFill/>
            </a:ln>
          </p:spPr>
          <p:txBody>
            <a:bodyPr lIns="90000" rIns="90000" tIns="35280" bIns="3528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646" name=""/>
            <p:cNvSpPr/>
            <p:nvPr/>
          </p:nvSpPr>
          <p:spPr>
            <a:xfrm>
              <a:off x="4745520" y="286560"/>
              <a:ext cx="80640" cy="80280"/>
            </a:xfrm>
            <a:custGeom>
              <a:avLst/>
              <a:gdLst/>
              <a:ahLst/>
              <a:rect l="0" t="0" r="r" b="b"/>
              <a:pathLst>
                <a:path w="224" h="223">
                  <a:moveTo>
                    <a:pt x="224" y="111"/>
                  </a:moveTo>
                  <a:cubicBezTo>
                    <a:pt x="224" y="131"/>
                    <a:pt x="219" y="150"/>
                    <a:pt x="209" y="167"/>
                  </a:cubicBezTo>
                  <a:cubicBezTo>
                    <a:pt x="199" y="184"/>
                    <a:pt x="185" y="198"/>
                    <a:pt x="168" y="208"/>
                  </a:cubicBezTo>
                  <a:cubicBezTo>
                    <a:pt x="151" y="217"/>
                    <a:pt x="132" y="223"/>
                    <a:pt x="112" y="223"/>
                  </a:cubicBezTo>
                  <a:cubicBezTo>
                    <a:pt x="92" y="223"/>
                    <a:pt x="73" y="217"/>
                    <a:pt x="56" y="208"/>
                  </a:cubicBezTo>
                  <a:cubicBezTo>
                    <a:pt x="39" y="198"/>
                    <a:pt x="25" y="184"/>
                    <a:pt x="15" y="167"/>
                  </a:cubicBezTo>
                  <a:cubicBezTo>
                    <a:pt x="5" y="150"/>
                    <a:pt x="0" y="131"/>
                    <a:pt x="0" y="111"/>
                  </a:cubicBezTo>
                  <a:cubicBezTo>
                    <a:pt x="0" y="92"/>
                    <a:pt x="5" y="73"/>
                    <a:pt x="15" y="56"/>
                  </a:cubicBezTo>
                  <a:cubicBezTo>
                    <a:pt x="25" y="38"/>
                    <a:pt x="39" y="25"/>
                    <a:pt x="56" y="15"/>
                  </a:cubicBezTo>
                  <a:cubicBezTo>
                    <a:pt x="73" y="5"/>
                    <a:pt x="92" y="0"/>
                    <a:pt x="112" y="0"/>
                  </a:cubicBezTo>
                  <a:cubicBezTo>
                    <a:pt x="132" y="0"/>
                    <a:pt x="151" y="5"/>
                    <a:pt x="168" y="15"/>
                  </a:cubicBezTo>
                  <a:cubicBezTo>
                    <a:pt x="185" y="25"/>
                    <a:pt x="199" y="38"/>
                    <a:pt x="209" y="56"/>
                  </a:cubicBezTo>
                  <a:cubicBezTo>
                    <a:pt x="219" y="73"/>
                    <a:pt x="224" y="92"/>
                    <a:pt x="224" y="111"/>
                  </a:cubicBezTo>
                  <a:close/>
                </a:path>
              </a:pathLst>
            </a:custGeom>
            <a:solidFill>
              <a:srgbClr val="7f59ae"/>
            </a:solidFill>
            <a:ln w="0">
              <a:noFill/>
            </a:ln>
          </p:spPr>
          <p:txBody>
            <a:bodyPr lIns="90000" rIns="90000" tIns="35280" bIns="3528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647" name=""/>
            <p:cNvSpPr/>
            <p:nvPr/>
          </p:nvSpPr>
          <p:spPr>
            <a:xfrm>
              <a:off x="4937040" y="286560"/>
              <a:ext cx="80640" cy="80280"/>
            </a:xfrm>
            <a:custGeom>
              <a:avLst/>
              <a:gdLst/>
              <a:ahLst/>
              <a:rect l="0" t="0" r="r" b="b"/>
              <a:pathLst>
                <a:path w="224" h="223">
                  <a:moveTo>
                    <a:pt x="224" y="111"/>
                  </a:moveTo>
                  <a:cubicBezTo>
                    <a:pt x="224" y="131"/>
                    <a:pt x="218" y="150"/>
                    <a:pt x="209" y="167"/>
                  </a:cubicBezTo>
                  <a:cubicBezTo>
                    <a:pt x="199" y="184"/>
                    <a:pt x="185" y="198"/>
                    <a:pt x="168" y="208"/>
                  </a:cubicBezTo>
                  <a:cubicBezTo>
                    <a:pt x="151" y="217"/>
                    <a:pt x="131" y="223"/>
                    <a:pt x="112" y="223"/>
                  </a:cubicBezTo>
                  <a:cubicBezTo>
                    <a:pt x="92" y="223"/>
                    <a:pt x="73" y="217"/>
                    <a:pt x="56" y="208"/>
                  </a:cubicBezTo>
                  <a:cubicBezTo>
                    <a:pt x="39" y="198"/>
                    <a:pt x="25" y="184"/>
                    <a:pt x="15" y="167"/>
                  </a:cubicBezTo>
                  <a:cubicBezTo>
                    <a:pt x="5" y="150"/>
                    <a:pt x="0" y="131"/>
                    <a:pt x="0" y="111"/>
                  </a:cubicBezTo>
                  <a:cubicBezTo>
                    <a:pt x="0" y="92"/>
                    <a:pt x="5" y="73"/>
                    <a:pt x="15" y="56"/>
                  </a:cubicBezTo>
                  <a:cubicBezTo>
                    <a:pt x="24" y="38"/>
                    <a:pt x="39" y="25"/>
                    <a:pt x="56" y="15"/>
                  </a:cubicBezTo>
                  <a:cubicBezTo>
                    <a:pt x="73" y="5"/>
                    <a:pt x="92" y="0"/>
                    <a:pt x="112" y="0"/>
                  </a:cubicBezTo>
                  <a:cubicBezTo>
                    <a:pt x="131" y="0"/>
                    <a:pt x="151" y="5"/>
                    <a:pt x="168" y="15"/>
                  </a:cubicBezTo>
                  <a:cubicBezTo>
                    <a:pt x="185" y="25"/>
                    <a:pt x="199" y="38"/>
                    <a:pt x="209" y="56"/>
                  </a:cubicBezTo>
                  <a:cubicBezTo>
                    <a:pt x="218" y="73"/>
                    <a:pt x="224" y="92"/>
                    <a:pt x="224" y="111"/>
                  </a:cubicBezTo>
                  <a:close/>
                </a:path>
              </a:pathLst>
            </a:custGeom>
            <a:solidFill>
              <a:srgbClr val="60c4e4"/>
            </a:solidFill>
            <a:ln w="0">
              <a:noFill/>
            </a:ln>
          </p:spPr>
          <p:txBody>
            <a:bodyPr lIns="90000" rIns="90000" tIns="35280" bIns="3528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</p:grpSp>
      <p:grpSp>
        <p:nvGrpSpPr>
          <p:cNvPr id="648" name=""/>
          <p:cNvGrpSpPr/>
          <p:nvPr/>
        </p:nvGrpSpPr>
        <p:grpSpPr>
          <a:xfrm>
            <a:off x="4414320" y="1689120"/>
            <a:ext cx="1321920" cy="290160"/>
            <a:chOff x="4414320" y="1689120"/>
            <a:chExt cx="1321920" cy="290160"/>
          </a:xfrm>
        </p:grpSpPr>
        <p:sp>
          <p:nvSpPr>
            <p:cNvPr id="649" name=""/>
            <p:cNvSpPr/>
            <p:nvPr/>
          </p:nvSpPr>
          <p:spPr>
            <a:xfrm>
              <a:off x="4730040" y="1791000"/>
              <a:ext cx="59040" cy="83520"/>
            </a:xfrm>
            <a:custGeom>
              <a:avLst/>
              <a:gdLst/>
              <a:ahLst/>
              <a:rect l="0" t="0" r="r" b="b"/>
              <a:pathLst>
                <a:path w="164" h="232">
                  <a:moveTo>
                    <a:pt x="115" y="0"/>
                  </a:moveTo>
                  <a:cubicBezTo>
                    <a:pt x="115" y="47"/>
                    <a:pt x="115" y="95"/>
                    <a:pt x="115" y="142"/>
                  </a:cubicBezTo>
                  <a:cubicBezTo>
                    <a:pt x="115" y="165"/>
                    <a:pt x="98" y="183"/>
                    <a:pt x="75" y="183"/>
                  </a:cubicBezTo>
                  <a:cubicBezTo>
                    <a:pt x="50" y="183"/>
                    <a:pt x="25" y="183"/>
                    <a:pt x="0" y="183"/>
                  </a:cubicBezTo>
                  <a:cubicBezTo>
                    <a:pt x="0" y="199"/>
                    <a:pt x="0" y="216"/>
                    <a:pt x="0" y="232"/>
                  </a:cubicBezTo>
                  <a:cubicBezTo>
                    <a:pt x="25" y="232"/>
                    <a:pt x="50" y="232"/>
                    <a:pt x="75" y="232"/>
                  </a:cubicBezTo>
                  <a:cubicBezTo>
                    <a:pt x="124" y="232"/>
                    <a:pt x="164" y="191"/>
                    <a:pt x="164" y="142"/>
                  </a:cubicBezTo>
                  <a:cubicBezTo>
                    <a:pt x="164" y="95"/>
                    <a:pt x="164" y="47"/>
                    <a:pt x="164" y="0"/>
                  </a:cubicBezTo>
                  <a:cubicBezTo>
                    <a:pt x="148" y="0"/>
                    <a:pt x="131" y="0"/>
                    <a:pt x="115" y="0"/>
                  </a:cubicBezTo>
                  <a:close/>
                </a:path>
              </a:pathLst>
            </a:custGeom>
            <a:solidFill>
              <a:srgbClr val="e54b89"/>
            </a:solidFill>
            <a:ln w="0">
              <a:noFill/>
            </a:ln>
          </p:spPr>
          <p:txBody>
            <a:bodyPr lIns="90000" rIns="90000" tIns="38520" bIns="3852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650" name=""/>
            <p:cNvSpPr/>
            <p:nvPr/>
          </p:nvSpPr>
          <p:spPr>
            <a:xfrm>
              <a:off x="4843080" y="1743480"/>
              <a:ext cx="41760" cy="95400"/>
            </a:xfrm>
            <a:custGeom>
              <a:avLst/>
              <a:gdLst/>
              <a:ahLst/>
              <a:rect l="0" t="0" r="r" b="b"/>
              <a:pathLst>
                <a:path w="116" h="265">
                  <a:moveTo>
                    <a:pt x="49" y="265"/>
                  </a:moveTo>
                  <a:cubicBezTo>
                    <a:pt x="49" y="207"/>
                    <a:pt x="49" y="148"/>
                    <a:pt x="49" y="90"/>
                  </a:cubicBezTo>
                  <a:cubicBezTo>
                    <a:pt x="49" y="67"/>
                    <a:pt x="67" y="49"/>
                    <a:pt x="90" y="49"/>
                  </a:cubicBezTo>
                  <a:cubicBezTo>
                    <a:pt x="99" y="49"/>
                    <a:pt x="107" y="49"/>
                    <a:pt x="116" y="49"/>
                  </a:cubicBezTo>
                  <a:cubicBezTo>
                    <a:pt x="116" y="33"/>
                    <a:pt x="116" y="16"/>
                    <a:pt x="116" y="0"/>
                  </a:cubicBezTo>
                  <a:cubicBezTo>
                    <a:pt x="107" y="0"/>
                    <a:pt x="99" y="0"/>
                    <a:pt x="90" y="0"/>
                  </a:cubicBezTo>
                  <a:cubicBezTo>
                    <a:pt x="41" y="0"/>
                    <a:pt x="0" y="40"/>
                    <a:pt x="0" y="90"/>
                  </a:cubicBezTo>
                  <a:cubicBezTo>
                    <a:pt x="0" y="148"/>
                    <a:pt x="0" y="207"/>
                    <a:pt x="0" y="265"/>
                  </a:cubicBezTo>
                  <a:cubicBezTo>
                    <a:pt x="16" y="265"/>
                    <a:pt x="33" y="265"/>
                    <a:pt x="49" y="265"/>
                  </a:cubicBezTo>
                  <a:close/>
                </a:path>
              </a:pathLst>
            </a:custGeom>
            <a:solidFill>
              <a:srgbClr val="e54b89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651" name=""/>
            <p:cNvSpPr/>
            <p:nvPr/>
          </p:nvSpPr>
          <p:spPr>
            <a:xfrm>
              <a:off x="4875480" y="1743480"/>
              <a:ext cx="41760" cy="83520"/>
            </a:xfrm>
            <a:custGeom>
              <a:avLst/>
              <a:gdLst/>
              <a:ahLst/>
              <a:rect l="0" t="0" r="r" b="b"/>
              <a:pathLst>
                <a:path w="116" h="232">
                  <a:moveTo>
                    <a:pt x="67" y="232"/>
                  </a:moveTo>
                  <a:cubicBezTo>
                    <a:pt x="67" y="185"/>
                    <a:pt x="67" y="137"/>
                    <a:pt x="67" y="90"/>
                  </a:cubicBezTo>
                  <a:cubicBezTo>
                    <a:pt x="67" y="67"/>
                    <a:pt x="50" y="49"/>
                    <a:pt x="26" y="49"/>
                  </a:cubicBezTo>
                  <a:cubicBezTo>
                    <a:pt x="17" y="49"/>
                    <a:pt x="9" y="49"/>
                    <a:pt x="0" y="49"/>
                  </a:cubicBezTo>
                  <a:cubicBezTo>
                    <a:pt x="0" y="33"/>
                    <a:pt x="0" y="16"/>
                    <a:pt x="0" y="0"/>
                  </a:cubicBezTo>
                  <a:cubicBezTo>
                    <a:pt x="9" y="0"/>
                    <a:pt x="17" y="0"/>
                    <a:pt x="26" y="0"/>
                  </a:cubicBezTo>
                  <a:cubicBezTo>
                    <a:pt x="76" y="0"/>
                    <a:pt x="116" y="40"/>
                    <a:pt x="116" y="90"/>
                  </a:cubicBezTo>
                  <a:cubicBezTo>
                    <a:pt x="116" y="137"/>
                    <a:pt x="116" y="185"/>
                    <a:pt x="116" y="232"/>
                  </a:cubicBezTo>
                  <a:cubicBezTo>
                    <a:pt x="100" y="232"/>
                    <a:pt x="83" y="232"/>
                    <a:pt x="67" y="232"/>
                  </a:cubicBezTo>
                  <a:close/>
                </a:path>
              </a:pathLst>
            </a:custGeom>
            <a:solidFill>
              <a:srgbClr val="e54b89"/>
            </a:solidFill>
            <a:ln w="0">
              <a:noFill/>
            </a:ln>
          </p:spPr>
          <p:txBody>
            <a:bodyPr lIns="90000" rIns="90000" tIns="38520" bIns="3852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652" name=""/>
            <p:cNvSpPr/>
            <p:nvPr/>
          </p:nvSpPr>
          <p:spPr>
            <a:xfrm>
              <a:off x="4899600" y="1743480"/>
              <a:ext cx="42120" cy="95400"/>
            </a:xfrm>
            <a:custGeom>
              <a:avLst/>
              <a:gdLst/>
              <a:ahLst/>
              <a:rect l="0" t="0" r="r" b="b"/>
              <a:pathLst>
                <a:path w="117" h="265">
                  <a:moveTo>
                    <a:pt x="49" y="265"/>
                  </a:moveTo>
                  <a:cubicBezTo>
                    <a:pt x="49" y="207"/>
                    <a:pt x="49" y="148"/>
                    <a:pt x="49" y="90"/>
                  </a:cubicBezTo>
                  <a:cubicBezTo>
                    <a:pt x="49" y="67"/>
                    <a:pt x="67" y="49"/>
                    <a:pt x="90" y="49"/>
                  </a:cubicBezTo>
                  <a:cubicBezTo>
                    <a:pt x="99" y="49"/>
                    <a:pt x="108" y="49"/>
                    <a:pt x="117" y="49"/>
                  </a:cubicBezTo>
                  <a:cubicBezTo>
                    <a:pt x="117" y="33"/>
                    <a:pt x="117" y="16"/>
                    <a:pt x="117" y="0"/>
                  </a:cubicBezTo>
                  <a:cubicBezTo>
                    <a:pt x="108" y="0"/>
                    <a:pt x="99" y="0"/>
                    <a:pt x="90" y="0"/>
                  </a:cubicBezTo>
                  <a:cubicBezTo>
                    <a:pt x="41" y="0"/>
                    <a:pt x="0" y="40"/>
                    <a:pt x="0" y="90"/>
                  </a:cubicBezTo>
                  <a:cubicBezTo>
                    <a:pt x="0" y="148"/>
                    <a:pt x="0" y="207"/>
                    <a:pt x="0" y="265"/>
                  </a:cubicBezTo>
                  <a:cubicBezTo>
                    <a:pt x="16" y="265"/>
                    <a:pt x="33" y="265"/>
                    <a:pt x="49" y="265"/>
                  </a:cubicBezTo>
                  <a:close/>
                </a:path>
              </a:pathLst>
            </a:custGeom>
            <a:solidFill>
              <a:srgbClr val="e54b89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653" name=""/>
            <p:cNvSpPr/>
            <p:nvPr/>
          </p:nvSpPr>
          <p:spPr>
            <a:xfrm>
              <a:off x="4932000" y="1743480"/>
              <a:ext cx="42120" cy="95400"/>
            </a:xfrm>
            <a:custGeom>
              <a:avLst/>
              <a:gdLst/>
              <a:ahLst/>
              <a:rect l="0" t="0" r="r" b="b"/>
              <a:pathLst>
                <a:path w="117" h="265">
                  <a:moveTo>
                    <a:pt x="68" y="265"/>
                  </a:moveTo>
                  <a:cubicBezTo>
                    <a:pt x="68" y="207"/>
                    <a:pt x="68" y="148"/>
                    <a:pt x="68" y="90"/>
                  </a:cubicBezTo>
                  <a:cubicBezTo>
                    <a:pt x="68" y="67"/>
                    <a:pt x="50" y="49"/>
                    <a:pt x="27" y="49"/>
                  </a:cubicBezTo>
                  <a:cubicBezTo>
                    <a:pt x="18" y="49"/>
                    <a:pt x="9" y="49"/>
                    <a:pt x="0" y="49"/>
                  </a:cubicBezTo>
                  <a:cubicBezTo>
                    <a:pt x="0" y="33"/>
                    <a:pt x="0" y="16"/>
                    <a:pt x="0" y="0"/>
                  </a:cubicBezTo>
                  <a:cubicBezTo>
                    <a:pt x="9" y="0"/>
                    <a:pt x="18" y="0"/>
                    <a:pt x="27" y="0"/>
                  </a:cubicBezTo>
                  <a:cubicBezTo>
                    <a:pt x="76" y="0"/>
                    <a:pt x="117" y="40"/>
                    <a:pt x="117" y="90"/>
                  </a:cubicBezTo>
                  <a:cubicBezTo>
                    <a:pt x="117" y="148"/>
                    <a:pt x="117" y="207"/>
                    <a:pt x="117" y="265"/>
                  </a:cubicBezTo>
                  <a:cubicBezTo>
                    <a:pt x="101" y="265"/>
                    <a:pt x="84" y="265"/>
                    <a:pt x="68" y="265"/>
                  </a:cubicBezTo>
                  <a:close/>
                </a:path>
              </a:pathLst>
            </a:custGeom>
            <a:solidFill>
              <a:srgbClr val="e54b89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654" name=""/>
            <p:cNvSpPr/>
            <p:nvPr/>
          </p:nvSpPr>
          <p:spPr>
            <a:xfrm>
              <a:off x="4988520" y="1743480"/>
              <a:ext cx="83880" cy="95400"/>
            </a:xfrm>
            <a:custGeom>
              <a:avLst/>
              <a:gdLst/>
              <a:ahLst/>
              <a:rect l="0" t="0" r="r" b="b"/>
              <a:pathLst>
                <a:path w="233" h="265">
                  <a:moveTo>
                    <a:pt x="90" y="0"/>
                  </a:moveTo>
                  <a:cubicBezTo>
                    <a:pt x="41" y="0"/>
                    <a:pt x="0" y="40"/>
                    <a:pt x="0" y="90"/>
                  </a:cubicBezTo>
                  <a:cubicBezTo>
                    <a:pt x="0" y="118"/>
                    <a:pt x="0" y="147"/>
                    <a:pt x="0" y="175"/>
                  </a:cubicBezTo>
                  <a:cubicBezTo>
                    <a:pt x="0" y="224"/>
                    <a:pt x="41" y="265"/>
                    <a:pt x="90" y="265"/>
                  </a:cubicBezTo>
                  <a:cubicBezTo>
                    <a:pt x="108" y="265"/>
                    <a:pt x="125" y="265"/>
                    <a:pt x="143" y="265"/>
                  </a:cubicBezTo>
                  <a:cubicBezTo>
                    <a:pt x="193" y="265"/>
                    <a:pt x="233" y="224"/>
                    <a:pt x="233" y="175"/>
                  </a:cubicBezTo>
                  <a:cubicBezTo>
                    <a:pt x="233" y="147"/>
                    <a:pt x="233" y="118"/>
                    <a:pt x="233" y="90"/>
                  </a:cubicBezTo>
                  <a:cubicBezTo>
                    <a:pt x="233" y="40"/>
                    <a:pt x="193" y="0"/>
                    <a:pt x="143" y="0"/>
                  </a:cubicBezTo>
                  <a:cubicBezTo>
                    <a:pt x="125" y="0"/>
                    <a:pt x="108" y="0"/>
                    <a:pt x="90" y="0"/>
                  </a:cubicBezTo>
                  <a:moveTo>
                    <a:pt x="90" y="49"/>
                  </a:moveTo>
                  <a:cubicBezTo>
                    <a:pt x="108" y="49"/>
                    <a:pt x="125" y="49"/>
                    <a:pt x="143" y="49"/>
                  </a:cubicBezTo>
                  <a:cubicBezTo>
                    <a:pt x="166" y="49"/>
                    <a:pt x="184" y="67"/>
                    <a:pt x="184" y="90"/>
                  </a:cubicBezTo>
                  <a:cubicBezTo>
                    <a:pt x="184" y="118"/>
                    <a:pt x="184" y="147"/>
                    <a:pt x="184" y="175"/>
                  </a:cubicBezTo>
                  <a:cubicBezTo>
                    <a:pt x="184" y="198"/>
                    <a:pt x="166" y="216"/>
                    <a:pt x="143" y="216"/>
                  </a:cubicBezTo>
                  <a:cubicBezTo>
                    <a:pt x="125" y="216"/>
                    <a:pt x="108" y="216"/>
                    <a:pt x="90" y="216"/>
                  </a:cubicBezTo>
                  <a:cubicBezTo>
                    <a:pt x="67" y="216"/>
                    <a:pt x="49" y="198"/>
                    <a:pt x="49" y="175"/>
                  </a:cubicBezTo>
                  <a:cubicBezTo>
                    <a:pt x="49" y="147"/>
                    <a:pt x="49" y="118"/>
                    <a:pt x="49" y="90"/>
                  </a:cubicBezTo>
                  <a:cubicBezTo>
                    <a:pt x="49" y="67"/>
                    <a:pt x="67" y="49"/>
                    <a:pt x="90" y="49"/>
                  </a:cubicBezTo>
                  <a:close/>
                </a:path>
              </a:pathLst>
            </a:custGeom>
            <a:solidFill>
              <a:srgbClr val="e54b89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655" name=""/>
            <p:cNvSpPr/>
            <p:nvPr/>
          </p:nvSpPr>
          <p:spPr>
            <a:xfrm>
              <a:off x="4988520" y="1779120"/>
              <a:ext cx="17640" cy="95400"/>
            </a:xfrm>
            <a:custGeom>
              <a:avLst/>
              <a:gdLst/>
              <a:ahLst/>
              <a:rect l="0" t="0" r="r" b="b"/>
              <a:pathLst>
                <a:path w="49" h="265">
                  <a:moveTo>
                    <a:pt x="0" y="0"/>
                  </a:moveTo>
                  <a:cubicBezTo>
                    <a:pt x="16" y="0"/>
                    <a:pt x="33" y="0"/>
                    <a:pt x="49" y="0"/>
                  </a:cubicBezTo>
                  <a:cubicBezTo>
                    <a:pt x="49" y="88"/>
                    <a:pt x="49" y="177"/>
                    <a:pt x="49" y="265"/>
                  </a:cubicBezTo>
                  <a:cubicBezTo>
                    <a:pt x="33" y="265"/>
                    <a:pt x="16" y="265"/>
                    <a:pt x="0" y="265"/>
                  </a:cubicBezTo>
                  <a:cubicBezTo>
                    <a:pt x="0" y="177"/>
                    <a:pt x="0" y="88"/>
                    <a:pt x="0" y="0"/>
                  </a:cubicBezTo>
                  <a:close/>
                </a:path>
              </a:pathLst>
            </a:custGeom>
            <a:solidFill>
              <a:srgbClr val="e54b89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656" name=""/>
            <p:cNvSpPr/>
            <p:nvPr/>
          </p:nvSpPr>
          <p:spPr>
            <a:xfrm>
              <a:off x="4809960" y="1771200"/>
              <a:ext cx="17640" cy="67680"/>
            </a:xfrm>
            <a:custGeom>
              <a:avLst/>
              <a:gdLst/>
              <a:ahLst/>
              <a:rect l="0" t="0" r="r" b="b"/>
              <a:pathLst>
                <a:path w="49" h="188">
                  <a:moveTo>
                    <a:pt x="0" y="0"/>
                  </a:moveTo>
                  <a:cubicBezTo>
                    <a:pt x="16" y="0"/>
                    <a:pt x="33" y="0"/>
                    <a:pt x="49" y="0"/>
                  </a:cubicBezTo>
                  <a:cubicBezTo>
                    <a:pt x="49" y="63"/>
                    <a:pt x="49" y="125"/>
                    <a:pt x="49" y="188"/>
                  </a:cubicBezTo>
                  <a:cubicBezTo>
                    <a:pt x="33" y="188"/>
                    <a:pt x="16" y="188"/>
                    <a:pt x="0" y="188"/>
                  </a:cubicBezTo>
                  <a:cubicBezTo>
                    <a:pt x="0" y="125"/>
                    <a:pt x="0" y="63"/>
                    <a:pt x="0" y="0"/>
                  </a:cubicBezTo>
                  <a:close/>
                </a:path>
              </a:pathLst>
            </a:custGeom>
            <a:solidFill>
              <a:srgbClr val="e54b89"/>
            </a:solidFill>
            <a:ln w="0">
              <a:noFill/>
            </a:ln>
          </p:spPr>
          <p:txBody>
            <a:bodyPr lIns="90000" rIns="90000" tIns="22680" bIns="2268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657" name=""/>
            <p:cNvSpPr/>
            <p:nvPr/>
          </p:nvSpPr>
          <p:spPr>
            <a:xfrm>
              <a:off x="4809960" y="1743480"/>
              <a:ext cx="17640" cy="17640"/>
            </a:xfrm>
            <a:custGeom>
              <a:avLst/>
              <a:gdLst/>
              <a:ahLst/>
              <a:rect l="0" t="0" r="r" b="b"/>
              <a:pathLst>
                <a:path w="49" h="49">
                  <a:moveTo>
                    <a:pt x="0" y="0"/>
                  </a:moveTo>
                  <a:cubicBezTo>
                    <a:pt x="16" y="0"/>
                    <a:pt x="33" y="0"/>
                    <a:pt x="49" y="0"/>
                  </a:cubicBezTo>
                  <a:cubicBezTo>
                    <a:pt x="49" y="16"/>
                    <a:pt x="49" y="33"/>
                    <a:pt x="49" y="49"/>
                  </a:cubicBezTo>
                  <a:cubicBezTo>
                    <a:pt x="33" y="49"/>
                    <a:pt x="16" y="49"/>
                    <a:pt x="0" y="49"/>
                  </a:cubicBezTo>
                  <a:cubicBezTo>
                    <a:pt x="0" y="33"/>
                    <a:pt x="0" y="16"/>
                    <a:pt x="0" y="0"/>
                  </a:cubicBezTo>
                  <a:close/>
                </a:path>
              </a:pathLst>
            </a:custGeom>
            <a:solidFill>
              <a:srgbClr val="e54b89"/>
            </a:solidFill>
            <a:ln w="0">
              <a:noFill/>
            </a:ln>
          </p:spPr>
          <p:txBody>
            <a:bodyPr lIns="90000" rIns="90000" tIns="-27360" bIns="-2736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658" name=""/>
            <p:cNvSpPr/>
            <p:nvPr/>
          </p:nvSpPr>
          <p:spPr>
            <a:xfrm>
              <a:off x="5178240" y="1743480"/>
              <a:ext cx="90360" cy="95400"/>
            </a:xfrm>
            <a:custGeom>
              <a:avLst/>
              <a:gdLst/>
              <a:ahLst/>
              <a:rect l="0" t="0" r="r" b="b"/>
              <a:pathLst>
                <a:path w="251" h="265">
                  <a:moveTo>
                    <a:pt x="90" y="0"/>
                  </a:moveTo>
                  <a:cubicBezTo>
                    <a:pt x="41" y="0"/>
                    <a:pt x="0" y="40"/>
                    <a:pt x="0" y="90"/>
                  </a:cubicBezTo>
                  <a:cubicBezTo>
                    <a:pt x="0" y="118"/>
                    <a:pt x="0" y="147"/>
                    <a:pt x="0" y="175"/>
                  </a:cubicBezTo>
                  <a:cubicBezTo>
                    <a:pt x="0" y="224"/>
                    <a:pt x="41" y="265"/>
                    <a:pt x="90" y="265"/>
                  </a:cubicBezTo>
                  <a:cubicBezTo>
                    <a:pt x="114" y="265"/>
                    <a:pt x="138" y="265"/>
                    <a:pt x="162" y="265"/>
                  </a:cubicBezTo>
                  <a:cubicBezTo>
                    <a:pt x="207" y="265"/>
                    <a:pt x="244" y="231"/>
                    <a:pt x="251" y="188"/>
                  </a:cubicBezTo>
                  <a:cubicBezTo>
                    <a:pt x="234" y="188"/>
                    <a:pt x="218" y="188"/>
                    <a:pt x="201" y="188"/>
                  </a:cubicBezTo>
                  <a:cubicBezTo>
                    <a:pt x="195" y="204"/>
                    <a:pt x="180" y="216"/>
                    <a:pt x="162" y="216"/>
                  </a:cubicBezTo>
                  <a:cubicBezTo>
                    <a:pt x="138" y="216"/>
                    <a:pt x="114" y="216"/>
                    <a:pt x="90" y="216"/>
                  </a:cubicBezTo>
                  <a:cubicBezTo>
                    <a:pt x="67" y="216"/>
                    <a:pt x="49" y="198"/>
                    <a:pt x="49" y="175"/>
                  </a:cubicBezTo>
                  <a:cubicBezTo>
                    <a:pt x="49" y="147"/>
                    <a:pt x="49" y="118"/>
                    <a:pt x="49" y="90"/>
                  </a:cubicBezTo>
                  <a:cubicBezTo>
                    <a:pt x="49" y="67"/>
                    <a:pt x="67" y="49"/>
                    <a:pt x="90" y="49"/>
                  </a:cubicBezTo>
                  <a:cubicBezTo>
                    <a:pt x="114" y="49"/>
                    <a:pt x="138" y="49"/>
                    <a:pt x="162" y="49"/>
                  </a:cubicBezTo>
                  <a:cubicBezTo>
                    <a:pt x="180" y="49"/>
                    <a:pt x="195" y="60"/>
                    <a:pt x="201" y="77"/>
                  </a:cubicBezTo>
                  <a:cubicBezTo>
                    <a:pt x="218" y="77"/>
                    <a:pt x="234" y="77"/>
                    <a:pt x="251" y="77"/>
                  </a:cubicBezTo>
                  <a:cubicBezTo>
                    <a:pt x="244" y="34"/>
                    <a:pt x="207" y="0"/>
                    <a:pt x="162" y="0"/>
                  </a:cubicBezTo>
                  <a:cubicBezTo>
                    <a:pt x="138" y="0"/>
                    <a:pt x="114" y="0"/>
                    <a:pt x="90" y="0"/>
                  </a:cubicBezTo>
                  <a:close/>
                </a:path>
              </a:pathLst>
            </a:custGeom>
            <a:solidFill>
              <a:srgbClr val="e54b89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659" name=""/>
            <p:cNvSpPr/>
            <p:nvPr/>
          </p:nvSpPr>
          <p:spPr>
            <a:xfrm>
              <a:off x="4771440" y="1744920"/>
              <a:ext cx="23400" cy="82080"/>
            </a:xfrm>
            <a:custGeom>
              <a:avLst/>
              <a:gdLst/>
              <a:ahLst/>
              <a:rect l="0" t="0" r="r" b="b"/>
              <a:pathLst>
                <a:path w="65" h="228">
                  <a:moveTo>
                    <a:pt x="65" y="0"/>
                  </a:moveTo>
                  <a:cubicBezTo>
                    <a:pt x="28" y="11"/>
                    <a:pt x="0" y="45"/>
                    <a:pt x="0" y="86"/>
                  </a:cubicBezTo>
                  <a:cubicBezTo>
                    <a:pt x="0" y="133"/>
                    <a:pt x="0" y="181"/>
                    <a:pt x="0" y="228"/>
                  </a:cubicBezTo>
                  <a:cubicBezTo>
                    <a:pt x="16" y="228"/>
                    <a:pt x="33" y="228"/>
                    <a:pt x="49" y="228"/>
                  </a:cubicBezTo>
                  <a:cubicBezTo>
                    <a:pt x="49" y="181"/>
                    <a:pt x="49" y="133"/>
                    <a:pt x="49" y="86"/>
                  </a:cubicBezTo>
                  <a:cubicBezTo>
                    <a:pt x="49" y="72"/>
                    <a:pt x="55" y="61"/>
                    <a:pt x="65" y="53"/>
                  </a:cubicBezTo>
                  <a:cubicBezTo>
                    <a:pt x="65" y="35"/>
                    <a:pt x="65" y="18"/>
                    <a:pt x="65" y="0"/>
                  </a:cubicBezTo>
                  <a:close/>
                </a:path>
              </a:pathLst>
            </a:custGeom>
            <a:solidFill>
              <a:srgbClr val="e54b89"/>
            </a:solidFill>
            <a:ln w="0">
              <a:noFill/>
            </a:ln>
          </p:spPr>
          <p:txBody>
            <a:bodyPr lIns="90000" rIns="90000" tIns="37080" bIns="3708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660" name=""/>
            <p:cNvSpPr/>
            <p:nvPr/>
          </p:nvSpPr>
          <p:spPr>
            <a:xfrm>
              <a:off x="5083920" y="1793520"/>
              <a:ext cx="82080" cy="45360"/>
            </a:xfrm>
            <a:custGeom>
              <a:avLst/>
              <a:gdLst/>
              <a:ahLst/>
              <a:rect l="0" t="0" r="r" b="b"/>
              <a:pathLst>
                <a:path w="228" h="126">
                  <a:moveTo>
                    <a:pt x="179" y="0"/>
                  </a:moveTo>
                  <a:cubicBezTo>
                    <a:pt x="179" y="12"/>
                    <a:pt x="179" y="24"/>
                    <a:pt x="179" y="36"/>
                  </a:cubicBezTo>
                  <a:cubicBezTo>
                    <a:pt x="179" y="59"/>
                    <a:pt x="161" y="77"/>
                    <a:pt x="138" y="77"/>
                  </a:cubicBezTo>
                  <a:cubicBezTo>
                    <a:pt x="92" y="77"/>
                    <a:pt x="46" y="77"/>
                    <a:pt x="0" y="77"/>
                  </a:cubicBezTo>
                  <a:cubicBezTo>
                    <a:pt x="0" y="93"/>
                    <a:pt x="0" y="110"/>
                    <a:pt x="0" y="126"/>
                  </a:cubicBezTo>
                  <a:cubicBezTo>
                    <a:pt x="46" y="126"/>
                    <a:pt x="92" y="126"/>
                    <a:pt x="138" y="126"/>
                  </a:cubicBezTo>
                  <a:cubicBezTo>
                    <a:pt x="187" y="126"/>
                    <a:pt x="228" y="85"/>
                    <a:pt x="228" y="36"/>
                  </a:cubicBezTo>
                  <a:cubicBezTo>
                    <a:pt x="228" y="24"/>
                    <a:pt x="228" y="12"/>
                    <a:pt x="228" y="0"/>
                  </a:cubicBezTo>
                  <a:cubicBezTo>
                    <a:pt x="212" y="0"/>
                    <a:pt x="195" y="0"/>
                    <a:pt x="179" y="0"/>
                  </a:cubicBezTo>
                  <a:close/>
                </a:path>
              </a:pathLst>
            </a:custGeom>
            <a:solidFill>
              <a:srgbClr val="e54b89"/>
            </a:solidFill>
            <a:ln w="0">
              <a:noFill/>
            </a:ln>
          </p:spPr>
          <p:txBody>
            <a:bodyPr lIns="90000" rIns="90000" tIns="360" bIns="36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661" name=""/>
            <p:cNvSpPr/>
            <p:nvPr/>
          </p:nvSpPr>
          <p:spPr>
            <a:xfrm>
              <a:off x="5083560" y="1782360"/>
              <a:ext cx="42480" cy="17640"/>
            </a:xfrm>
            <a:custGeom>
              <a:avLst/>
              <a:gdLst/>
              <a:ahLst/>
              <a:rect l="0" t="0" r="r" b="b"/>
              <a:pathLst>
                <a:path w="118" h="49">
                  <a:moveTo>
                    <a:pt x="118" y="49"/>
                  </a:moveTo>
                  <a:cubicBezTo>
                    <a:pt x="88" y="49"/>
                    <a:pt x="57" y="49"/>
                    <a:pt x="27" y="49"/>
                  </a:cubicBezTo>
                  <a:cubicBezTo>
                    <a:pt x="15" y="49"/>
                    <a:pt x="0" y="39"/>
                    <a:pt x="0" y="22"/>
                  </a:cubicBezTo>
                  <a:cubicBezTo>
                    <a:pt x="0" y="15"/>
                    <a:pt x="0" y="7"/>
                    <a:pt x="0" y="0"/>
                  </a:cubicBezTo>
                  <a:cubicBezTo>
                    <a:pt x="39" y="0"/>
                    <a:pt x="79" y="0"/>
                    <a:pt x="118" y="0"/>
                  </a:cubicBezTo>
                  <a:cubicBezTo>
                    <a:pt x="118" y="16"/>
                    <a:pt x="118" y="33"/>
                    <a:pt x="118" y="49"/>
                  </a:cubicBezTo>
                  <a:close/>
                </a:path>
              </a:pathLst>
            </a:custGeom>
            <a:solidFill>
              <a:srgbClr val="e54b89"/>
            </a:solidFill>
            <a:ln w="0">
              <a:noFill/>
            </a:ln>
          </p:spPr>
          <p:txBody>
            <a:bodyPr lIns="90000" rIns="90000" tIns="-27360" bIns="-2736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662" name=""/>
            <p:cNvSpPr/>
            <p:nvPr/>
          </p:nvSpPr>
          <p:spPr>
            <a:xfrm>
              <a:off x="5115600" y="1782360"/>
              <a:ext cx="50400" cy="17640"/>
            </a:xfrm>
            <a:custGeom>
              <a:avLst/>
              <a:gdLst/>
              <a:ahLst/>
              <a:rect l="0" t="0" r="r" b="b"/>
              <a:pathLst>
                <a:path w="140" h="49">
                  <a:moveTo>
                    <a:pt x="0" y="0"/>
                  </a:moveTo>
                  <a:cubicBezTo>
                    <a:pt x="37" y="0"/>
                    <a:pt x="75" y="0"/>
                    <a:pt x="112" y="0"/>
                  </a:cubicBezTo>
                  <a:cubicBezTo>
                    <a:pt x="124" y="0"/>
                    <a:pt x="140" y="9"/>
                    <a:pt x="140" y="27"/>
                  </a:cubicBezTo>
                  <a:cubicBezTo>
                    <a:pt x="140" y="34"/>
                    <a:pt x="140" y="42"/>
                    <a:pt x="140" y="49"/>
                  </a:cubicBezTo>
                  <a:cubicBezTo>
                    <a:pt x="93" y="49"/>
                    <a:pt x="47" y="49"/>
                    <a:pt x="0" y="49"/>
                  </a:cubicBezTo>
                  <a:cubicBezTo>
                    <a:pt x="0" y="33"/>
                    <a:pt x="0" y="16"/>
                    <a:pt x="0" y="0"/>
                  </a:cubicBezTo>
                  <a:close/>
                </a:path>
              </a:pathLst>
            </a:custGeom>
            <a:solidFill>
              <a:srgbClr val="e54b89"/>
            </a:solidFill>
            <a:ln w="0">
              <a:noFill/>
            </a:ln>
          </p:spPr>
          <p:txBody>
            <a:bodyPr lIns="90000" rIns="90000" tIns="-27360" bIns="-2736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663" name=""/>
            <p:cNvSpPr/>
            <p:nvPr/>
          </p:nvSpPr>
          <p:spPr>
            <a:xfrm>
              <a:off x="5083560" y="1743480"/>
              <a:ext cx="47160" cy="45360"/>
            </a:xfrm>
            <a:custGeom>
              <a:avLst/>
              <a:gdLst/>
              <a:ahLst/>
              <a:rect l="0" t="0" r="r" b="b"/>
              <a:pathLst>
                <a:path w="131" h="126">
                  <a:moveTo>
                    <a:pt x="49" y="126"/>
                  </a:moveTo>
                  <a:cubicBezTo>
                    <a:pt x="49" y="114"/>
                    <a:pt x="49" y="102"/>
                    <a:pt x="49" y="90"/>
                  </a:cubicBezTo>
                  <a:cubicBezTo>
                    <a:pt x="49" y="67"/>
                    <a:pt x="66" y="49"/>
                    <a:pt x="90" y="49"/>
                  </a:cubicBezTo>
                  <a:cubicBezTo>
                    <a:pt x="104" y="49"/>
                    <a:pt x="117" y="49"/>
                    <a:pt x="131" y="49"/>
                  </a:cubicBezTo>
                  <a:cubicBezTo>
                    <a:pt x="131" y="33"/>
                    <a:pt x="131" y="16"/>
                    <a:pt x="131" y="0"/>
                  </a:cubicBezTo>
                  <a:cubicBezTo>
                    <a:pt x="117" y="0"/>
                    <a:pt x="104" y="0"/>
                    <a:pt x="90" y="0"/>
                  </a:cubicBezTo>
                  <a:cubicBezTo>
                    <a:pt x="40" y="0"/>
                    <a:pt x="0" y="40"/>
                    <a:pt x="0" y="90"/>
                  </a:cubicBezTo>
                  <a:cubicBezTo>
                    <a:pt x="0" y="102"/>
                    <a:pt x="0" y="114"/>
                    <a:pt x="0" y="126"/>
                  </a:cubicBezTo>
                  <a:cubicBezTo>
                    <a:pt x="16" y="126"/>
                    <a:pt x="33" y="126"/>
                    <a:pt x="49" y="126"/>
                  </a:cubicBezTo>
                  <a:close/>
                </a:path>
              </a:pathLst>
            </a:custGeom>
            <a:solidFill>
              <a:srgbClr val="e54b89"/>
            </a:solidFill>
            <a:ln w="0">
              <a:noFill/>
            </a:ln>
          </p:spPr>
          <p:txBody>
            <a:bodyPr lIns="90000" rIns="90000" tIns="360" bIns="36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664" name=""/>
            <p:cNvSpPr/>
            <p:nvPr/>
          </p:nvSpPr>
          <p:spPr>
            <a:xfrm>
              <a:off x="5123160" y="1782360"/>
              <a:ext cx="42840" cy="17640"/>
            </a:xfrm>
            <a:custGeom>
              <a:avLst/>
              <a:gdLst/>
              <a:ahLst/>
              <a:rect l="0" t="0" r="r" b="b"/>
              <a:pathLst>
                <a:path w="119" h="49">
                  <a:moveTo>
                    <a:pt x="0" y="0"/>
                  </a:moveTo>
                  <a:cubicBezTo>
                    <a:pt x="30" y="0"/>
                    <a:pt x="61" y="0"/>
                    <a:pt x="91" y="0"/>
                  </a:cubicBezTo>
                  <a:cubicBezTo>
                    <a:pt x="103" y="0"/>
                    <a:pt x="119" y="9"/>
                    <a:pt x="119" y="27"/>
                  </a:cubicBezTo>
                  <a:cubicBezTo>
                    <a:pt x="119" y="34"/>
                    <a:pt x="119" y="42"/>
                    <a:pt x="119" y="49"/>
                  </a:cubicBezTo>
                  <a:cubicBezTo>
                    <a:pt x="79" y="49"/>
                    <a:pt x="40" y="49"/>
                    <a:pt x="0" y="49"/>
                  </a:cubicBezTo>
                  <a:cubicBezTo>
                    <a:pt x="0" y="33"/>
                    <a:pt x="0" y="16"/>
                    <a:pt x="0" y="0"/>
                  </a:cubicBezTo>
                  <a:close/>
                </a:path>
              </a:pathLst>
            </a:custGeom>
            <a:solidFill>
              <a:srgbClr val="e54b89"/>
            </a:solidFill>
            <a:ln w="0">
              <a:noFill/>
            </a:ln>
          </p:spPr>
          <p:txBody>
            <a:bodyPr lIns="90000" rIns="90000" tIns="-27360" bIns="-2736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665" name=""/>
            <p:cNvSpPr/>
            <p:nvPr/>
          </p:nvSpPr>
          <p:spPr>
            <a:xfrm>
              <a:off x="4705560" y="1743480"/>
              <a:ext cx="83520" cy="95400"/>
            </a:xfrm>
            <a:custGeom>
              <a:avLst/>
              <a:gdLst/>
              <a:ahLst/>
              <a:rect l="0" t="0" r="r" b="b"/>
              <a:pathLst>
                <a:path w="232" h="265">
                  <a:moveTo>
                    <a:pt x="89" y="0"/>
                  </a:moveTo>
                  <a:cubicBezTo>
                    <a:pt x="40" y="0"/>
                    <a:pt x="0" y="40"/>
                    <a:pt x="0" y="90"/>
                  </a:cubicBezTo>
                  <a:cubicBezTo>
                    <a:pt x="0" y="118"/>
                    <a:pt x="0" y="147"/>
                    <a:pt x="0" y="175"/>
                  </a:cubicBezTo>
                  <a:cubicBezTo>
                    <a:pt x="0" y="224"/>
                    <a:pt x="40" y="265"/>
                    <a:pt x="89" y="265"/>
                  </a:cubicBezTo>
                  <a:cubicBezTo>
                    <a:pt x="107" y="265"/>
                    <a:pt x="125" y="265"/>
                    <a:pt x="143" y="265"/>
                  </a:cubicBezTo>
                  <a:cubicBezTo>
                    <a:pt x="192" y="265"/>
                    <a:pt x="232" y="224"/>
                    <a:pt x="232" y="175"/>
                  </a:cubicBezTo>
                  <a:cubicBezTo>
                    <a:pt x="232" y="147"/>
                    <a:pt x="232" y="118"/>
                    <a:pt x="232" y="90"/>
                  </a:cubicBezTo>
                  <a:cubicBezTo>
                    <a:pt x="232" y="40"/>
                    <a:pt x="192" y="0"/>
                    <a:pt x="143" y="0"/>
                  </a:cubicBezTo>
                  <a:cubicBezTo>
                    <a:pt x="125" y="0"/>
                    <a:pt x="107" y="0"/>
                    <a:pt x="89" y="0"/>
                  </a:cubicBezTo>
                  <a:moveTo>
                    <a:pt x="89" y="49"/>
                  </a:moveTo>
                  <a:cubicBezTo>
                    <a:pt x="107" y="49"/>
                    <a:pt x="125" y="49"/>
                    <a:pt x="143" y="49"/>
                  </a:cubicBezTo>
                  <a:cubicBezTo>
                    <a:pt x="166" y="49"/>
                    <a:pt x="183" y="67"/>
                    <a:pt x="183" y="90"/>
                  </a:cubicBezTo>
                  <a:cubicBezTo>
                    <a:pt x="183" y="118"/>
                    <a:pt x="183" y="147"/>
                    <a:pt x="183" y="175"/>
                  </a:cubicBezTo>
                  <a:cubicBezTo>
                    <a:pt x="183" y="198"/>
                    <a:pt x="166" y="216"/>
                    <a:pt x="143" y="216"/>
                  </a:cubicBezTo>
                  <a:cubicBezTo>
                    <a:pt x="125" y="216"/>
                    <a:pt x="107" y="216"/>
                    <a:pt x="89" y="216"/>
                  </a:cubicBezTo>
                  <a:cubicBezTo>
                    <a:pt x="66" y="216"/>
                    <a:pt x="49" y="198"/>
                    <a:pt x="49" y="175"/>
                  </a:cubicBezTo>
                  <a:cubicBezTo>
                    <a:pt x="49" y="147"/>
                    <a:pt x="49" y="118"/>
                    <a:pt x="49" y="90"/>
                  </a:cubicBezTo>
                  <a:cubicBezTo>
                    <a:pt x="49" y="67"/>
                    <a:pt x="66" y="49"/>
                    <a:pt x="89" y="49"/>
                  </a:cubicBezTo>
                  <a:close/>
                </a:path>
              </a:pathLst>
            </a:custGeom>
            <a:solidFill>
              <a:srgbClr val="e54b89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666" name=""/>
            <p:cNvSpPr/>
            <p:nvPr/>
          </p:nvSpPr>
          <p:spPr>
            <a:xfrm>
              <a:off x="5298480" y="1743480"/>
              <a:ext cx="77400" cy="63000"/>
            </a:xfrm>
            <a:custGeom>
              <a:avLst/>
              <a:gdLst/>
              <a:ahLst/>
              <a:rect l="0" t="0" r="r" b="b"/>
              <a:pathLst>
                <a:path w="215" h="175">
                  <a:moveTo>
                    <a:pt x="167" y="175"/>
                  </a:moveTo>
                  <a:cubicBezTo>
                    <a:pt x="167" y="147"/>
                    <a:pt x="167" y="118"/>
                    <a:pt x="167" y="90"/>
                  </a:cubicBezTo>
                  <a:cubicBezTo>
                    <a:pt x="167" y="67"/>
                    <a:pt x="149" y="49"/>
                    <a:pt x="126" y="49"/>
                  </a:cubicBezTo>
                  <a:cubicBezTo>
                    <a:pt x="84" y="49"/>
                    <a:pt x="42" y="49"/>
                    <a:pt x="0" y="49"/>
                  </a:cubicBezTo>
                  <a:cubicBezTo>
                    <a:pt x="0" y="33"/>
                    <a:pt x="0" y="16"/>
                    <a:pt x="0" y="0"/>
                  </a:cubicBezTo>
                  <a:cubicBezTo>
                    <a:pt x="42" y="0"/>
                    <a:pt x="84" y="0"/>
                    <a:pt x="126" y="0"/>
                  </a:cubicBezTo>
                  <a:cubicBezTo>
                    <a:pt x="175" y="0"/>
                    <a:pt x="215" y="40"/>
                    <a:pt x="215" y="90"/>
                  </a:cubicBezTo>
                  <a:cubicBezTo>
                    <a:pt x="215" y="118"/>
                    <a:pt x="215" y="147"/>
                    <a:pt x="215" y="175"/>
                  </a:cubicBezTo>
                  <a:cubicBezTo>
                    <a:pt x="199" y="175"/>
                    <a:pt x="183" y="175"/>
                    <a:pt x="167" y="175"/>
                  </a:cubicBezTo>
                  <a:close/>
                </a:path>
              </a:pathLst>
            </a:custGeom>
            <a:solidFill>
              <a:srgbClr val="e54b89"/>
            </a:solidFill>
            <a:ln w="0">
              <a:noFill/>
            </a:ln>
          </p:spPr>
          <p:txBody>
            <a:bodyPr lIns="90000" rIns="90000" tIns="18000" bIns="1800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667" name=""/>
            <p:cNvSpPr/>
            <p:nvPr/>
          </p:nvSpPr>
          <p:spPr>
            <a:xfrm>
              <a:off x="5280840" y="1774080"/>
              <a:ext cx="95040" cy="64800"/>
            </a:xfrm>
            <a:custGeom>
              <a:avLst/>
              <a:gdLst/>
              <a:ahLst/>
              <a:rect l="0" t="0" r="r" b="b"/>
              <a:pathLst>
                <a:path w="264" h="180">
                  <a:moveTo>
                    <a:pt x="0" y="90"/>
                  </a:moveTo>
                  <a:cubicBezTo>
                    <a:pt x="0" y="139"/>
                    <a:pt x="40" y="180"/>
                    <a:pt x="89" y="180"/>
                  </a:cubicBezTo>
                  <a:cubicBezTo>
                    <a:pt x="118" y="180"/>
                    <a:pt x="146" y="180"/>
                    <a:pt x="175" y="180"/>
                  </a:cubicBezTo>
                  <a:cubicBezTo>
                    <a:pt x="224" y="180"/>
                    <a:pt x="264" y="139"/>
                    <a:pt x="264" y="90"/>
                  </a:cubicBezTo>
                  <a:cubicBezTo>
                    <a:pt x="264" y="41"/>
                    <a:pt x="224" y="0"/>
                    <a:pt x="175" y="0"/>
                  </a:cubicBezTo>
                  <a:cubicBezTo>
                    <a:pt x="146" y="0"/>
                    <a:pt x="118" y="0"/>
                    <a:pt x="89" y="0"/>
                  </a:cubicBezTo>
                  <a:cubicBezTo>
                    <a:pt x="40" y="0"/>
                    <a:pt x="0" y="41"/>
                    <a:pt x="0" y="90"/>
                  </a:cubicBezTo>
                  <a:moveTo>
                    <a:pt x="49" y="90"/>
                  </a:moveTo>
                  <a:cubicBezTo>
                    <a:pt x="49" y="67"/>
                    <a:pt x="66" y="49"/>
                    <a:pt x="89" y="49"/>
                  </a:cubicBezTo>
                  <a:cubicBezTo>
                    <a:pt x="118" y="49"/>
                    <a:pt x="146" y="49"/>
                    <a:pt x="175" y="49"/>
                  </a:cubicBezTo>
                  <a:cubicBezTo>
                    <a:pt x="198" y="49"/>
                    <a:pt x="215" y="67"/>
                    <a:pt x="215" y="90"/>
                  </a:cubicBezTo>
                  <a:cubicBezTo>
                    <a:pt x="215" y="113"/>
                    <a:pt x="198" y="131"/>
                    <a:pt x="175" y="131"/>
                  </a:cubicBezTo>
                  <a:cubicBezTo>
                    <a:pt x="146" y="131"/>
                    <a:pt x="118" y="131"/>
                    <a:pt x="89" y="131"/>
                  </a:cubicBezTo>
                  <a:cubicBezTo>
                    <a:pt x="66" y="131"/>
                    <a:pt x="49" y="113"/>
                    <a:pt x="49" y="90"/>
                  </a:cubicBezTo>
                  <a:close/>
                </a:path>
              </a:pathLst>
            </a:custGeom>
            <a:solidFill>
              <a:srgbClr val="e54b89"/>
            </a:solidFill>
            <a:ln w="0">
              <a:noFill/>
            </a:ln>
          </p:spPr>
          <p:txBody>
            <a:bodyPr lIns="90000" rIns="90000" tIns="19800" bIns="1980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668" name=""/>
            <p:cNvSpPr/>
            <p:nvPr/>
          </p:nvSpPr>
          <p:spPr>
            <a:xfrm>
              <a:off x="5488920" y="1775880"/>
              <a:ext cx="77400" cy="63000"/>
            </a:xfrm>
            <a:custGeom>
              <a:avLst/>
              <a:gdLst/>
              <a:ahLst/>
              <a:rect l="0" t="0" r="r" b="b"/>
              <a:pathLst>
                <a:path w="215" h="175">
                  <a:moveTo>
                    <a:pt x="49" y="0"/>
                  </a:moveTo>
                  <a:cubicBezTo>
                    <a:pt x="49" y="28"/>
                    <a:pt x="49" y="57"/>
                    <a:pt x="49" y="85"/>
                  </a:cubicBezTo>
                  <a:cubicBezTo>
                    <a:pt x="49" y="108"/>
                    <a:pt x="67" y="126"/>
                    <a:pt x="90" y="126"/>
                  </a:cubicBezTo>
                  <a:cubicBezTo>
                    <a:pt x="132" y="126"/>
                    <a:pt x="173" y="126"/>
                    <a:pt x="215" y="126"/>
                  </a:cubicBezTo>
                  <a:cubicBezTo>
                    <a:pt x="215" y="142"/>
                    <a:pt x="215" y="159"/>
                    <a:pt x="215" y="175"/>
                  </a:cubicBezTo>
                  <a:cubicBezTo>
                    <a:pt x="173" y="175"/>
                    <a:pt x="132" y="175"/>
                    <a:pt x="90" y="175"/>
                  </a:cubicBezTo>
                  <a:cubicBezTo>
                    <a:pt x="41" y="175"/>
                    <a:pt x="0" y="134"/>
                    <a:pt x="0" y="85"/>
                  </a:cubicBezTo>
                  <a:cubicBezTo>
                    <a:pt x="0" y="57"/>
                    <a:pt x="0" y="28"/>
                    <a:pt x="0" y="0"/>
                  </a:cubicBezTo>
                  <a:cubicBezTo>
                    <a:pt x="16" y="0"/>
                    <a:pt x="33" y="0"/>
                    <a:pt x="49" y="0"/>
                  </a:cubicBezTo>
                  <a:close/>
                </a:path>
              </a:pathLst>
            </a:custGeom>
            <a:solidFill>
              <a:srgbClr val="e54b89"/>
            </a:solidFill>
            <a:ln w="0">
              <a:noFill/>
            </a:ln>
          </p:spPr>
          <p:txBody>
            <a:bodyPr lIns="90000" rIns="90000" tIns="18000" bIns="1800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669" name=""/>
            <p:cNvSpPr/>
            <p:nvPr/>
          </p:nvSpPr>
          <p:spPr>
            <a:xfrm>
              <a:off x="5488920" y="1743480"/>
              <a:ext cx="95400" cy="64800"/>
            </a:xfrm>
            <a:custGeom>
              <a:avLst/>
              <a:gdLst/>
              <a:ahLst/>
              <a:rect l="0" t="0" r="r" b="b"/>
              <a:pathLst>
                <a:path w="265" h="180">
                  <a:moveTo>
                    <a:pt x="265" y="90"/>
                  </a:moveTo>
                  <a:cubicBezTo>
                    <a:pt x="265" y="40"/>
                    <a:pt x="224" y="0"/>
                    <a:pt x="175" y="0"/>
                  </a:cubicBezTo>
                  <a:cubicBezTo>
                    <a:pt x="147" y="0"/>
                    <a:pt x="118" y="0"/>
                    <a:pt x="90" y="0"/>
                  </a:cubicBezTo>
                  <a:cubicBezTo>
                    <a:pt x="41" y="0"/>
                    <a:pt x="0" y="40"/>
                    <a:pt x="0" y="90"/>
                  </a:cubicBezTo>
                  <a:cubicBezTo>
                    <a:pt x="0" y="139"/>
                    <a:pt x="41" y="180"/>
                    <a:pt x="90" y="180"/>
                  </a:cubicBezTo>
                  <a:cubicBezTo>
                    <a:pt x="118" y="180"/>
                    <a:pt x="147" y="180"/>
                    <a:pt x="175" y="180"/>
                  </a:cubicBezTo>
                  <a:cubicBezTo>
                    <a:pt x="224" y="180"/>
                    <a:pt x="265" y="139"/>
                    <a:pt x="265" y="90"/>
                  </a:cubicBezTo>
                  <a:moveTo>
                    <a:pt x="216" y="90"/>
                  </a:moveTo>
                  <a:cubicBezTo>
                    <a:pt x="216" y="113"/>
                    <a:pt x="198" y="131"/>
                    <a:pt x="175" y="131"/>
                  </a:cubicBezTo>
                  <a:cubicBezTo>
                    <a:pt x="147" y="131"/>
                    <a:pt x="118" y="131"/>
                    <a:pt x="90" y="131"/>
                  </a:cubicBezTo>
                  <a:cubicBezTo>
                    <a:pt x="67" y="131"/>
                    <a:pt x="49" y="113"/>
                    <a:pt x="49" y="90"/>
                  </a:cubicBezTo>
                  <a:cubicBezTo>
                    <a:pt x="49" y="67"/>
                    <a:pt x="67" y="49"/>
                    <a:pt x="90" y="49"/>
                  </a:cubicBezTo>
                  <a:cubicBezTo>
                    <a:pt x="118" y="49"/>
                    <a:pt x="147" y="49"/>
                    <a:pt x="175" y="49"/>
                  </a:cubicBezTo>
                  <a:cubicBezTo>
                    <a:pt x="198" y="49"/>
                    <a:pt x="216" y="67"/>
                    <a:pt x="216" y="90"/>
                  </a:cubicBezTo>
                  <a:close/>
                </a:path>
              </a:pathLst>
            </a:custGeom>
            <a:solidFill>
              <a:srgbClr val="e54b89"/>
            </a:solidFill>
            <a:ln w="0">
              <a:noFill/>
            </a:ln>
          </p:spPr>
          <p:txBody>
            <a:bodyPr lIns="90000" rIns="90000" tIns="19800" bIns="1980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670" name=""/>
            <p:cNvSpPr/>
            <p:nvPr/>
          </p:nvSpPr>
          <p:spPr>
            <a:xfrm>
              <a:off x="5390280" y="1743480"/>
              <a:ext cx="83880" cy="95400"/>
            </a:xfrm>
            <a:custGeom>
              <a:avLst/>
              <a:gdLst/>
              <a:ahLst/>
              <a:rect l="0" t="0" r="r" b="b"/>
              <a:pathLst>
                <a:path w="233" h="265">
                  <a:moveTo>
                    <a:pt x="90" y="0"/>
                  </a:moveTo>
                  <a:cubicBezTo>
                    <a:pt x="41" y="0"/>
                    <a:pt x="0" y="40"/>
                    <a:pt x="0" y="90"/>
                  </a:cubicBezTo>
                  <a:cubicBezTo>
                    <a:pt x="0" y="118"/>
                    <a:pt x="0" y="147"/>
                    <a:pt x="0" y="175"/>
                  </a:cubicBezTo>
                  <a:cubicBezTo>
                    <a:pt x="0" y="224"/>
                    <a:pt x="41" y="265"/>
                    <a:pt x="90" y="265"/>
                  </a:cubicBezTo>
                  <a:cubicBezTo>
                    <a:pt x="108" y="265"/>
                    <a:pt x="125" y="265"/>
                    <a:pt x="143" y="265"/>
                  </a:cubicBezTo>
                  <a:cubicBezTo>
                    <a:pt x="193" y="265"/>
                    <a:pt x="233" y="224"/>
                    <a:pt x="233" y="175"/>
                  </a:cubicBezTo>
                  <a:cubicBezTo>
                    <a:pt x="233" y="147"/>
                    <a:pt x="233" y="118"/>
                    <a:pt x="233" y="90"/>
                  </a:cubicBezTo>
                  <a:cubicBezTo>
                    <a:pt x="233" y="40"/>
                    <a:pt x="193" y="0"/>
                    <a:pt x="143" y="0"/>
                  </a:cubicBezTo>
                  <a:cubicBezTo>
                    <a:pt x="125" y="0"/>
                    <a:pt x="108" y="0"/>
                    <a:pt x="90" y="0"/>
                  </a:cubicBezTo>
                  <a:moveTo>
                    <a:pt x="90" y="49"/>
                  </a:moveTo>
                  <a:cubicBezTo>
                    <a:pt x="108" y="49"/>
                    <a:pt x="125" y="49"/>
                    <a:pt x="143" y="49"/>
                  </a:cubicBezTo>
                  <a:cubicBezTo>
                    <a:pt x="166" y="49"/>
                    <a:pt x="184" y="67"/>
                    <a:pt x="184" y="90"/>
                  </a:cubicBezTo>
                  <a:cubicBezTo>
                    <a:pt x="184" y="118"/>
                    <a:pt x="184" y="147"/>
                    <a:pt x="184" y="175"/>
                  </a:cubicBezTo>
                  <a:cubicBezTo>
                    <a:pt x="184" y="198"/>
                    <a:pt x="166" y="216"/>
                    <a:pt x="143" y="216"/>
                  </a:cubicBezTo>
                  <a:cubicBezTo>
                    <a:pt x="125" y="216"/>
                    <a:pt x="108" y="216"/>
                    <a:pt x="90" y="216"/>
                  </a:cubicBezTo>
                  <a:cubicBezTo>
                    <a:pt x="67" y="216"/>
                    <a:pt x="49" y="198"/>
                    <a:pt x="49" y="175"/>
                  </a:cubicBezTo>
                  <a:cubicBezTo>
                    <a:pt x="49" y="147"/>
                    <a:pt x="49" y="118"/>
                    <a:pt x="49" y="90"/>
                  </a:cubicBezTo>
                  <a:cubicBezTo>
                    <a:pt x="49" y="67"/>
                    <a:pt x="67" y="49"/>
                    <a:pt x="90" y="49"/>
                  </a:cubicBezTo>
                  <a:close/>
                </a:path>
              </a:pathLst>
            </a:custGeom>
            <a:solidFill>
              <a:srgbClr val="e54b89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671" name=""/>
            <p:cNvSpPr/>
            <p:nvPr/>
          </p:nvSpPr>
          <p:spPr>
            <a:xfrm>
              <a:off x="5390280" y="1779120"/>
              <a:ext cx="17640" cy="95400"/>
            </a:xfrm>
            <a:custGeom>
              <a:avLst/>
              <a:gdLst/>
              <a:ahLst/>
              <a:rect l="0" t="0" r="r" b="b"/>
              <a:pathLst>
                <a:path w="49" h="265">
                  <a:moveTo>
                    <a:pt x="0" y="0"/>
                  </a:moveTo>
                  <a:cubicBezTo>
                    <a:pt x="16" y="0"/>
                    <a:pt x="33" y="0"/>
                    <a:pt x="49" y="0"/>
                  </a:cubicBezTo>
                  <a:cubicBezTo>
                    <a:pt x="49" y="88"/>
                    <a:pt x="49" y="177"/>
                    <a:pt x="49" y="265"/>
                  </a:cubicBezTo>
                  <a:cubicBezTo>
                    <a:pt x="33" y="265"/>
                    <a:pt x="16" y="265"/>
                    <a:pt x="0" y="265"/>
                  </a:cubicBezTo>
                  <a:cubicBezTo>
                    <a:pt x="0" y="177"/>
                    <a:pt x="0" y="88"/>
                    <a:pt x="0" y="0"/>
                  </a:cubicBezTo>
                  <a:close/>
                </a:path>
              </a:pathLst>
            </a:custGeom>
            <a:solidFill>
              <a:srgbClr val="e54b89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672" name=""/>
            <p:cNvSpPr/>
            <p:nvPr/>
          </p:nvSpPr>
          <p:spPr>
            <a:xfrm>
              <a:off x="5121720" y="1743480"/>
              <a:ext cx="44280" cy="27720"/>
            </a:xfrm>
            <a:custGeom>
              <a:avLst/>
              <a:gdLst/>
              <a:ahLst/>
              <a:rect l="0" t="0" r="r" b="b"/>
              <a:pathLst>
                <a:path w="123" h="77">
                  <a:moveTo>
                    <a:pt x="73" y="77"/>
                  </a:moveTo>
                  <a:cubicBezTo>
                    <a:pt x="67" y="60"/>
                    <a:pt x="52" y="49"/>
                    <a:pt x="34" y="49"/>
                  </a:cubicBezTo>
                  <a:cubicBezTo>
                    <a:pt x="23" y="49"/>
                    <a:pt x="11" y="49"/>
                    <a:pt x="0" y="49"/>
                  </a:cubicBezTo>
                  <a:cubicBezTo>
                    <a:pt x="0" y="47"/>
                    <a:pt x="0" y="46"/>
                    <a:pt x="0" y="44"/>
                  </a:cubicBezTo>
                  <a:cubicBezTo>
                    <a:pt x="0" y="33"/>
                    <a:pt x="0" y="22"/>
                    <a:pt x="0" y="11"/>
                  </a:cubicBezTo>
                  <a:cubicBezTo>
                    <a:pt x="0" y="7"/>
                    <a:pt x="0" y="4"/>
                    <a:pt x="1" y="0"/>
                  </a:cubicBezTo>
                  <a:cubicBezTo>
                    <a:pt x="12" y="0"/>
                    <a:pt x="23" y="0"/>
                    <a:pt x="34" y="0"/>
                  </a:cubicBezTo>
                  <a:cubicBezTo>
                    <a:pt x="79" y="0"/>
                    <a:pt x="117" y="34"/>
                    <a:pt x="123" y="77"/>
                  </a:cubicBezTo>
                  <a:cubicBezTo>
                    <a:pt x="106" y="77"/>
                    <a:pt x="90" y="77"/>
                    <a:pt x="73" y="77"/>
                  </a:cubicBezTo>
                  <a:close/>
                </a:path>
              </a:pathLst>
            </a:custGeom>
            <a:solidFill>
              <a:srgbClr val="e54b89"/>
            </a:solidFill>
            <a:ln w="0">
              <a:noFill/>
            </a:ln>
          </p:spPr>
          <p:txBody>
            <a:bodyPr lIns="90000" rIns="90000" tIns="-17280" bIns="-1728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673" name=""/>
            <p:cNvSpPr/>
            <p:nvPr/>
          </p:nvSpPr>
          <p:spPr>
            <a:xfrm>
              <a:off x="5083560" y="1814760"/>
              <a:ext cx="17640" cy="24120"/>
            </a:xfrm>
            <a:custGeom>
              <a:avLst/>
              <a:gdLst/>
              <a:ahLst/>
              <a:rect l="0" t="0" r="r" b="b"/>
              <a:pathLst>
                <a:path w="49" h="67">
                  <a:moveTo>
                    <a:pt x="0" y="0"/>
                  </a:moveTo>
                  <a:cubicBezTo>
                    <a:pt x="16" y="0"/>
                    <a:pt x="33" y="0"/>
                    <a:pt x="49" y="0"/>
                  </a:cubicBezTo>
                  <a:cubicBezTo>
                    <a:pt x="49" y="22"/>
                    <a:pt x="49" y="45"/>
                    <a:pt x="49" y="67"/>
                  </a:cubicBezTo>
                  <a:cubicBezTo>
                    <a:pt x="33" y="67"/>
                    <a:pt x="16" y="67"/>
                    <a:pt x="0" y="67"/>
                  </a:cubicBezTo>
                  <a:cubicBezTo>
                    <a:pt x="0" y="45"/>
                    <a:pt x="0" y="22"/>
                    <a:pt x="0" y="0"/>
                  </a:cubicBezTo>
                  <a:close/>
                </a:path>
              </a:pathLst>
            </a:custGeom>
            <a:solidFill>
              <a:srgbClr val="e54b89"/>
            </a:solidFill>
            <a:ln w="0">
              <a:noFill/>
            </a:ln>
          </p:spPr>
          <p:txBody>
            <a:bodyPr lIns="90000" rIns="90000" tIns="-20880" bIns="-2088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674" name=""/>
            <p:cNvSpPr/>
            <p:nvPr/>
          </p:nvSpPr>
          <p:spPr>
            <a:xfrm>
              <a:off x="5620320" y="1752120"/>
              <a:ext cx="17640" cy="86760"/>
            </a:xfrm>
            <a:custGeom>
              <a:avLst/>
              <a:gdLst/>
              <a:ahLst/>
              <a:rect l="0" t="0" r="r" b="b"/>
              <a:pathLst>
                <a:path w="49" h="241">
                  <a:moveTo>
                    <a:pt x="0" y="0"/>
                  </a:moveTo>
                  <a:cubicBezTo>
                    <a:pt x="16" y="0"/>
                    <a:pt x="33" y="0"/>
                    <a:pt x="49" y="0"/>
                  </a:cubicBezTo>
                  <a:cubicBezTo>
                    <a:pt x="49" y="80"/>
                    <a:pt x="49" y="161"/>
                    <a:pt x="49" y="241"/>
                  </a:cubicBezTo>
                  <a:cubicBezTo>
                    <a:pt x="33" y="241"/>
                    <a:pt x="16" y="241"/>
                    <a:pt x="0" y="241"/>
                  </a:cubicBezTo>
                  <a:cubicBezTo>
                    <a:pt x="0" y="161"/>
                    <a:pt x="0" y="80"/>
                    <a:pt x="0" y="0"/>
                  </a:cubicBezTo>
                  <a:close/>
                </a:path>
              </a:pathLst>
            </a:custGeom>
            <a:solidFill>
              <a:srgbClr val="e54b89"/>
            </a:solidFill>
            <a:ln w="0">
              <a:noFill/>
            </a:ln>
          </p:spPr>
          <p:txBody>
            <a:bodyPr lIns="90000" rIns="90000" tIns="41760" bIns="4176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675" name=""/>
            <p:cNvSpPr/>
            <p:nvPr/>
          </p:nvSpPr>
          <p:spPr>
            <a:xfrm>
              <a:off x="5620320" y="1743480"/>
              <a:ext cx="17640" cy="17640"/>
            </a:xfrm>
            <a:custGeom>
              <a:avLst/>
              <a:gdLst/>
              <a:ahLst/>
              <a:rect l="0" t="0" r="r" b="b"/>
              <a:pathLst>
                <a:path w="49" h="49">
                  <a:moveTo>
                    <a:pt x="0" y="0"/>
                  </a:moveTo>
                  <a:cubicBezTo>
                    <a:pt x="16" y="0"/>
                    <a:pt x="33" y="0"/>
                    <a:pt x="49" y="0"/>
                  </a:cubicBezTo>
                  <a:cubicBezTo>
                    <a:pt x="49" y="16"/>
                    <a:pt x="49" y="33"/>
                    <a:pt x="49" y="49"/>
                  </a:cubicBezTo>
                  <a:cubicBezTo>
                    <a:pt x="33" y="49"/>
                    <a:pt x="16" y="49"/>
                    <a:pt x="0" y="49"/>
                  </a:cubicBezTo>
                  <a:cubicBezTo>
                    <a:pt x="0" y="33"/>
                    <a:pt x="0" y="16"/>
                    <a:pt x="0" y="0"/>
                  </a:cubicBezTo>
                  <a:close/>
                </a:path>
              </a:pathLst>
            </a:custGeom>
            <a:solidFill>
              <a:srgbClr val="e54b89"/>
            </a:solidFill>
            <a:ln w="0">
              <a:noFill/>
            </a:ln>
          </p:spPr>
          <p:txBody>
            <a:bodyPr lIns="90000" rIns="90000" tIns="-27360" bIns="-2736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676" name=""/>
            <p:cNvSpPr/>
            <p:nvPr/>
          </p:nvSpPr>
          <p:spPr>
            <a:xfrm>
              <a:off x="5670000" y="1743480"/>
              <a:ext cx="66240" cy="95400"/>
            </a:xfrm>
            <a:custGeom>
              <a:avLst/>
              <a:gdLst/>
              <a:ahLst/>
              <a:rect l="0" t="0" r="r" b="b"/>
              <a:pathLst>
                <a:path w="184" h="265">
                  <a:moveTo>
                    <a:pt x="94" y="0"/>
                  </a:moveTo>
                  <a:cubicBezTo>
                    <a:pt x="143" y="0"/>
                    <a:pt x="184" y="40"/>
                    <a:pt x="184" y="90"/>
                  </a:cubicBezTo>
                  <a:cubicBezTo>
                    <a:pt x="184" y="118"/>
                    <a:pt x="184" y="147"/>
                    <a:pt x="184" y="175"/>
                  </a:cubicBezTo>
                  <a:cubicBezTo>
                    <a:pt x="184" y="224"/>
                    <a:pt x="143" y="265"/>
                    <a:pt x="94" y="265"/>
                  </a:cubicBezTo>
                  <a:cubicBezTo>
                    <a:pt x="63" y="265"/>
                    <a:pt x="31" y="265"/>
                    <a:pt x="0" y="265"/>
                  </a:cubicBezTo>
                  <a:cubicBezTo>
                    <a:pt x="0" y="249"/>
                    <a:pt x="0" y="232"/>
                    <a:pt x="0" y="216"/>
                  </a:cubicBezTo>
                  <a:cubicBezTo>
                    <a:pt x="31" y="216"/>
                    <a:pt x="63" y="216"/>
                    <a:pt x="94" y="216"/>
                  </a:cubicBezTo>
                  <a:cubicBezTo>
                    <a:pt x="117" y="216"/>
                    <a:pt x="135" y="198"/>
                    <a:pt x="135" y="175"/>
                  </a:cubicBezTo>
                  <a:cubicBezTo>
                    <a:pt x="135" y="147"/>
                    <a:pt x="135" y="118"/>
                    <a:pt x="135" y="90"/>
                  </a:cubicBezTo>
                  <a:cubicBezTo>
                    <a:pt x="135" y="67"/>
                    <a:pt x="117" y="49"/>
                    <a:pt x="94" y="49"/>
                  </a:cubicBezTo>
                  <a:cubicBezTo>
                    <a:pt x="63" y="49"/>
                    <a:pt x="31" y="49"/>
                    <a:pt x="0" y="49"/>
                  </a:cubicBezTo>
                  <a:cubicBezTo>
                    <a:pt x="0" y="33"/>
                    <a:pt x="0" y="16"/>
                    <a:pt x="0" y="0"/>
                  </a:cubicBezTo>
                  <a:cubicBezTo>
                    <a:pt x="31" y="0"/>
                    <a:pt x="63" y="0"/>
                    <a:pt x="94" y="0"/>
                  </a:cubicBezTo>
                  <a:close/>
                </a:path>
              </a:pathLst>
            </a:custGeom>
            <a:solidFill>
              <a:srgbClr val="e54b89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677" name=""/>
            <p:cNvSpPr/>
            <p:nvPr/>
          </p:nvSpPr>
          <p:spPr>
            <a:xfrm>
              <a:off x="5661000" y="1752120"/>
              <a:ext cx="17640" cy="86760"/>
            </a:xfrm>
            <a:custGeom>
              <a:avLst/>
              <a:gdLst/>
              <a:ahLst/>
              <a:rect l="0" t="0" r="r" b="b"/>
              <a:pathLst>
                <a:path w="49" h="241">
                  <a:moveTo>
                    <a:pt x="0" y="0"/>
                  </a:moveTo>
                  <a:cubicBezTo>
                    <a:pt x="16" y="0"/>
                    <a:pt x="33" y="0"/>
                    <a:pt x="49" y="0"/>
                  </a:cubicBezTo>
                  <a:cubicBezTo>
                    <a:pt x="49" y="80"/>
                    <a:pt x="49" y="161"/>
                    <a:pt x="49" y="241"/>
                  </a:cubicBezTo>
                  <a:cubicBezTo>
                    <a:pt x="33" y="241"/>
                    <a:pt x="16" y="241"/>
                    <a:pt x="0" y="241"/>
                  </a:cubicBezTo>
                  <a:cubicBezTo>
                    <a:pt x="0" y="161"/>
                    <a:pt x="0" y="80"/>
                    <a:pt x="0" y="0"/>
                  </a:cubicBezTo>
                  <a:close/>
                </a:path>
              </a:pathLst>
            </a:custGeom>
            <a:solidFill>
              <a:srgbClr val="e54b89"/>
            </a:solidFill>
            <a:ln w="0">
              <a:noFill/>
            </a:ln>
          </p:spPr>
          <p:txBody>
            <a:bodyPr lIns="90000" rIns="90000" tIns="41760" bIns="4176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678" name=""/>
            <p:cNvSpPr/>
            <p:nvPr/>
          </p:nvSpPr>
          <p:spPr>
            <a:xfrm>
              <a:off x="5661000" y="1743480"/>
              <a:ext cx="17640" cy="17640"/>
            </a:xfrm>
            <a:custGeom>
              <a:avLst/>
              <a:gdLst/>
              <a:ahLst/>
              <a:rect l="0" t="0" r="r" b="b"/>
              <a:pathLst>
                <a:path w="49" h="49">
                  <a:moveTo>
                    <a:pt x="0" y="0"/>
                  </a:moveTo>
                  <a:cubicBezTo>
                    <a:pt x="16" y="0"/>
                    <a:pt x="33" y="0"/>
                    <a:pt x="49" y="0"/>
                  </a:cubicBezTo>
                  <a:cubicBezTo>
                    <a:pt x="49" y="16"/>
                    <a:pt x="49" y="33"/>
                    <a:pt x="49" y="49"/>
                  </a:cubicBezTo>
                  <a:cubicBezTo>
                    <a:pt x="33" y="49"/>
                    <a:pt x="16" y="49"/>
                    <a:pt x="0" y="49"/>
                  </a:cubicBezTo>
                  <a:cubicBezTo>
                    <a:pt x="0" y="33"/>
                    <a:pt x="0" y="16"/>
                    <a:pt x="0" y="0"/>
                  </a:cubicBezTo>
                  <a:close/>
                </a:path>
              </a:pathLst>
            </a:custGeom>
            <a:solidFill>
              <a:srgbClr val="e54b89"/>
            </a:solidFill>
            <a:ln w="0">
              <a:noFill/>
            </a:ln>
          </p:spPr>
          <p:txBody>
            <a:bodyPr lIns="90000" rIns="90000" tIns="-27360" bIns="-2736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679" name=""/>
            <p:cNvSpPr/>
            <p:nvPr/>
          </p:nvSpPr>
          <p:spPr>
            <a:xfrm>
              <a:off x="4414320" y="1689120"/>
              <a:ext cx="212400" cy="244440"/>
            </a:xfrm>
            <a:custGeom>
              <a:avLst/>
              <a:gdLst/>
              <a:ahLst/>
              <a:rect l="0" t="0" r="r" b="b"/>
              <a:pathLst>
                <a:path w="590" h="679">
                  <a:moveTo>
                    <a:pt x="147" y="0"/>
                  </a:moveTo>
                  <a:cubicBezTo>
                    <a:pt x="66" y="0"/>
                    <a:pt x="0" y="66"/>
                    <a:pt x="0" y="147"/>
                  </a:cubicBezTo>
                  <a:cubicBezTo>
                    <a:pt x="0" y="259"/>
                    <a:pt x="0" y="370"/>
                    <a:pt x="0" y="482"/>
                  </a:cubicBezTo>
                  <a:cubicBezTo>
                    <a:pt x="36" y="482"/>
                    <a:pt x="72" y="482"/>
                    <a:pt x="108" y="482"/>
                  </a:cubicBezTo>
                  <a:cubicBezTo>
                    <a:pt x="108" y="379"/>
                    <a:pt x="108" y="276"/>
                    <a:pt x="108" y="173"/>
                  </a:cubicBezTo>
                  <a:cubicBezTo>
                    <a:pt x="98" y="173"/>
                    <a:pt x="88" y="173"/>
                    <a:pt x="78" y="173"/>
                  </a:cubicBezTo>
                  <a:cubicBezTo>
                    <a:pt x="78" y="141"/>
                    <a:pt x="78" y="109"/>
                    <a:pt x="78" y="77"/>
                  </a:cubicBezTo>
                  <a:cubicBezTo>
                    <a:pt x="110" y="77"/>
                    <a:pt x="142" y="77"/>
                    <a:pt x="174" y="77"/>
                  </a:cubicBezTo>
                  <a:cubicBezTo>
                    <a:pt x="174" y="87"/>
                    <a:pt x="174" y="98"/>
                    <a:pt x="174" y="108"/>
                  </a:cubicBezTo>
                  <a:cubicBezTo>
                    <a:pt x="292" y="108"/>
                    <a:pt x="411" y="108"/>
                    <a:pt x="529" y="108"/>
                  </a:cubicBezTo>
                  <a:cubicBezTo>
                    <a:pt x="549" y="72"/>
                    <a:pt x="570" y="36"/>
                    <a:pt x="590" y="0"/>
                  </a:cubicBezTo>
                  <a:cubicBezTo>
                    <a:pt x="442" y="0"/>
                    <a:pt x="295" y="0"/>
                    <a:pt x="147" y="0"/>
                  </a:cubicBezTo>
                  <a:moveTo>
                    <a:pt x="0" y="525"/>
                  </a:moveTo>
                  <a:cubicBezTo>
                    <a:pt x="0" y="528"/>
                    <a:pt x="0" y="530"/>
                    <a:pt x="0" y="533"/>
                  </a:cubicBezTo>
                  <a:cubicBezTo>
                    <a:pt x="0" y="613"/>
                    <a:pt x="66" y="679"/>
                    <a:pt x="147" y="679"/>
                  </a:cubicBezTo>
                  <a:cubicBezTo>
                    <a:pt x="208" y="679"/>
                    <a:pt x="269" y="679"/>
                    <a:pt x="330" y="679"/>
                  </a:cubicBezTo>
                  <a:cubicBezTo>
                    <a:pt x="330" y="643"/>
                    <a:pt x="330" y="608"/>
                    <a:pt x="330" y="572"/>
                  </a:cubicBezTo>
                  <a:cubicBezTo>
                    <a:pt x="270" y="572"/>
                    <a:pt x="209" y="572"/>
                    <a:pt x="149" y="572"/>
                  </a:cubicBezTo>
                  <a:cubicBezTo>
                    <a:pt x="127" y="572"/>
                    <a:pt x="108" y="553"/>
                    <a:pt x="108" y="531"/>
                  </a:cubicBezTo>
                  <a:cubicBezTo>
                    <a:pt x="108" y="529"/>
                    <a:pt x="108" y="527"/>
                    <a:pt x="108" y="525"/>
                  </a:cubicBezTo>
                  <a:cubicBezTo>
                    <a:pt x="72" y="525"/>
                    <a:pt x="36" y="525"/>
                    <a:pt x="0" y="525"/>
                  </a:cubicBezTo>
                  <a:close/>
                </a:path>
              </a:pathLst>
            </a:custGeom>
            <a:solidFill>
              <a:srgbClr val="e54b89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680" name=""/>
            <p:cNvSpPr/>
            <p:nvPr/>
          </p:nvSpPr>
          <p:spPr>
            <a:xfrm>
              <a:off x="4489200" y="1760040"/>
              <a:ext cx="154440" cy="173520"/>
            </a:xfrm>
            <a:custGeom>
              <a:avLst/>
              <a:gdLst/>
              <a:ahLst/>
              <a:rect l="0" t="0" r="r" b="b"/>
              <a:pathLst>
                <a:path w="429" h="482">
                  <a:moveTo>
                    <a:pt x="0" y="0"/>
                  </a:moveTo>
                  <a:cubicBezTo>
                    <a:pt x="0" y="28"/>
                    <a:pt x="0" y="55"/>
                    <a:pt x="0" y="83"/>
                  </a:cubicBezTo>
                  <a:cubicBezTo>
                    <a:pt x="0" y="98"/>
                    <a:pt x="11" y="108"/>
                    <a:pt x="27" y="108"/>
                  </a:cubicBezTo>
                  <a:cubicBezTo>
                    <a:pt x="111" y="108"/>
                    <a:pt x="196" y="108"/>
                    <a:pt x="280" y="108"/>
                  </a:cubicBezTo>
                  <a:cubicBezTo>
                    <a:pt x="302" y="108"/>
                    <a:pt x="321" y="126"/>
                    <a:pt x="321" y="149"/>
                  </a:cubicBezTo>
                  <a:cubicBezTo>
                    <a:pt x="321" y="204"/>
                    <a:pt x="321" y="259"/>
                    <a:pt x="321" y="314"/>
                  </a:cubicBezTo>
                  <a:cubicBezTo>
                    <a:pt x="334" y="314"/>
                    <a:pt x="346" y="314"/>
                    <a:pt x="359" y="314"/>
                  </a:cubicBezTo>
                  <a:cubicBezTo>
                    <a:pt x="359" y="328"/>
                    <a:pt x="359" y="342"/>
                    <a:pt x="359" y="356"/>
                  </a:cubicBezTo>
                  <a:cubicBezTo>
                    <a:pt x="380" y="364"/>
                    <a:pt x="400" y="373"/>
                    <a:pt x="421" y="381"/>
                  </a:cubicBezTo>
                  <a:cubicBezTo>
                    <a:pt x="426" y="367"/>
                    <a:pt x="429" y="351"/>
                    <a:pt x="429" y="336"/>
                  </a:cubicBezTo>
                  <a:cubicBezTo>
                    <a:pt x="429" y="273"/>
                    <a:pt x="429" y="210"/>
                    <a:pt x="429" y="147"/>
                  </a:cubicBezTo>
                  <a:cubicBezTo>
                    <a:pt x="429" y="66"/>
                    <a:pt x="363" y="0"/>
                    <a:pt x="282" y="0"/>
                  </a:cubicBezTo>
                  <a:cubicBezTo>
                    <a:pt x="188" y="0"/>
                    <a:pt x="94" y="0"/>
                    <a:pt x="0" y="0"/>
                  </a:cubicBezTo>
                  <a:moveTo>
                    <a:pt x="100" y="375"/>
                  </a:moveTo>
                  <a:cubicBezTo>
                    <a:pt x="100" y="411"/>
                    <a:pt x="100" y="446"/>
                    <a:pt x="100" y="482"/>
                  </a:cubicBezTo>
                  <a:cubicBezTo>
                    <a:pt x="161" y="482"/>
                    <a:pt x="221" y="482"/>
                    <a:pt x="282" y="482"/>
                  </a:cubicBezTo>
                  <a:cubicBezTo>
                    <a:pt x="301" y="482"/>
                    <a:pt x="319" y="479"/>
                    <a:pt x="336" y="472"/>
                  </a:cubicBezTo>
                  <a:cubicBezTo>
                    <a:pt x="328" y="451"/>
                    <a:pt x="319" y="431"/>
                    <a:pt x="311" y="410"/>
                  </a:cubicBezTo>
                  <a:cubicBezTo>
                    <a:pt x="295" y="410"/>
                    <a:pt x="279" y="410"/>
                    <a:pt x="263" y="410"/>
                  </a:cubicBezTo>
                  <a:cubicBezTo>
                    <a:pt x="263" y="398"/>
                    <a:pt x="263" y="387"/>
                    <a:pt x="263" y="375"/>
                  </a:cubicBezTo>
                  <a:cubicBezTo>
                    <a:pt x="209" y="375"/>
                    <a:pt x="154" y="375"/>
                    <a:pt x="100" y="375"/>
                  </a:cubicBezTo>
                  <a:close/>
                </a:path>
              </a:pathLst>
            </a:custGeom>
            <a:solidFill>
              <a:srgbClr val="e54b89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681" name=""/>
            <p:cNvSpPr/>
            <p:nvPr/>
          </p:nvSpPr>
          <p:spPr>
            <a:xfrm>
              <a:off x="4442040" y="1807200"/>
              <a:ext cx="128880" cy="55440"/>
            </a:xfrm>
            <a:custGeom>
              <a:avLst/>
              <a:gdLst/>
              <a:ahLst/>
              <a:rect l="0" t="0" r="r" b="b"/>
              <a:pathLst>
                <a:path w="358" h="154">
                  <a:moveTo>
                    <a:pt x="31" y="1"/>
                  </a:moveTo>
                  <a:cubicBezTo>
                    <a:pt x="31" y="5"/>
                    <a:pt x="31" y="10"/>
                    <a:pt x="31" y="15"/>
                  </a:cubicBezTo>
                  <a:cubicBezTo>
                    <a:pt x="31" y="43"/>
                    <a:pt x="54" y="66"/>
                    <a:pt x="91" y="66"/>
                  </a:cubicBezTo>
                  <a:cubicBezTo>
                    <a:pt x="175" y="66"/>
                    <a:pt x="259" y="66"/>
                    <a:pt x="343" y="66"/>
                  </a:cubicBezTo>
                  <a:cubicBezTo>
                    <a:pt x="352" y="66"/>
                    <a:pt x="358" y="73"/>
                    <a:pt x="358" y="81"/>
                  </a:cubicBezTo>
                  <a:cubicBezTo>
                    <a:pt x="358" y="105"/>
                    <a:pt x="358" y="129"/>
                    <a:pt x="358" y="154"/>
                  </a:cubicBezTo>
                  <a:cubicBezTo>
                    <a:pt x="353" y="154"/>
                    <a:pt x="348" y="154"/>
                    <a:pt x="343" y="154"/>
                  </a:cubicBezTo>
                  <a:cubicBezTo>
                    <a:pt x="233" y="154"/>
                    <a:pt x="124" y="154"/>
                    <a:pt x="14" y="154"/>
                  </a:cubicBezTo>
                  <a:cubicBezTo>
                    <a:pt x="6" y="154"/>
                    <a:pt x="0" y="148"/>
                    <a:pt x="0" y="140"/>
                  </a:cubicBezTo>
                  <a:cubicBezTo>
                    <a:pt x="0" y="120"/>
                    <a:pt x="0" y="100"/>
                    <a:pt x="0" y="81"/>
                  </a:cubicBezTo>
                  <a:cubicBezTo>
                    <a:pt x="0" y="72"/>
                    <a:pt x="31" y="-7"/>
                    <a:pt x="31" y="1"/>
                  </a:cubicBezTo>
                  <a:close/>
                </a:path>
              </a:pathLst>
            </a:custGeom>
            <a:solidFill>
              <a:srgbClr val="e54b89"/>
            </a:solidFill>
            <a:ln w="0">
              <a:noFill/>
            </a:ln>
          </p:spPr>
          <p:txBody>
            <a:bodyPr lIns="90000" rIns="90000" tIns="10440" bIns="1044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682" name=""/>
            <p:cNvSpPr/>
            <p:nvPr/>
          </p:nvSpPr>
          <p:spPr>
            <a:xfrm>
              <a:off x="4590000" y="1879200"/>
              <a:ext cx="22320" cy="22320"/>
            </a:xfrm>
            <a:custGeom>
              <a:avLst/>
              <a:gdLst/>
              <a:ahLst/>
              <a:rect l="0" t="0" r="r" b="b"/>
              <a:pathLst>
                <a:path w="62" h="62">
                  <a:moveTo>
                    <a:pt x="0" y="0"/>
                  </a:moveTo>
                  <a:cubicBezTo>
                    <a:pt x="21" y="0"/>
                    <a:pt x="41" y="0"/>
                    <a:pt x="62" y="0"/>
                  </a:cubicBezTo>
                  <a:cubicBezTo>
                    <a:pt x="62" y="21"/>
                    <a:pt x="62" y="41"/>
                    <a:pt x="62" y="62"/>
                  </a:cubicBezTo>
                  <a:cubicBezTo>
                    <a:pt x="41" y="62"/>
                    <a:pt x="21" y="62"/>
                    <a:pt x="0" y="62"/>
                  </a:cubicBezTo>
                  <a:cubicBezTo>
                    <a:pt x="0" y="41"/>
                    <a:pt x="0" y="21"/>
                    <a:pt x="0" y="0"/>
                  </a:cubicBezTo>
                  <a:close/>
                </a:path>
              </a:pathLst>
            </a:custGeom>
            <a:solidFill>
              <a:srgbClr val="e54b89"/>
            </a:solidFill>
            <a:ln w="0">
              <a:noFill/>
            </a:ln>
          </p:spPr>
          <p:txBody>
            <a:bodyPr lIns="90000" rIns="90000" tIns="-22680" bIns="-2268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683" name=""/>
            <p:cNvSpPr/>
            <p:nvPr/>
          </p:nvSpPr>
          <p:spPr>
            <a:xfrm>
              <a:off x="4448520" y="1722600"/>
              <a:ext cx="22320" cy="22680"/>
            </a:xfrm>
            <a:custGeom>
              <a:avLst/>
              <a:gdLst/>
              <a:ahLst/>
              <a:rect l="0" t="0" r="r" b="b"/>
              <a:pathLst>
                <a:path w="62" h="63">
                  <a:moveTo>
                    <a:pt x="0" y="0"/>
                  </a:moveTo>
                  <a:cubicBezTo>
                    <a:pt x="21" y="0"/>
                    <a:pt x="41" y="0"/>
                    <a:pt x="62" y="0"/>
                  </a:cubicBezTo>
                  <a:cubicBezTo>
                    <a:pt x="62" y="21"/>
                    <a:pt x="62" y="42"/>
                    <a:pt x="62" y="63"/>
                  </a:cubicBezTo>
                  <a:cubicBezTo>
                    <a:pt x="41" y="63"/>
                    <a:pt x="21" y="63"/>
                    <a:pt x="0" y="63"/>
                  </a:cubicBezTo>
                  <a:cubicBezTo>
                    <a:pt x="0" y="42"/>
                    <a:pt x="0" y="21"/>
                    <a:pt x="0" y="0"/>
                  </a:cubicBezTo>
                  <a:close/>
                </a:path>
              </a:pathLst>
            </a:custGeom>
            <a:solidFill>
              <a:srgbClr val="e54b89"/>
            </a:solidFill>
            <a:ln w="0">
              <a:noFill/>
            </a:ln>
          </p:spPr>
          <p:txBody>
            <a:bodyPr lIns="90000" rIns="90000" tIns="-22320" bIns="-2232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684" name=""/>
            <p:cNvSpPr/>
            <p:nvPr/>
          </p:nvSpPr>
          <p:spPr>
            <a:xfrm>
              <a:off x="4600800" y="1888200"/>
              <a:ext cx="90720" cy="91080"/>
            </a:xfrm>
            <a:custGeom>
              <a:avLst/>
              <a:gdLst/>
              <a:ahLst/>
              <a:rect l="0" t="0" r="r" b="b"/>
              <a:pathLst>
                <a:path w="252" h="253">
                  <a:moveTo>
                    <a:pt x="252" y="102"/>
                  </a:moveTo>
                  <a:cubicBezTo>
                    <a:pt x="219" y="119"/>
                    <a:pt x="186" y="136"/>
                    <a:pt x="153" y="153"/>
                  </a:cubicBezTo>
                  <a:cubicBezTo>
                    <a:pt x="136" y="186"/>
                    <a:pt x="119" y="220"/>
                    <a:pt x="102" y="253"/>
                  </a:cubicBezTo>
                  <a:cubicBezTo>
                    <a:pt x="68" y="169"/>
                    <a:pt x="34" y="84"/>
                    <a:pt x="0" y="0"/>
                  </a:cubicBezTo>
                  <a:cubicBezTo>
                    <a:pt x="84" y="34"/>
                    <a:pt x="168" y="68"/>
                    <a:pt x="252" y="102"/>
                  </a:cubicBezTo>
                  <a:close/>
                </a:path>
              </a:pathLst>
            </a:custGeom>
            <a:solidFill>
              <a:srgbClr val="e54b89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</p:grpSp>
      <p:grpSp>
        <p:nvGrpSpPr>
          <p:cNvPr id="685" name=""/>
          <p:cNvGrpSpPr/>
          <p:nvPr/>
        </p:nvGrpSpPr>
        <p:grpSpPr>
          <a:xfrm>
            <a:off x="1888920" y="3324600"/>
            <a:ext cx="6372720" cy="127800"/>
            <a:chOff x="1888920" y="3324600"/>
            <a:chExt cx="6372720" cy="127800"/>
          </a:xfrm>
        </p:grpSpPr>
        <p:sp>
          <p:nvSpPr>
            <p:cNvPr id="686" name=""/>
            <p:cNvSpPr/>
            <p:nvPr/>
          </p:nvSpPr>
          <p:spPr>
            <a:xfrm>
              <a:off x="5166720" y="3324600"/>
              <a:ext cx="127800" cy="127800"/>
            </a:xfrm>
            <a:custGeom>
              <a:avLst/>
              <a:gdLst/>
              <a:ahLst/>
              <a:rect l="0" t="0" r="r" b="b"/>
              <a:pathLst>
                <a:path w="355" h="355">
                  <a:moveTo>
                    <a:pt x="355" y="177"/>
                  </a:moveTo>
                  <a:cubicBezTo>
                    <a:pt x="355" y="146"/>
                    <a:pt x="346" y="116"/>
                    <a:pt x="331" y="89"/>
                  </a:cubicBezTo>
                  <a:cubicBezTo>
                    <a:pt x="315" y="62"/>
                    <a:pt x="293" y="39"/>
                    <a:pt x="266" y="24"/>
                  </a:cubicBezTo>
                  <a:cubicBezTo>
                    <a:pt x="239" y="8"/>
                    <a:pt x="209" y="0"/>
                    <a:pt x="178" y="0"/>
                  </a:cubicBezTo>
                  <a:cubicBezTo>
                    <a:pt x="146" y="0"/>
                    <a:pt x="116" y="8"/>
                    <a:pt x="89" y="24"/>
                  </a:cubicBezTo>
                  <a:cubicBezTo>
                    <a:pt x="62" y="39"/>
                    <a:pt x="40" y="62"/>
                    <a:pt x="24" y="89"/>
                  </a:cubicBezTo>
                  <a:cubicBezTo>
                    <a:pt x="8" y="116"/>
                    <a:pt x="0" y="146"/>
                    <a:pt x="0" y="177"/>
                  </a:cubicBezTo>
                  <a:cubicBezTo>
                    <a:pt x="0" y="209"/>
                    <a:pt x="9" y="239"/>
                    <a:pt x="24" y="266"/>
                  </a:cubicBezTo>
                  <a:cubicBezTo>
                    <a:pt x="40" y="293"/>
                    <a:pt x="62" y="315"/>
                    <a:pt x="89" y="331"/>
                  </a:cubicBezTo>
                  <a:cubicBezTo>
                    <a:pt x="116" y="346"/>
                    <a:pt x="146" y="355"/>
                    <a:pt x="178" y="355"/>
                  </a:cubicBezTo>
                  <a:cubicBezTo>
                    <a:pt x="209" y="355"/>
                    <a:pt x="239" y="346"/>
                    <a:pt x="266" y="331"/>
                  </a:cubicBezTo>
                  <a:cubicBezTo>
                    <a:pt x="293" y="315"/>
                    <a:pt x="316" y="293"/>
                    <a:pt x="331" y="266"/>
                  </a:cubicBezTo>
                  <a:cubicBezTo>
                    <a:pt x="347" y="239"/>
                    <a:pt x="355" y="209"/>
                    <a:pt x="355" y="177"/>
                  </a:cubicBezTo>
                  <a:close/>
                </a:path>
              </a:pathLst>
            </a:custGeom>
            <a:solidFill>
              <a:srgbClr val="e54b87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687" name=""/>
            <p:cNvSpPr/>
            <p:nvPr/>
          </p:nvSpPr>
          <p:spPr>
            <a:xfrm>
              <a:off x="5469840" y="3324600"/>
              <a:ext cx="127800" cy="127800"/>
            </a:xfrm>
            <a:custGeom>
              <a:avLst/>
              <a:gdLst/>
              <a:ahLst/>
              <a:rect l="0" t="0" r="r" b="b"/>
              <a:pathLst>
                <a:path w="355" h="355">
                  <a:moveTo>
                    <a:pt x="355" y="177"/>
                  </a:moveTo>
                  <a:cubicBezTo>
                    <a:pt x="355" y="146"/>
                    <a:pt x="346" y="116"/>
                    <a:pt x="331" y="89"/>
                  </a:cubicBezTo>
                  <a:cubicBezTo>
                    <a:pt x="315" y="62"/>
                    <a:pt x="293" y="39"/>
                    <a:pt x="266" y="24"/>
                  </a:cubicBezTo>
                  <a:cubicBezTo>
                    <a:pt x="239" y="8"/>
                    <a:pt x="209" y="0"/>
                    <a:pt x="178" y="0"/>
                  </a:cubicBezTo>
                  <a:cubicBezTo>
                    <a:pt x="147" y="0"/>
                    <a:pt x="116" y="8"/>
                    <a:pt x="89" y="24"/>
                  </a:cubicBezTo>
                  <a:cubicBezTo>
                    <a:pt x="62" y="39"/>
                    <a:pt x="40" y="62"/>
                    <a:pt x="24" y="89"/>
                  </a:cubicBezTo>
                  <a:cubicBezTo>
                    <a:pt x="8" y="116"/>
                    <a:pt x="0" y="146"/>
                    <a:pt x="0" y="177"/>
                  </a:cubicBezTo>
                  <a:cubicBezTo>
                    <a:pt x="0" y="209"/>
                    <a:pt x="9" y="239"/>
                    <a:pt x="24" y="266"/>
                  </a:cubicBezTo>
                  <a:cubicBezTo>
                    <a:pt x="40" y="293"/>
                    <a:pt x="62" y="315"/>
                    <a:pt x="89" y="331"/>
                  </a:cubicBezTo>
                  <a:cubicBezTo>
                    <a:pt x="116" y="346"/>
                    <a:pt x="147" y="355"/>
                    <a:pt x="178" y="355"/>
                  </a:cubicBezTo>
                  <a:cubicBezTo>
                    <a:pt x="209" y="355"/>
                    <a:pt x="239" y="346"/>
                    <a:pt x="266" y="331"/>
                  </a:cubicBezTo>
                  <a:cubicBezTo>
                    <a:pt x="293" y="315"/>
                    <a:pt x="316" y="293"/>
                    <a:pt x="331" y="266"/>
                  </a:cubicBezTo>
                  <a:cubicBezTo>
                    <a:pt x="347" y="239"/>
                    <a:pt x="355" y="209"/>
                    <a:pt x="355" y="177"/>
                  </a:cubicBezTo>
                  <a:close/>
                </a:path>
              </a:pathLst>
            </a:custGeom>
            <a:solidFill>
              <a:srgbClr val="f8b621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688" name=""/>
            <p:cNvSpPr/>
            <p:nvPr/>
          </p:nvSpPr>
          <p:spPr>
            <a:xfrm>
              <a:off x="4552920" y="3324600"/>
              <a:ext cx="127800" cy="127800"/>
            </a:xfrm>
            <a:custGeom>
              <a:avLst/>
              <a:gdLst/>
              <a:ahLst/>
              <a:rect l="0" t="0" r="r" b="b"/>
              <a:pathLst>
                <a:path w="355" h="355">
                  <a:moveTo>
                    <a:pt x="355" y="177"/>
                  </a:moveTo>
                  <a:cubicBezTo>
                    <a:pt x="355" y="146"/>
                    <a:pt x="346" y="116"/>
                    <a:pt x="331" y="89"/>
                  </a:cubicBezTo>
                  <a:cubicBezTo>
                    <a:pt x="315" y="62"/>
                    <a:pt x="293" y="39"/>
                    <a:pt x="266" y="24"/>
                  </a:cubicBezTo>
                  <a:cubicBezTo>
                    <a:pt x="239" y="8"/>
                    <a:pt x="208" y="0"/>
                    <a:pt x="177" y="0"/>
                  </a:cubicBezTo>
                  <a:cubicBezTo>
                    <a:pt x="146" y="0"/>
                    <a:pt x="116" y="8"/>
                    <a:pt x="89" y="24"/>
                  </a:cubicBezTo>
                  <a:cubicBezTo>
                    <a:pt x="62" y="39"/>
                    <a:pt x="40" y="62"/>
                    <a:pt x="24" y="89"/>
                  </a:cubicBezTo>
                  <a:cubicBezTo>
                    <a:pt x="8" y="116"/>
                    <a:pt x="0" y="146"/>
                    <a:pt x="0" y="177"/>
                  </a:cubicBezTo>
                  <a:cubicBezTo>
                    <a:pt x="0" y="209"/>
                    <a:pt x="8" y="239"/>
                    <a:pt x="24" y="266"/>
                  </a:cubicBezTo>
                  <a:cubicBezTo>
                    <a:pt x="39" y="293"/>
                    <a:pt x="62" y="315"/>
                    <a:pt x="89" y="331"/>
                  </a:cubicBezTo>
                  <a:cubicBezTo>
                    <a:pt x="116" y="346"/>
                    <a:pt x="146" y="355"/>
                    <a:pt x="177" y="355"/>
                  </a:cubicBezTo>
                  <a:cubicBezTo>
                    <a:pt x="208" y="355"/>
                    <a:pt x="239" y="346"/>
                    <a:pt x="266" y="331"/>
                  </a:cubicBezTo>
                  <a:cubicBezTo>
                    <a:pt x="293" y="315"/>
                    <a:pt x="315" y="293"/>
                    <a:pt x="331" y="266"/>
                  </a:cubicBezTo>
                  <a:cubicBezTo>
                    <a:pt x="346" y="239"/>
                    <a:pt x="355" y="209"/>
                    <a:pt x="355" y="177"/>
                  </a:cubicBezTo>
                  <a:close/>
                </a:path>
              </a:pathLst>
            </a:custGeom>
            <a:solidFill>
              <a:srgbClr val="7f59ae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689" name=""/>
            <p:cNvSpPr/>
            <p:nvPr/>
          </p:nvSpPr>
          <p:spPr>
            <a:xfrm>
              <a:off x="4856040" y="3324600"/>
              <a:ext cx="127800" cy="127800"/>
            </a:xfrm>
            <a:custGeom>
              <a:avLst/>
              <a:gdLst/>
              <a:ahLst/>
              <a:rect l="0" t="0" r="r" b="b"/>
              <a:pathLst>
                <a:path w="355" h="355">
                  <a:moveTo>
                    <a:pt x="355" y="177"/>
                  </a:moveTo>
                  <a:cubicBezTo>
                    <a:pt x="355" y="146"/>
                    <a:pt x="346" y="116"/>
                    <a:pt x="331" y="89"/>
                  </a:cubicBezTo>
                  <a:cubicBezTo>
                    <a:pt x="315" y="62"/>
                    <a:pt x="293" y="39"/>
                    <a:pt x="266" y="24"/>
                  </a:cubicBezTo>
                  <a:cubicBezTo>
                    <a:pt x="239" y="8"/>
                    <a:pt x="208" y="0"/>
                    <a:pt x="177" y="0"/>
                  </a:cubicBezTo>
                  <a:cubicBezTo>
                    <a:pt x="145" y="0"/>
                    <a:pt x="116" y="8"/>
                    <a:pt x="89" y="24"/>
                  </a:cubicBezTo>
                  <a:cubicBezTo>
                    <a:pt x="62" y="39"/>
                    <a:pt x="40" y="62"/>
                    <a:pt x="24" y="89"/>
                  </a:cubicBezTo>
                  <a:cubicBezTo>
                    <a:pt x="8" y="116"/>
                    <a:pt x="0" y="146"/>
                    <a:pt x="0" y="177"/>
                  </a:cubicBezTo>
                  <a:cubicBezTo>
                    <a:pt x="0" y="209"/>
                    <a:pt x="8" y="239"/>
                    <a:pt x="24" y="266"/>
                  </a:cubicBezTo>
                  <a:cubicBezTo>
                    <a:pt x="39" y="293"/>
                    <a:pt x="62" y="315"/>
                    <a:pt x="89" y="331"/>
                  </a:cubicBezTo>
                  <a:cubicBezTo>
                    <a:pt x="116" y="346"/>
                    <a:pt x="146" y="355"/>
                    <a:pt x="177" y="355"/>
                  </a:cubicBezTo>
                  <a:cubicBezTo>
                    <a:pt x="209" y="355"/>
                    <a:pt x="239" y="346"/>
                    <a:pt x="266" y="331"/>
                  </a:cubicBezTo>
                  <a:cubicBezTo>
                    <a:pt x="293" y="315"/>
                    <a:pt x="315" y="293"/>
                    <a:pt x="331" y="266"/>
                  </a:cubicBezTo>
                  <a:cubicBezTo>
                    <a:pt x="346" y="239"/>
                    <a:pt x="355" y="209"/>
                    <a:pt x="355" y="177"/>
                  </a:cubicBezTo>
                  <a:close/>
                </a:path>
              </a:pathLst>
            </a:custGeom>
            <a:solidFill>
              <a:srgbClr val="60c4e4"/>
            </a:solidFill>
            <a:ln w="0">
              <a:noFill/>
            </a:ln>
          </p:spPr>
          <p:txBody>
            <a:bodyPr lIns="90000" rIns="90000" tIns="45000" bIns="4500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690" name=""/>
            <p:cNvSpPr/>
            <p:nvPr/>
          </p:nvSpPr>
          <p:spPr>
            <a:xfrm>
              <a:off x="5926680" y="3412080"/>
              <a:ext cx="2334960" cy="0"/>
            </a:xfrm>
            <a:custGeom>
              <a:avLst/>
              <a:gdLst/>
              <a:ahLst/>
              <a:rect l="0" t="0" r="r" b="b"/>
              <a:pathLst>
                <a:path fill="none" w="6486" h="0">
                  <a:moveTo>
                    <a:pt x="0" y="0"/>
                  </a:moveTo>
                  <a:cubicBezTo>
                    <a:pt x="2162" y="0"/>
                    <a:pt x="4324" y="0"/>
                    <a:pt x="6486" y="0"/>
                  </a:cubicBezTo>
                </a:path>
              </a:pathLst>
            </a:custGeom>
            <a:ln cap="rnd" w="26280">
              <a:solidFill>
                <a:srgbClr val="f8b621"/>
              </a:solidFill>
              <a:round/>
            </a:ln>
          </p:spPr>
          <p:txBody>
            <a:bodyPr lIns="102960" rIns="102960" tIns="-57960" bIns="-5796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691" name=""/>
            <p:cNvSpPr/>
            <p:nvPr/>
          </p:nvSpPr>
          <p:spPr>
            <a:xfrm>
              <a:off x="1888920" y="3412080"/>
              <a:ext cx="2334960" cy="0"/>
            </a:xfrm>
            <a:custGeom>
              <a:avLst/>
              <a:gdLst/>
              <a:ahLst/>
              <a:rect l="0" t="0" r="r" b="b"/>
              <a:pathLst>
                <a:path fill="none" w="6486" h="0">
                  <a:moveTo>
                    <a:pt x="0" y="0"/>
                  </a:moveTo>
                  <a:cubicBezTo>
                    <a:pt x="2162" y="0"/>
                    <a:pt x="4324" y="0"/>
                    <a:pt x="6486" y="0"/>
                  </a:cubicBezTo>
                </a:path>
              </a:pathLst>
            </a:custGeom>
            <a:ln cap="rnd" w="26280">
              <a:solidFill>
                <a:srgbClr val="7f59ae"/>
              </a:solidFill>
              <a:round/>
            </a:ln>
          </p:spPr>
          <p:txBody>
            <a:bodyPr lIns="102960" rIns="102960" tIns="-57960" bIns="-57960" anchor="ctr" anchorCtr="1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</p:grpSp>
      <p:pic>
        <p:nvPicPr>
          <p:cNvPr id="692" name="" descr=""/>
          <p:cNvPicPr/>
          <p:nvPr/>
        </p:nvPicPr>
        <p:blipFill>
          <a:blip r:embed="rId1"/>
          <a:stretch/>
        </p:blipFill>
        <p:spPr>
          <a:xfrm>
            <a:off x="360" y="4572000"/>
            <a:ext cx="10079640" cy="680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2026-05-09T10:16:47Z</dcterms:created>
  <dc:creator/>
  <dc:description/>
  <dc:language>en-US</dc:language>
  <cp:lastModifiedBy/>
  <cp:revision>1</cp:revision>
  <dc:subject/>
  <dc:title>Candy</dc:title>
</cp:coreProperties>
</file>