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91AB-4A1F-4B1A-B9DB-67C057B60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59701-C1F1-3FA2-2793-8DE2FE398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8C58F-EC73-00FB-E1E9-E37D6FC6C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78C-E7A4-46BE-BA28-788DC9890ADE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95DF9-6559-1E69-9361-64409B59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3B17C-2F3C-362B-9A16-DDF6079F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EC0A-335C-4D0B-B6E6-7DC806813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334213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B585F-DB09-276F-799A-6D853464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93C6F-18DC-ADB7-7AFC-16F9FDC2C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98102-8074-0F33-34DC-F20A74FED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78C-E7A4-46BE-BA28-788DC9890ADE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4897A-2837-B430-A448-BFBE9E9A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A58FD-8F4F-4F9A-01D9-A8FA12F8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EC0A-335C-4D0B-B6E6-7DC806813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418186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8EC4-632C-5EF6-D3C0-19F3933D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3F3E1-9039-8C15-0A0A-0FA02B5A4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8AC53-9CED-3F5A-BB54-1C6F7E9F6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78C-E7A4-46BE-BA28-788DC9890ADE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0B2D8-C79C-EFE6-0FAF-A62FE322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774C0-1A19-F5FB-673D-2759082DB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EC0A-335C-4D0B-B6E6-7DC806813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0170310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DBBF-153E-2697-8BC3-20F79AD35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D80F-667F-F162-0DBC-03A7C2FE66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FB72E-ED6A-2AEE-7C50-A316550CA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657EE-B2E0-FC71-7185-01F56AFD5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78C-E7A4-46BE-BA28-788DC9890ADE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1A7D9-6F32-B732-F1FA-38CCCC57F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2D588-CB07-B675-FA35-43E9F398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EC0A-335C-4D0B-B6E6-7DC806813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140808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45DD-6336-515C-6902-4AAC982B5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0D52B-E41B-91E5-1033-3C6E3CB29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2A8BE-A9F6-B589-5EA4-8A7BB08A0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FD8D24-E765-FBAA-46F7-23427472A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C63524-A825-7901-129F-C23DF4F55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B5CBE5-B574-326E-5A67-C68FCFAA4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78C-E7A4-46BE-BA28-788DC9890ADE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41673-33D4-E86E-CADE-5375B3E9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05181-DEFD-4D48-B6BD-C7E7E260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EC0A-335C-4D0B-B6E6-7DC806813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650159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213F-19E4-2B13-3B07-99065B2AB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0E357-3A01-4588-9B7D-7E514C7E8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78C-E7A4-46BE-BA28-788DC9890ADE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5F2CAE-39C2-14D2-A0DA-57142885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A2BCD-8CC4-64D0-0933-F391445D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EC0A-335C-4D0B-B6E6-7DC806813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987343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49982-CE3E-50A1-C185-81213F535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78C-E7A4-46BE-BA28-788DC9890ADE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2CC1D-C140-E6A2-5AED-DACE037A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25700-6318-906D-A265-7F0FB6565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EC0A-335C-4D0B-B6E6-7DC806813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797881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41B67-4CD1-92FD-A101-36E47034A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D3AC-E1A4-CA9E-275D-DF45DE723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3BF00-DEBE-7311-1891-E84034812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43B73-1E56-3BA8-C5CA-E0576996A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78C-E7A4-46BE-BA28-788DC9890ADE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FD6D3-4366-1E3F-72F2-6621F2F1D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D8263-458D-E084-9D62-4A35CFFA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EC0A-335C-4D0B-B6E6-7DC806813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744447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1D0F-883E-03C9-87E7-509A276CD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1733E2-F4A4-A5ED-E3C1-A0FB4B94F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92BD0-CA82-1B57-0393-1F0168943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14B83-E245-76A6-6984-A47B701E2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78C-E7A4-46BE-BA28-788DC9890ADE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678F8-9230-387C-6464-FEFB7F87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7CB68-6FEC-9D15-5236-A79928AF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EC0A-335C-4D0B-B6E6-7DC806813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442356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FED7A-47FC-050B-FE7E-FB6D49A76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B769D-8DEE-9DEA-CDCA-5FF9F0252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49F7A-8A9E-C9C1-839A-53601F823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78C-E7A4-46BE-BA28-788DC9890ADE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6013D-88BD-90D6-BE12-BBC84AF91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D25BD-96D1-5D69-06B4-6417F702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EC0A-335C-4D0B-B6E6-7DC806813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165496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0E4214-FF4D-916E-77F3-3EF5217BB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09BF3-22CE-374C-1399-B460B7E34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AA9DB-A2B4-888B-0D30-CE427CC0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78C-E7A4-46BE-BA28-788DC9890ADE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046C6-F2DC-7ED8-FE52-FC180623C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65957-6B2A-CE81-0EBA-99C73588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3EC0A-335C-4D0B-B6E6-7DC806813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653051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552D18-668C-5336-FDBF-814E7A6EC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F8EEA-6F67-1C2D-2239-81E01E378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6824A-E1FE-69C2-25C7-CB4F8896C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7E378C-E7A4-46BE-BA28-788DC9890ADE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B5018-EE05-7221-816D-C8EFB3060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939B1-A6DC-0BB7-9967-6A3CB9D27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3EC0A-335C-4D0B-B6E6-7DC8068132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44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E8B6BF-526F-1B90-F0B6-AA4983A52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43804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8D1F6F-CA67-CB5F-8488-72CE98185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27098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7176-6472-7C23-1D6C-61D9FB30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E05540-8CE6-4794-4377-78F7BAF18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9090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05D27-B097-22C5-C10D-3BCE89C3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2316D4-E8FE-1DDB-E475-9DEFC3B1C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0059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1E0FC-A52A-2483-9B90-D2FC12120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37B5CC-59EF-765E-08EE-7E7874EBB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0278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AEFD9-D761-6B42-0B2B-A1D473BC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E6E732-0DB1-A4FE-DAA2-32D482C3A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362350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676B0-8AF4-4DB9-3FAC-F56ECD9FD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375B2E-32B3-A3EB-082C-73C8F1234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32332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568F0-9A93-6459-97CD-A246EA63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4B8B99-7337-69E7-A54F-BF55AF7C5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979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8DB1B-4E57-45B9-DBD1-31738F54B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019FA8-5D9E-548F-24D4-EA1B2C9FB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71146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FB49A-3D76-BBD8-1D28-2433DCA5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2A8E6-F0E8-F7F8-9468-8228691B6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4580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228EE-D98B-F93C-A1DF-3D9A45C2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FBA660-4270-64BF-028E-9E3A3C45E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36744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808D6-8208-895F-4D52-F2687C87A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F5D7E3-7339-71D3-D2B5-77F4E82D7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9010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0FFE2-9A07-A532-BABE-7EC2A7DA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B75D3A-BEAC-5092-AFAA-D39A5862D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18448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 Joseph</dc:creator>
  <cp:lastModifiedBy>X Joseph</cp:lastModifiedBy>
  <cp:revision>1</cp:revision>
  <dcterms:created xsi:type="dcterms:W3CDTF">2026-02-20T17:17:25Z</dcterms:created>
  <dcterms:modified xsi:type="dcterms:W3CDTF">2026-02-20T17:39:58Z</dcterms:modified>
</cp:coreProperties>
</file>